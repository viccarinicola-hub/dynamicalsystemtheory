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82" r:id="rId4"/>
    <p:sldId id="287" r:id="rId5"/>
    <p:sldId id="288" r:id="rId6"/>
    <p:sldId id="289" r:id="rId7"/>
    <p:sldId id="283" r:id="rId8"/>
    <p:sldId id="258" r:id="rId9"/>
    <p:sldId id="260" r:id="rId10"/>
    <p:sldId id="284" r:id="rId11"/>
    <p:sldId id="262" r:id="rId12"/>
    <p:sldId id="263" r:id="rId13"/>
    <p:sldId id="264" r:id="rId14"/>
    <p:sldId id="261" r:id="rId15"/>
    <p:sldId id="267" r:id="rId16"/>
    <p:sldId id="268" r:id="rId17"/>
    <p:sldId id="269" r:id="rId18"/>
    <p:sldId id="270" r:id="rId19"/>
    <p:sldId id="271" r:id="rId20"/>
    <p:sldId id="272" r:id="rId21"/>
    <p:sldId id="285" r:id="rId22"/>
    <p:sldId id="273" r:id="rId23"/>
    <p:sldId id="276" r:id="rId24"/>
    <p:sldId id="275" r:id="rId25"/>
    <p:sldId id="277" r:id="rId26"/>
    <p:sldId id="278" r:id="rId27"/>
    <p:sldId id="279" r:id="rId28"/>
    <p:sldId id="286" r:id="rId29"/>
    <p:sldId id="290" r:id="rId30"/>
    <p:sldId id="291" r:id="rId31"/>
    <p:sldId id="280" r:id="rId32"/>
    <p:sldId id="281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0F7"/>
    <a:srgbClr val="4A545E"/>
    <a:srgbClr val="49535D"/>
    <a:srgbClr val="FFFFFF"/>
    <a:srgbClr val="C9DBE5"/>
    <a:srgbClr val="E32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924" autoAdjust="0"/>
    <p:restoredTop sz="94660"/>
  </p:normalViewPr>
  <p:slideViewPr>
    <p:cSldViewPr snapToGrid="0">
      <p:cViewPr>
        <p:scale>
          <a:sx n="100" d="100"/>
          <a:sy n="100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044455-D8B6-7E3F-A271-852B847B6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E5E9027-01F5-6B89-034C-F34E551B6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D91379-293D-5009-F4F6-DDD32AC0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17B6E1-FC21-E7B0-106A-116D7C35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3E9F9D-9643-91BF-82DF-38039736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59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8683AB-29FB-D58A-8DCE-F716AE98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61EDC5-00BC-6C42-2916-E18BEC65A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3E7D9A-EA03-8C15-F0D0-4F7FC893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BDA065-CCB3-F01F-5EAF-43EF62FF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868F40-AF79-D781-9ADD-C5C028F9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620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74D5E9-F055-CDD3-40B5-D43CA64C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C48305-83A5-6386-56E0-8477873B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A7555B-E8BA-15B9-B85D-F0BE5563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C05B99-1705-90E7-0394-EC736CF1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3CCB20-D00A-2567-F8EF-137A7E3AD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041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D383AC-CAB4-18BD-00AC-F64225DC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CBCB68-5E5A-571D-1089-94207A6B7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232C46-94FF-7824-8EE4-61DE1FD1B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C1D29B-C7E0-A1E6-15E9-F9498BDF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DAF9B1-1F92-19D0-E72C-561946CC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1CF93E-F552-E0B5-D328-58D9D1F6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55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721F14-3958-52A6-9964-0B36DD19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FBAAB9-E54A-DD80-B672-839786566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036B86F-35B4-222A-D17D-6871E2F06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FEF4E11-56A2-F8CE-3CEE-55BAF6B6C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955BA46-DA45-C67C-7BF5-F504D5793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945E510-3D58-ED12-4FA1-1E945BB4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8C31FB-1B8E-AE09-8F13-7001F902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7064235-BBA7-7CA9-A076-EA693CE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220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F3C0F2-D723-4DC9-A2B2-2FF48B53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F84E56C-45C7-F468-662A-6FDB0957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125E42-2015-47C8-F677-F878B241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1A28EDC-AF93-A46A-A209-A75335D7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714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5467D83-C5B7-C21B-DBEB-0D1BAF66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638175-A802-6FED-267C-B8C52F01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28B16F-7348-6EE1-F36C-D1C23152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787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231D27-970D-2E88-C257-50D161A6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12EAAC-E3AF-F546-2C5C-CEDE3636E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ED3AFE-DBEE-FA13-0CCC-D22D6E31A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3DEFC3-2949-3428-BBE2-CCE4FF14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8FED0D-2855-9EC0-287F-BFB2A4A1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0AC80A-5A0B-5ED0-ACBA-535410AB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628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F4072-4B73-7B30-CE41-C9700EFE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0BEDF9E-DE77-5D71-B8A0-FE23B043B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2B5C53-3453-36A6-C764-75E58CF19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18E2FE-0F63-8ABE-1B95-433D85B1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8D02DE-A814-900B-1050-356F450C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EC7A30-7C07-585E-987D-F2D0A674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14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8F15B1-3A67-F4C5-4936-F730DAFB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B0CF3E9-63DD-9D5D-02EE-DD8A533EF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C46995-59F3-A944-887B-39E1AE6E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491207-AECA-CBB6-B9AB-1D385DBEC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0E096C-4E3C-1993-19D2-EE988E26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9366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2E1CD9F-0FE0-8EE5-A7E7-1B4DD250D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AD8F3FE-BF03-C272-E8C5-C1B931C28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B5C53B-62E9-643C-38B7-7A837F31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AEB6AD-DAE7-BCD6-E5C0-9E467A78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A20319-103E-3190-5301-BEB77896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862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B639939-0D1B-3D22-4BE8-0BE1CEF1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0DEF1F-CE39-E8B1-C9E2-A03853087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D9E5D6-AB14-EFB3-9777-65E9A3E5D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0DEF0-A02C-4D1B-AFEA-7ED288779622}" type="datetimeFigureOut">
              <a:rPr lang="it-IT" smtClean="0"/>
              <a:t>12/12/2023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3566AE-48FD-4D86-8FEF-AEDBEAC4C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BFA8A8-45CB-D2BF-CC0A-5ED296A68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A8AC7-602E-46D5-8B00-0BCA7A3514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205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40.png"/><Relationship Id="rId4" Type="http://schemas.openxmlformats.org/officeDocument/2006/relationships/image" Target="../media/image3.jf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microsoft.com/office/2007/relationships/hdphoto" Target="../media/hdphoto1.wdp"/><Relationship Id="rId7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10" Type="http://schemas.openxmlformats.org/officeDocument/2006/relationships/image" Target="../media/image4.jpg"/><Relationship Id="rId4" Type="http://schemas.microsoft.com/office/2007/relationships/hdphoto" Target="../media/hdphoto1.wdp"/><Relationship Id="rId9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f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gif"/><Relationship Id="rId5" Type="http://schemas.openxmlformats.org/officeDocument/2006/relationships/image" Target="../media/image10.png"/><Relationship Id="rId4" Type="http://schemas.openxmlformats.org/officeDocument/2006/relationships/image" Target="../media/image3.jf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1.png"/><Relationship Id="rId4" Type="http://schemas.openxmlformats.org/officeDocument/2006/relationships/image" Target="../media/image3.jf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1.png"/><Relationship Id="rId4" Type="http://schemas.openxmlformats.org/officeDocument/2006/relationships/image" Target="../media/image3.jf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2.png"/><Relationship Id="rId4" Type="http://schemas.openxmlformats.org/officeDocument/2006/relationships/image" Target="../media/image3.jf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3.png"/><Relationship Id="rId4" Type="http://schemas.openxmlformats.org/officeDocument/2006/relationships/image" Target="../media/image3.jf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4.png"/><Relationship Id="rId4" Type="http://schemas.openxmlformats.org/officeDocument/2006/relationships/image" Target="../media/image3.jf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5.png"/><Relationship Id="rId4" Type="http://schemas.openxmlformats.org/officeDocument/2006/relationships/image" Target="../media/image3.jfi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6.jpeg"/><Relationship Id="rId4" Type="http://schemas.openxmlformats.org/officeDocument/2006/relationships/image" Target="../media/image3.jf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6.jpeg"/><Relationship Id="rId4" Type="http://schemas.openxmlformats.org/officeDocument/2006/relationships/image" Target="../media/image3.jfi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2.png"/><Relationship Id="rId7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7.gif"/><Relationship Id="rId4" Type="http://schemas.openxmlformats.org/officeDocument/2006/relationships/image" Target="../media/image3.jfi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3.jf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10" Type="http://schemas.openxmlformats.org/officeDocument/2006/relationships/image" Target="../media/image4.jpg"/><Relationship Id="rId4" Type="http://schemas.openxmlformats.org/officeDocument/2006/relationships/image" Target="../media/image3.jfif"/><Relationship Id="rId9" Type="http://schemas.openxmlformats.org/officeDocument/2006/relationships/image" Target="../media/image22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2.png"/><Relationship Id="rId7" Type="http://schemas.openxmlformats.org/officeDocument/2006/relationships/image" Target="../media/image2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10" Type="http://schemas.microsoft.com/office/2007/relationships/hdphoto" Target="../media/hdphoto1.wdp"/><Relationship Id="rId4" Type="http://schemas.openxmlformats.org/officeDocument/2006/relationships/image" Target="../media/image3.jfif"/><Relationship Id="rId9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6.jpeg"/><Relationship Id="rId4" Type="http://schemas.openxmlformats.org/officeDocument/2006/relationships/image" Target="../media/image3.jf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6.jpeg"/><Relationship Id="rId4" Type="http://schemas.openxmlformats.org/officeDocument/2006/relationships/image" Target="../media/image3.jf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fif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50000"/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2" name="Immagine 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DE0B4D89-F66C-6940-3A6B-F3837C369A0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  <p:sp>
        <p:nvSpPr>
          <p:cNvPr id="105" name="Rettangolo 104">
            <a:extLst>
              <a:ext uri="{FF2B5EF4-FFF2-40B4-BE49-F238E27FC236}">
                <a16:creationId xmlns:a16="http://schemas.microsoft.com/office/drawing/2014/main" id="{E2A3384D-CDEE-B15F-1C4D-9CAECDB80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2102738"/>
            <a:ext cx="6096001" cy="26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4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4168E7-BD4C-7C37-081E-8BE3E7C21503}"/>
              </a:ext>
            </a:extLst>
          </p:cNvPr>
          <p:cNvSpPr txBox="1"/>
          <p:nvPr/>
        </p:nvSpPr>
        <p:spPr>
          <a:xfrm>
            <a:off x="84092" y="2235796"/>
            <a:ext cx="6932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49535D"/>
                </a:solidFill>
                <a:latin typeface="MADE INFINITY Personal Use" pitchFamily="50" charset="0"/>
              </a:rPr>
              <a:t>Pianificazione della traiettoria dei droni con gestione delle collisioni mediante algoritmo di </a:t>
            </a:r>
            <a:r>
              <a:rPr lang="it-IT" sz="2800" dirty="0" err="1">
                <a:solidFill>
                  <a:srgbClr val="49535D"/>
                </a:solidFill>
                <a:latin typeface="MADE INFINITY Personal Use" pitchFamily="50" charset="0"/>
              </a:rPr>
              <a:t>particle</a:t>
            </a:r>
            <a:r>
              <a:rPr lang="it-IT" sz="2800" dirty="0">
                <a:solidFill>
                  <a:srgbClr val="49535D"/>
                </a:solidFill>
                <a:latin typeface="MADE INFINITY Personal Use" pitchFamily="50" charset="0"/>
              </a:rPr>
              <a:t> </a:t>
            </a:r>
            <a:r>
              <a:rPr lang="it-IT" sz="2800" dirty="0" err="1">
                <a:solidFill>
                  <a:srgbClr val="49535D"/>
                </a:solidFill>
                <a:latin typeface="MADE INFINITY Personal Use" pitchFamily="50" charset="0"/>
              </a:rPr>
              <a:t>swarm</a:t>
            </a:r>
            <a:r>
              <a:rPr lang="it-IT" sz="2800" dirty="0">
                <a:solidFill>
                  <a:srgbClr val="49535D"/>
                </a:solidFill>
                <a:latin typeface="MADE INFINITY Personal Use" pitchFamily="50" charset="0"/>
              </a:rPr>
              <a:t> </a:t>
            </a:r>
            <a:r>
              <a:rPr lang="it-IT" sz="2800" dirty="0" err="1">
                <a:solidFill>
                  <a:srgbClr val="49535D"/>
                </a:solidFill>
                <a:latin typeface="MADE INFINITY Personal Use" pitchFamily="50" charset="0"/>
              </a:rPr>
              <a:t>optimization</a:t>
            </a:r>
            <a:r>
              <a:rPr lang="it-IT" sz="2800" dirty="0">
                <a:solidFill>
                  <a:srgbClr val="49535D"/>
                </a:solidFill>
                <a:latin typeface="MADE INFINITY Personal Use" pitchFamily="50" charset="0"/>
              </a:rPr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DBB81FF-2F62-D818-4F44-872514D5A2AF}"/>
              </a:ext>
            </a:extLst>
          </p:cNvPr>
          <p:cNvSpPr txBox="1"/>
          <p:nvPr/>
        </p:nvSpPr>
        <p:spPr>
          <a:xfrm>
            <a:off x="84092" y="4981957"/>
            <a:ext cx="26059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49535D"/>
                </a:solidFill>
                <a:latin typeface="MADE INFINITY Personal Use" pitchFamily="50" charset="0"/>
              </a:rPr>
              <a:t>Studenti:</a:t>
            </a:r>
          </a:p>
          <a:p>
            <a:r>
              <a:rPr lang="it-IT" sz="2000" dirty="0">
                <a:solidFill>
                  <a:srgbClr val="49535D"/>
                </a:solidFill>
                <a:latin typeface="MADE INFINITY Personal Use" pitchFamily="50" charset="0"/>
              </a:rPr>
              <a:t>Bottalico Domenico</a:t>
            </a:r>
          </a:p>
          <a:p>
            <a:r>
              <a:rPr lang="it-IT" sz="2000" dirty="0">
                <a:solidFill>
                  <a:srgbClr val="49535D"/>
                </a:solidFill>
                <a:latin typeface="MADE INFINITY Personal Use" pitchFamily="50" charset="0"/>
              </a:rPr>
              <a:t>Viccari Nicola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374C50A-0289-5132-7AA9-9F76C3B5CB6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16D8074C-1857-98EA-23AF-442626E9AE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7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419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C6BDF8-E40D-B8A4-CBBE-73950F506EA3}"/>
              </a:ext>
            </a:extLst>
          </p:cNvPr>
          <p:cNvSpPr txBox="1"/>
          <p:nvPr/>
        </p:nvSpPr>
        <p:spPr>
          <a:xfrm>
            <a:off x="4364387" y="2666683"/>
            <a:ext cx="296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4A545E"/>
                </a:solidFill>
                <a:latin typeface="MADE INFINITY Beside Personal U" pitchFamily="50" charset="0"/>
              </a:rPr>
              <a:t>INTRODUZIONE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4398BDE4-B67B-C1FB-3691-D1CD333A4477}"/>
              </a:ext>
            </a:extLst>
          </p:cNvPr>
          <p:cNvGrpSpPr/>
          <p:nvPr/>
        </p:nvGrpSpPr>
        <p:grpSpPr>
          <a:xfrm>
            <a:off x="-9286701" y="1725162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72DF75A0-65CB-C440-7079-4C3373CFA658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4FBBD313-44C5-12E5-F877-8DF6DC188D06}"/>
                </a:ext>
              </a:extLst>
            </p:cNvPr>
            <p:cNvSpPr txBox="1"/>
            <p:nvPr/>
          </p:nvSpPr>
          <p:spPr>
            <a:xfrm>
              <a:off x="84092" y="2328129"/>
              <a:ext cx="571132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I droni, o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Unmanned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Arerial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Vehicle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cioé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veicoli aerei senza equipaggio, sono dispositivi che  stanno guadagnando un’importanza significativa in diversi settori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pic>
        <p:nvPicPr>
          <p:cNvPr id="14" name="Immagine 13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022DD7CB-4362-64B6-23A0-A65B69D7BA2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17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0"/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D36D5874-311E-A53C-9CD7-1B6BDD70A709}"/>
              </a:ext>
            </a:extLst>
          </p:cNvPr>
          <p:cNvGrpSpPr/>
          <p:nvPr/>
        </p:nvGrpSpPr>
        <p:grpSpPr>
          <a:xfrm>
            <a:off x="-1438101" y="1725162"/>
            <a:ext cx="8601333" cy="2406265"/>
            <a:chOff x="-1438101" y="1725162"/>
            <a:chExt cx="8601333" cy="2406265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B24C1426-C0E9-84CB-CB4B-6199B33C5184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AF5F227D-7DF1-EBB5-8EF1-F7E18D58895C}"/>
                </a:ext>
              </a:extLst>
            </p:cNvPr>
            <p:cNvSpPr txBox="1"/>
            <p:nvPr/>
          </p:nvSpPr>
          <p:spPr>
            <a:xfrm>
              <a:off x="84092" y="2328129"/>
              <a:ext cx="571132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I droni, o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Unmanned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Arerial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Vehicle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cioé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veicoli aerei senza equipaggio, sono dispositivi che  stanno guadagnando un’importanza significativa in diversi settori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A1908F42-F89B-3A94-4335-8996AC17609F}"/>
              </a:ext>
            </a:extLst>
          </p:cNvPr>
          <p:cNvGrpSpPr/>
          <p:nvPr/>
        </p:nvGrpSpPr>
        <p:grpSpPr>
          <a:xfrm>
            <a:off x="-9196341" y="1725160"/>
            <a:ext cx="8601333" cy="2406265"/>
            <a:chOff x="-1438101" y="1725162"/>
            <a:chExt cx="8601333" cy="2406265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A5CAC04D-8615-22FA-443F-38171056A689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9734ED22-66B3-32A7-A65B-1156CFFC4C23}"/>
                </a:ext>
              </a:extLst>
            </p:cNvPr>
            <p:cNvSpPr txBox="1"/>
            <p:nvPr/>
          </p:nvSpPr>
          <p:spPr>
            <a:xfrm>
              <a:off x="84092" y="2050755"/>
              <a:ext cx="571132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 gestione delle collisioni dei droni è un aspetto cruciale per garantire la sicurezza.</a:t>
              </a:r>
            </a:p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 ricerca scientifica sta lavorando per migliorare le tecniche di prevenzione e mitigazione delle collisioni attraverso la valutazione quantitativa del rischio di sicurezza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pic>
        <p:nvPicPr>
          <p:cNvPr id="12" name="Immagine 1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A645E9E1-8094-A715-FC35-FD56BDC11A3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7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o 13">
            <a:extLst>
              <a:ext uri="{FF2B5EF4-FFF2-40B4-BE49-F238E27FC236}">
                <a16:creationId xmlns:a16="http://schemas.microsoft.com/office/drawing/2014/main" id="{0E4C46E4-83FA-DB94-54E6-E87500E17404}"/>
              </a:ext>
            </a:extLst>
          </p:cNvPr>
          <p:cNvGrpSpPr/>
          <p:nvPr/>
        </p:nvGrpSpPr>
        <p:grpSpPr>
          <a:xfrm>
            <a:off x="-9284494" y="1724408"/>
            <a:ext cx="8601333" cy="2406265"/>
            <a:chOff x="-1438101" y="1725162"/>
            <a:chExt cx="8601333" cy="2406265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B85248D5-4C53-8727-CDCB-9A76103BA6B9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7C72D741-0F14-13E3-66E8-5711D3D3D798}"/>
                </a:ext>
              </a:extLst>
            </p:cNvPr>
            <p:cNvSpPr txBox="1"/>
            <p:nvPr/>
          </p:nvSpPr>
          <p:spPr>
            <a:xfrm>
              <a:off x="84092" y="2328129"/>
              <a:ext cx="571132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I droni, o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Unmanned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Arerial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Vehicle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,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cioé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veicoli aerei senza equipaggio, sono dispositivi che  stanno guadagnando un’importanza significativa in diversi settori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0"/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D36D5874-311E-A53C-9CD7-1B6BDD70A709}"/>
              </a:ext>
            </a:extLst>
          </p:cNvPr>
          <p:cNvGrpSpPr/>
          <p:nvPr/>
        </p:nvGrpSpPr>
        <p:grpSpPr>
          <a:xfrm>
            <a:off x="-1438101" y="1725162"/>
            <a:ext cx="8601333" cy="2406265"/>
            <a:chOff x="-1438101" y="1725162"/>
            <a:chExt cx="8601333" cy="2406265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B24C1426-C0E9-84CB-CB4B-6199B33C5184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AF5F227D-7DF1-EBB5-8EF1-F7E18D58895C}"/>
                </a:ext>
              </a:extLst>
            </p:cNvPr>
            <p:cNvSpPr txBox="1"/>
            <p:nvPr/>
          </p:nvSpPr>
          <p:spPr>
            <a:xfrm>
              <a:off x="84092" y="2050755"/>
              <a:ext cx="571132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 gestione delle collisioni dei droni è un aspetto cruciale per garantire la sicurezza.</a:t>
              </a:r>
            </a:p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 ricerca scientifica sta lavorando per migliorare le tecniche di prevenzione e mitigazione delle collisioni attraverso la valutazione quantitativa del rischio di sicurezza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EB68064-BE78-9951-5757-D091C758F475}"/>
              </a:ext>
            </a:extLst>
          </p:cNvPr>
          <p:cNvGrpSpPr/>
          <p:nvPr/>
        </p:nvGrpSpPr>
        <p:grpSpPr>
          <a:xfrm>
            <a:off x="-9330433" y="1724408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A7D3FF6F-828F-218F-44B2-5AFB3ACC5834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23954944-45A2-61F4-EB20-B632CF5373D8}"/>
                </a:ext>
              </a:extLst>
            </p:cNvPr>
            <p:cNvSpPr txBox="1"/>
            <p:nvPr/>
          </p:nvSpPr>
          <p:spPr>
            <a:xfrm>
              <a:off x="84092" y="2466629"/>
              <a:ext cx="57113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E9F0F7"/>
                  </a:solidFill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Particle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Swarm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Optimization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è un metodo computazionale che ottimizza un problema cercando iterativamente di migliorare una soluzione 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pic>
        <p:nvPicPr>
          <p:cNvPr id="17" name="Immagine 1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0190B279-FD92-3E7D-4D26-44ADBD883EF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588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71CC0CA6-233F-938E-BC22-22E8F210B77B}"/>
              </a:ext>
            </a:extLst>
          </p:cNvPr>
          <p:cNvGrpSpPr/>
          <p:nvPr/>
        </p:nvGrpSpPr>
        <p:grpSpPr>
          <a:xfrm>
            <a:off x="-9096202" y="1725161"/>
            <a:ext cx="8601333" cy="2406265"/>
            <a:chOff x="-1438101" y="1725162"/>
            <a:chExt cx="8601333" cy="2406265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371B0462-31A8-A3E8-FAE2-1E4044DB17BB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115C7369-5C1F-60B7-55BA-BB83DBD1580C}"/>
                </a:ext>
              </a:extLst>
            </p:cNvPr>
            <p:cNvSpPr txBox="1"/>
            <p:nvPr/>
          </p:nvSpPr>
          <p:spPr>
            <a:xfrm>
              <a:off x="84092" y="2050755"/>
              <a:ext cx="571132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 gestione delle collisioni dei droni è un aspetto cruciale per garantire la sicurezza.</a:t>
              </a:r>
            </a:p>
            <a:p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 ricerca scientifica sta lavorando per migliorare le tecniche di prevenzione e mitigazione delle collisioni attraverso la valutazione quantitativa del rischio di sicurezza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0"/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D36D5874-311E-A53C-9CD7-1B6BDD70A709}"/>
              </a:ext>
            </a:extLst>
          </p:cNvPr>
          <p:cNvGrpSpPr/>
          <p:nvPr/>
        </p:nvGrpSpPr>
        <p:grpSpPr>
          <a:xfrm>
            <a:off x="-1438101" y="1725162"/>
            <a:ext cx="8601333" cy="2406265"/>
            <a:chOff x="-1438101" y="1725162"/>
            <a:chExt cx="8601333" cy="2406265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B24C1426-C0E9-84CB-CB4B-6199B33C5184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AF5F227D-7DF1-EBB5-8EF1-F7E18D58895C}"/>
                </a:ext>
              </a:extLst>
            </p:cNvPr>
            <p:cNvSpPr txBox="1"/>
            <p:nvPr/>
          </p:nvSpPr>
          <p:spPr>
            <a:xfrm>
              <a:off x="84092" y="2466629"/>
              <a:ext cx="57113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E9F0F7"/>
                  </a:solidFill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Particle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Swarm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Optimization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è un metodo computazionale che ottimizza un problema cercando iterativamente di migliorare una soluzione 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pic>
        <p:nvPicPr>
          <p:cNvPr id="11" name="Immagine 10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77557382-9BDC-C7BB-3D13-05F5E642DEB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70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C6BDF8-E40D-B8A4-CBBE-73950F506EA3}"/>
              </a:ext>
            </a:extLst>
          </p:cNvPr>
          <p:cNvSpPr txBox="1"/>
          <p:nvPr/>
        </p:nvSpPr>
        <p:spPr>
          <a:xfrm>
            <a:off x="2790538" y="2677211"/>
            <a:ext cx="4505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4A545E"/>
                </a:solidFill>
                <a:latin typeface="MADE INFINITY Beside Personal U" pitchFamily="50" charset="0"/>
              </a:rPr>
              <a:t>MODELLO MATEMATICO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4EA4FC-06AB-DCF0-D2B7-FF9A2BF898C1}"/>
              </a:ext>
            </a:extLst>
          </p:cNvPr>
          <p:cNvSpPr txBox="1"/>
          <p:nvPr/>
        </p:nvSpPr>
        <p:spPr>
          <a:xfrm>
            <a:off x="-9000951" y="1725162"/>
            <a:ext cx="8601333" cy="2406265"/>
          </a:xfrm>
          <a:custGeom>
            <a:avLst/>
            <a:gdLst/>
            <a:ahLst/>
            <a:cxnLst/>
            <a:rect l="l" t="t" r="r" b="b"/>
            <a:pathLst>
              <a:path w="8601333" h="2406265">
                <a:moveTo>
                  <a:pt x="5031048" y="1698503"/>
                </a:moveTo>
                <a:lnTo>
                  <a:pt x="5051635" y="1698503"/>
                </a:lnTo>
                <a:lnTo>
                  <a:pt x="5051635" y="1709572"/>
                </a:lnTo>
                <a:cubicBezTo>
                  <a:pt x="5050621" y="1714394"/>
                  <a:pt x="5047630" y="1719038"/>
                  <a:pt x="5042660" y="1723506"/>
                </a:cubicBezTo>
                <a:cubicBezTo>
                  <a:pt x="5037690" y="1727973"/>
                  <a:pt x="5030646" y="1730365"/>
                  <a:pt x="5021527" y="1730682"/>
                </a:cubicBezTo>
                <a:cubicBezTo>
                  <a:pt x="5015426" y="1730639"/>
                  <a:pt x="5010258" y="1729309"/>
                  <a:pt x="5006022" y="1726691"/>
                </a:cubicBezTo>
                <a:cubicBezTo>
                  <a:pt x="5001787" y="1724074"/>
                  <a:pt x="4999578" y="1720427"/>
                  <a:pt x="4999396" y="1715750"/>
                </a:cubicBezTo>
                <a:cubicBezTo>
                  <a:pt x="4999396" y="1709964"/>
                  <a:pt x="5002034" y="1705641"/>
                  <a:pt x="5007309" y="1702782"/>
                </a:cubicBezTo>
                <a:cubicBezTo>
                  <a:pt x="5012584" y="1699924"/>
                  <a:pt x="5020497" y="1698497"/>
                  <a:pt x="5031048" y="1698503"/>
                </a:cubicBezTo>
                <a:close/>
                <a:moveTo>
                  <a:pt x="2373573" y="1698503"/>
                </a:moveTo>
                <a:lnTo>
                  <a:pt x="2394160" y="1698503"/>
                </a:lnTo>
                <a:lnTo>
                  <a:pt x="2394160" y="1709572"/>
                </a:lnTo>
                <a:cubicBezTo>
                  <a:pt x="2393147" y="1714394"/>
                  <a:pt x="2390155" y="1719038"/>
                  <a:pt x="2385185" y="1723506"/>
                </a:cubicBezTo>
                <a:cubicBezTo>
                  <a:pt x="2380215" y="1727973"/>
                  <a:pt x="2373171" y="1730365"/>
                  <a:pt x="2364052" y="1730682"/>
                </a:cubicBezTo>
                <a:cubicBezTo>
                  <a:pt x="2357951" y="1730639"/>
                  <a:pt x="2352783" y="1729309"/>
                  <a:pt x="2348547" y="1726691"/>
                </a:cubicBezTo>
                <a:cubicBezTo>
                  <a:pt x="2344312" y="1724074"/>
                  <a:pt x="2342103" y="1720427"/>
                  <a:pt x="2341921" y="1715750"/>
                </a:cubicBezTo>
                <a:cubicBezTo>
                  <a:pt x="2341921" y="1709964"/>
                  <a:pt x="2344559" y="1705641"/>
                  <a:pt x="2349834" y="1702782"/>
                </a:cubicBezTo>
                <a:cubicBezTo>
                  <a:pt x="2355109" y="1699924"/>
                  <a:pt x="2363022" y="1698497"/>
                  <a:pt x="2373573" y="1698503"/>
                </a:cubicBezTo>
                <a:close/>
                <a:moveTo>
                  <a:pt x="5301602" y="1654526"/>
                </a:moveTo>
                <a:cubicBezTo>
                  <a:pt x="5311770" y="1654788"/>
                  <a:pt x="5320250" y="1658315"/>
                  <a:pt x="5327042" y="1665107"/>
                </a:cubicBezTo>
                <a:cubicBezTo>
                  <a:pt x="5333833" y="1671898"/>
                  <a:pt x="5337360" y="1680378"/>
                  <a:pt x="5337623" y="1690546"/>
                </a:cubicBezTo>
                <a:cubicBezTo>
                  <a:pt x="5337360" y="1700827"/>
                  <a:pt x="5333833" y="1709339"/>
                  <a:pt x="5327042" y="1716082"/>
                </a:cubicBezTo>
                <a:cubicBezTo>
                  <a:pt x="5320250" y="1722825"/>
                  <a:pt x="5311770" y="1726320"/>
                  <a:pt x="5301602" y="1726567"/>
                </a:cubicBezTo>
                <a:cubicBezTo>
                  <a:pt x="5291311" y="1726320"/>
                  <a:pt x="5282756" y="1722825"/>
                  <a:pt x="5275938" y="1716082"/>
                </a:cubicBezTo>
                <a:cubicBezTo>
                  <a:pt x="5269120" y="1709339"/>
                  <a:pt x="5265582" y="1700827"/>
                  <a:pt x="5265324" y="1690546"/>
                </a:cubicBezTo>
                <a:cubicBezTo>
                  <a:pt x="5265582" y="1680378"/>
                  <a:pt x="5269120" y="1671898"/>
                  <a:pt x="5275938" y="1665107"/>
                </a:cubicBezTo>
                <a:cubicBezTo>
                  <a:pt x="5282756" y="1658315"/>
                  <a:pt x="5291311" y="1654788"/>
                  <a:pt x="5301602" y="1654526"/>
                </a:cubicBezTo>
                <a:close/>
                <a:moveTo>
                  <a:pt x="4692002" y="1654526"/>
                </a:moveTo>
                <a:cubicBezTo>
                  <a:pt x="4702171" y="1654788"/>
                  <a:pt x="4710650" y="1658315"/>
                  <a:pt x="4717442" y="1665107"/>
                </a:cubicBezTo>
                <a:cubicBezTo>
                  <a:pt x="4724233" y="1671898"/>
                  <a:pt x="4727760" y="1680378"/>
                  <a:pt x="4728023" y="1690546"/>
                </a:cubicBezTo>
                <a:cubicBezTo>
                  <a:pt x="4727760" y="1700827"/>
                  <a:pt x="4724233" y="1709339"/>
                  <a:pt x="4717442" y="1716082"/>
                </a:cubicBezTo>
                <a:cubicBezTo>
                  <a:pt x="4710650" y="1722825"/>
                  <a:pt x="4702171" y="1726320"/>
                  <a:pt x="4692002" y="1726567"/>
                </a:cubicBezTo>
                <a:cubicBezTo>
                  <a:pt x="4681711" y="1726320"/>
                  <a:pt x="4673156" y="1722825"/>
                  <a:pt x="4666338" y="1716082"/>
                </a:cubicBezTo>
                <a:cubicBezTo>
                  <a:pt x="4659520" y="1709339"/>
                  <a:pt x="4655982" y="1700827"/>
                  <a:pt x="4655725" y="1690546"/>
                </a:cubicBezTo>
                <a:cubicBezTo>
                  <a:pt x="4655982" y="1680378"/>
                  <a:pt x="4659520" y="1671898"/>
                  <a:pt x="4666338" y="1665107"/>
                </a:cubicBezTo>
                <a:cubicBezTo>
                  <a:pt x="4673156" y="1658315"/>
                  <a:pt x="4681711" y="1654788"/>
                  <a:pt x="4692002" y="1654526"/>
                </a:cubicBezTo>
                <a:close/>
                <a:moveTo>
                  <a:pt x="4311002" y="1654526"/>
                </a:moveTo>
                <a:cubicBezTo>
                  <a:pt x="4321171" y="1654788"/>
                  <a:pt x="4329650" y="1658315"/>
                  <a:pt x="4336442" y="1665107"/>
                </a:cubicBezTo>
                <a:cubicBezTo>
                  <a:pt x="4343233" y="1671898"/>
                  <a:pt x="4346760" y="1680378"/>
                  <a:pt x="4347023" y="1690546"/>
                </a:cubicBezTo>
                <a:cubicBezTo>
                  <a:pt x="4346760" y="1700827"/>
                  <a:pt x="4343233" y="1709339"/>
                  <a:pt x="4336442" y="1716082"/>
                </a:cubicBezTo>
                <a:cubicBezTo>
                  <a:pt x="4329650" y="1722825"/>
                  <a:pt x="4321171" y="1726320"/>
                  <a:pt x="4311002" y="1726567"/>
                </a:cubicBezTo>
                <a:cubicBezTo>
                  <a:pt x="4300711" y="1726320"/>
                  <a:pt x="4292156" y="1722825"/>
                  <a:pt x="4285338" y="1716082"/>
                </a:cubicBezTo>
                <a:cubicBezTo>
                  <a:pt x="4278520" y="1709339"/>
                  <a:pt x="4274982" y="1700827"/>
                  <a:pt x="4274724" y="1690546"/>
                </a:cubicBezTo>
                <a:cubicBezTo>
                  <a:pt x="4274982" y="1680378"/>
                  <a:pt x="4278520" y="1671898"/>
                  <a:pt x="4285338" y="1665107"/>
                </a:cubicBezTo>
                <a:cubicBezTo>
                  <a:pt x="4292156" y="1658315"/>
                  <a:pt x="4300711" y="1654788"/>
                  <a:pt x="4311002" y="1654526"/>
                </a:cubicBezTo>
                <a:close/>
                <a:moveTo>
                  <a:pt x="3729978" y="1654526"/>
                </a:moveTo>
                <a:cubicBezTo>
                  <a:pt x="3740146" y="1654788"/>
                  <a:pt x="3748626" y="1658315"/>
                  <a:pt x="3755417" y="1665107"/>
                </a:cubicBezTo>
                <a:cubicBezTo>
                  <a:pt x="3762208" y="1671898"/>
                  <a:pt x="3765735" y="1680378"/>
                  <a:pt x="3765998" y="1690546"/>
                </a:cubicBezTo>
                <a:cubicBezTo>
                  <a:pt x="3765735" y="1700827"/>
                  <a:pt x="3762208" y="1709339"/>
                  <a:pt x="3755417" y="1716082"/>
                </a:cubicBezTo>
                <a:cubicBezTo>
                  <a:pt x="3748626" y="1722825"/>
                  <a:pt x="3740146" y="1726320"/>
                  <a:pt x="3729978" y="1726567"/>
                </a:cubicBezTo>
                <a:cubicBezTo>
                  <a:pt x="3719686" y="1726320"/>
                  <a:pt x="3711131" y="1722825"/>
                  <a:pt x="3704313" y="1716082"/>
                </a:cubicBezTo>
                <a:cubicBezTo>
                  <a:pt x="3697495" y="1709339"/>
                  <a:pt x="3693957" y="1700827"/>
                  <a:pt x="3693700" y="1690546"/>
                </a:cubicBezTo>
                <a:cubicBezTo>
                  <a:pt x="3693957" y="1680378"/>
                  <a:pt x="3697495" y="1671898"/>
                  <a:pt x="3704313" y="1665107"/>
                </a:cubicBezTo>
                <a:cubicBezTo>
                  <a:pt x="3711131" y="1658315"/>
                  <a:pt x="3719686" y="1654788"/>
                  <a:pt x="3729978" y="1654526"/>
                </a:cubicBezTo>
                <a:close/>
                <a:moveTo>
                  <a:pt x="3234678" y="1654526"/>
                </a:moveTo>
                <a:cubicBezTo>
                  <a:pt x="3244846" y="1654788"/>
                  <a:pt x="3253326" y="1658315"/>
                  <a:pt x="3260117" y="1665107"/>
                </a:cubicBezTo>
                <a:cubicBezTo>
                  <a:pt x="3266908" y="1671898"/>
                  <a:pt x="3270436" y="1680378"/>
                  <a:pt x="3270698" y="1690546"/>
                </a:cubicBezTo>
                <a:cubicBezTo>
                  <a:pt x="3270436" y="1700827"/>
                  <a:pt x="3266908" y="1709339"/>
                  <a:pt x="3260117" y="1716082"/>
                </a:cubicBezTo>
                <a:cubicBezTo>
                  <a:pt x="3253326" y="1722825"/>
                  <a:pt x="3244846" y="1726320"/>
                  <a:pt x="3234678" y="1726567"/>
                </a:cubicBezTo>
                <a:cubicBezTo>
                  <a:pt x="3224386" y="1726320"/>
                  <a:pt x="3215831" y="1722825"/>
                  <a:pt x="3209013" y="1716082"/>
                </a:cubicBezTo>
                <a:cubicBezTo>
                  <a:pt x="3202195" y="1709339"/>
                  <a:pt x="3198657" y="1700827"/>
                  <a:pt x="3198400" y="1690546"/>
                </a:cubicBezTo>
                <a:cubicBezTo>
                  <a:pt x="3198657" y="1680378"/>
                  <a:pt x="3202195" y="1671898"/>
                  <a:pt x="3209013" y="1665107"/>
                </a:cubicBezTo>
                <a:cubicBezTo>
                  <a:pt x="3215831" y="1658315"/>
                  <a:pt x="3224386" y="1654788"/>
                  <a:pt x="3234678" y="1654526"/>
                </a:cubicBezTo>
                <a:close/>
                <a:moveTo>
                  <a:pt x="2870412" y="1652468"/>
                </a:moveTo>
                <a:cubicBezTo>
                  <a:pt x="2880129" y="1652549"/>
                  <a:pt x="2888013" y="1655027"/>
                  <a:pt x="2894066" y="1659903"/>
                </a:cubicBezTo>
                <a:cubicBezTo>
                  <a:pt x="2900118" y="1664779"/>
                  <a:pt x="2903889" y="1671570"/>
                  <a:pt x="2905379" y="1680275"/>
                </a:cubicBezTo>
                <a:lnTo>
                  <a:pt x="2837760" y="1680275"/>
                </a:lnTo>
                <a:cubicBezTo>
                  <a:pt x="2839538" y="1672921"/>
                  <a:pt x="2843116" y="1666517"/>
                  <a:pt x="2848494" y="1661061"/>
                </a:cubicBezTo>
                <a:cubicBezTo>
                  <a:pt x="2853872" y="1655606"/>
                  <a:pt x="2861178" y="1652742"/>
                  <a:pt x="2870412" y="1652468"/>
                </a:cubicBezTo>
                <a:close/>
                <a:moveTo>
                  <a:pt x="2603712" y="1652468"/>
                </a:moveTo>
                <a:cubicBezTo>
                  <a:pt x="2613429" y="1652549"/>
                  <a:pt x="2621313" y="1655027"/>
                  <a:pt x="2627366" y="1659903"/>
                </a:cubicBezTo>
                <a:cubicBezTo>
                  <a:pt x="2633418" y="1664779"/>
                  <a:pt x="2637190" y="1671570"/>
                  <a:pt x="2638679" y="1680275"/>
                </a:cubicBezTo>
                <a:lnTo>
                  <a:pt x="2571060" y="1680275"/>
                </a:lnTo>
                <a:cubicBezTo>
                  <a:pt x="2572838" y="1672921"/>
                  <a:pt x="2576417" y="1666517"/>
                  <a:pt x="2581794" y="1661061"/>
                </a:cubicBezTo>
                <a:cubicBezTo>
                  <a:pt x="2587172" y="1655606"/>
                  <a:pt x="2594478" y="1652742"/>
                  <a:pt x="2603712" y="1652468"/>
                </a:cubicBezTo>
                <a:close/>
                <a:moveTo>
                  <a:pt x="1936962" y="1652468"/>
                </a:moveTo>
                <a:cubicBezTo>
                  <a:pt x="1946679" y="1652549"/>
                  <a:pt x="1954563" y="1655027"/>
                  <a:pt x="1960616" y="1659903"/>
                </a:cubicBezTo>
                <a:cubicBezTo>
                  <a:pt x="1966668" y="1664779"/>
                  <a:pt x="1970439" y="1671570"/>
                  <a:pt x="1971929" y="1680275"/>
                </a:cubicBezTo>
                <a:lnTo>
                  <a:pt x="1904310" y="1680275"/>
                </a:lnTo>
                <a:cubicBezTo>
                  <a:pt x="1906088" y="1672921"/>
                  <a:pt x="1909666" y="1666517"/>
                  <a:pt x="1915044" y="1661061"/>
                </a:cubicBezTo>
                <a:cubicBezTo>
                  <a:pt x="1920422" y="1655606"/>
                  <a:pt x="1927728" y="1652742"/>
                  <a:pt x="1936962" y="1652468"/>
                </a:cubicBezTo>
                <a:close/>
                <a:moveTo>
                  <a:pt x="5975369" y="1631894"/>
                </a:moveTo>
                <a:lnTo>
                  <a:pt x="5975369" y="1749166"/>
                </a:lnTo>
                <a:lnTo>
                  <a:pt x="6000026" y="1749166"/>
                </a:lnTo>
                <a:lnTo>
                  <a:pt x="6000026" y="1631894"/>
                </a:lnTo>
                <a:close/>
                <a:moveTo>
                  <a:pt x="5699144" y="1631894"/>
                </a:moveTo>
                <a:lnTo>
                  <a:pt x="5699144" y="1749166"/>
                </a:lnTo>
                <a:lnTo>
                  <a:pt x="5723801" y="1749166"/>
                </a:lnTo>
                <a:lnTo>
                  <a:pt x="5723801" y="1631894"/>
                </a:lnTo>
                <a:close/>
                <a:moveTo>
                  <a:pt x="5451494" y="1631894"/>
                </a:moveTo>
                <a:lnTo>
                  <a:pt x="5451494" y="1749166"/>
                </a:lnTo>
                <a:lnTo>
                  <a:pt x="5476151" y="1749166"/>
                </a:lnTo>
                <a:lnTo>
                  <a:pt x="5476151" y="1631894"/>
                </a:lnTo>
                <a:close/>
                <a:moveTo>
                  <a:pt x="3975119" y="1631894"/>
                </a:moveTo>
                <a:lnTo>
                  <a:pt x="3975119" y="1749166"/>
                </a:lnTo>
                <a:lnTo>
                  <a:pt x="3999776" y="1749166"/>
                </a:lnTo>
                <a:lnTo>
                  <a:pt x="3999776" y="1631894"/>
                </a:lnTo>
                <a:close/>
                <a:moveTo>
                  <a:pt x="3613169" y="1631894"/>
                </a:moveTo>
                <a:lnTo>
                  <a:pt x="3613169" y="1749166"/>
                </a:lnTo>
                <a:lnTo>
                  <a:pt x="3637826" y="1749166"/>
                </a:lnTo>
                <a:lnTo>
                  <a:pt x="3637826" y="1631894"/>
                </a:lnTo>
                <a:close/>
                <a:moveTo>
                  <a:pt x="3441719" y="1631894"/>
                </a:moveTo>
                <a:lnTo>
                  <a:pt x="3441719" y="1749166"/>
                </a:lnTo>
                <a:lnTo>
                  <a:pt x="3466376" y="1749166"/>
                </a:lnTo>
                <a:lnTo>
                  <a:pt x="3466376" y="1631894"/>
                </a:lnTo>
                <a:close/>
                <a:moveTo>
                  <a:pt x="2165369" y="1631894"/>
                </a:moveTo>
                <a:lnTo>
                  <a:pt x="2165369" y="1749166"/>
                </a:lnTo>
                <a:lnTo>
                  <a:pt x="2190026" y="1749166"/>
                </a:lnTo>
                <a:lnTo>
                  <a:pt x="2190026" y="1631894"/>
                </a:lnTo>
                <a:close/>
                <a:moveTo>
                  <a:pt x="2114024" y="1631894"/>
                </a:moveTo>
                <a:lnTo>
                  <a:pt x="2073913" y="1719880"/>
                </a:lnTo>
                <a:lnTo>
                  <a:pt x="2033803" y="1631926"/>
                </a:lnTo>
                <a:lnTo>
                  <a:pt x="2004492" y="1631926"/>
                </a:lnTo>
                <a:lnTo>
                  <a:pt x="2060801" y="1749166"/>
                </a:lnTo>
                <a:lnTo>
                  <a:pt x="2087283" y="1749166"/>
                </a:lnTo>
                <a:lnTo>
                  <a:pt x="2143334" y="1631894"/>
                </a:lnTo>
                <a:close/>
                <a:moveTo>
                  <a:pt x="2524649" y="1630351"/>
                </a:moveTo>
                <a:cubicBezTo>
                  <a:pt x="2515460" y="1631428"/>
                  <a:pt x="2507284" y="1634418"/>
                  <a:pt x="2500121" y="1639320"/>
                </a:cubicBezTo>
                <a:cubicBezTo>
                  <a:pt x="2492957" y="1644223"/>
                  <a:pt x="2487160" y="1650748"/>
                  <a:pt x="2482729" y="1658898"/>
                </a:cubicBezTo>
                <a:lnTo>
                  <a:pt x="2482729" y="1631894"/>
                </a:lnTo>
                <a:lnTo>
                  <a:pt x="2458073" y="1631894"/>
                </a:lnTo>
                <a:lnTo>
                  <a:pt x="2458073" y="1749166"/>
                </a:lnTo>
                <a:lnTo>
                  <a:pt x="2482729" y="1749166"/>
                </a:lnTo>
                <a:lnTo>
                  <a:pt x="2482729" y="1702875"/>
                </a:lnTo>
                <a:cubicBezTo>
                  <a:pt x="2482708" y="1689062"/>
                  <a:pt x="2486158" y="1678368"/>
                  <a:pt x="2493081" y="1670792"/>
                </a:cubicBezTo>
                <a:cubicBezTo>
                  <a:pt x="2500003" y="1663216"/>
                  <a:pt x="2510526" y="1659851"/>
                  <a:pt x="2524649" y="1660698"/>
                </a:cubicBezTo>
                <a:close/>
                <a:moveTo>
                  <a:pt x="5904780" y="1629869"/>
                </a:moveTo>
                <a:cubicBezTo>
                  <a:pt x="5893757" y="1629911"/>
                  <a:pt x="5884362" y="1632908"/>
                  <a:pt x="5876594" y="1638860"/>
                </a:cubicBezTo>
                <a:cubicBezTo>
                  <a:pt x="5868827" y="1644812"/>
                  <a:pt x="5864769" y="1653465"/>
                  <a:pt x="5864422" y="1664818"/>
                </a:cubicBezTo>
                <a:cubicBezTo>
                  <a:pt x="5864634" y="1672951"/>
                  <a:pt x="5866950" y="1679383"/>
                  <a:pt x="5871367" y="1684115"/>
                </a:cubicBezTo>
                <a:cubicBezTo>
                  <a:pt x="5875786" y="1688846"/>
                  <a:pt x="5881033" y="1692476"/>
                  <a:pt x="5887110" y="1695006"/>
                </a:cubicBezTo>
                <a:cubicBezTo>
                  <a:pt x="5893187" y="1697536"/>
                  <a:pt x="5898819" y="1699566"/>
                  <a:pt x="5904008" y="1701095"/>
                </a:cubicBezTo>
                <a:cubicBezTo>
                  <a:pt x="5912137" y="1703609"/>
                  <a:pt x="5917886" y="1705785"/>
                  <a:pt x="5921253" y="1707624"/>
                </a:cubicBezTo>
                <a:cubicBezTo>
                  <a:pt x="5924621" y="1709462"/>
                  <a:pt x="5926251" y="1712088"/>
                  <a:pt x="5926144" y="1715503"/>
                </a:cubicBezTo>
                <a:cubicBezTo>
                  <a:pt x="5925870" y="1720450"/>
                  <a:pt x="5923779" y="1723934"/>
                  <a:pt x="5919870" y="1725955"/>
                </a:cubicBezTo>
                <a:cubicBezTo>
                  <a:pt x="5915961" y="1727976"/>
                  <a:pt x="5911874" y="1728951"/>
                  <a:pt x="5907611" y="1728881"/>
                </a:cubicBezTo>
                <a:cubicBezTo>
                  <a:pt x="5899091" y="1728549"/>
                  <a:pt x="5892327" y="1726705"/>
                  <a:pt x="5887319" y="1723350"/>
                </a:cubicBezTo>
                <a:cubicBezTo>
                  <a:pt x="5882312" y="1719995"/>
                  <a:pt x="5879217" y="1717122"/>
                  <a:pt x="5878035" y="1714731"/>
                </a:cubicBezTo>
                <a:lnTo>
                  <a:pt x="5857735" y="1727080"/>
                </a:lnTo>
                <a:cubicBezTo>
                  <a:pt x="5860724" y="1733256"/>
                  <a:pt x="5866443" y="1738757"/>
                  <a:pt x="5874891" y="1743583"/>
                </a:cubicBezTo>
                <a:cubicBezTo>
                  <a:pt x="5883340" y="1748409"/>
                  <a:pt x="5893560" y="1750956"/>
                  <a:pt x="5905552" y="1751224"/>
                </a:cubicBezTo>
                <a:cubicBezTo>
                  <a:pt x="5917918" y="1751267"/>
                  <a:pt x="5928494" y="1748291"/>
                  <a:pt x="5937279" y="1742296"/>
                </a:cubicBezTo>
                <a:cubicBezTo>
                  <a:pt x="5946065" y="1736301"/>
                  <a:pt x="5950658" y="1727027"/>
                  <a:pt x="5951058" y="1714474"/>
                </a:cubicBezTo>
                <a:cubicBezTo>
                  <a:pt x="5950844" y="1705848"/>
                  <a:pt x="5948532" y="1699143"/>
                  <a:pt x="5944122" y="1694358"/>
                </a:cubicBezTo>
                <a:cubicBezTo>
                  <a:pt x="5939712" y="1689573"/>
                  <a:pt x="5934487" y="1685974"/>
                  <a:pt x="5928446" y="1683562"/>
                </a:cubicBezTo>
                <a:cubicBezTo>
                  <a:pt x="5922406" y="1681149"/>
                  <a:pt x="5916834" y="1679190"/>
                  <a:pt x="5911730" y="1677683"/>
                </a:cubicBezTo>
                <a:cubicBezTo>
                  <a:pt x="5903477" y="1674992"/>
                  <a:pt x="5897653" y="1672655"/>
                  <a:pt x="5894259" y="1670672"/>
                </a:cubicBezTo>
                <a:cubicBezTo>
                  <a:pt x="5890864" y="1668688"/>
                  <a:pt x="5889223" y="1666223"/>
                  <a:pt x="5889336" y="1663275"/>
                </a:cubicBezTo>
                <a:cubicBezTo>
                  <a:pt x="5889636" y="1658751"/>
                  <a:pt x="5891609" y="1655706"/>
                  <a:pt x="5895256" y="1654141"/>
                </a:cubicBezTo>
                <a:cubicBezTo>
                  <a:pt x="5898903" y="1652576"/>
                  <a:pt x="5902420" y="1651847"/>
                  <a:pt x="5905809" y="1651954"/>
                </a:cubicBezTo>
                <a:cubicBezTo>
                  <a:pt x="5912647" y="1652249"/>
                  <a:pt x="5918147" y="1653782"/>
                  <a:pt x="5922313" y="1656553"/>
                </a:cubicBezTo>
                <a:cubicBezTo>
                  <a:pt x="5926478" y="1659324"/>
                  <a:pt x="5929210" y="1661565"/>
                  <a:pt x="5930511" y="1663275"/>
                </a:cubicBezTo>
                <a:lnTo>
                  <a:pt x="5946435" y="1648872"/>
                </a:lnTo>
                <a:cubicBezTo>
                  <a:pt x="5942679" y="1643924"/>
                  <a:pt x="5937283" y="1639569"/>
                  <a:pt x="5930247" y="1635808"/>
                </a:cubicBezTo>
                <a:cubicBezTo>
                  <a:pt x="5923210" y="1632046"/>
                  <a:pt x="5914721" y="1630067"/>
                  <a:pt x="5904780" y="1629869"/>
                </a:cubicBezTo>
                <a:close/>
                <a:moveTo>
                  <a:pt x="5800005" y="1629869"/>
                </a:moveTo>
                <a:cubicBezTo>
                  <a:pt x="5788982" y="1629911"/>
                  <a:pt x="5779587" y="1632908"/>
                  <a:pt x="5771819" y="1638860"/>
                </a:cubicBezTo>
                <a:cubicBezTo>
                  <a:pt x="5764052" y="1644812"/>
                  <a:pt x="5759994" y="1653465"/>
                  <a:pt x="5759647" y="1664818"/>
                </a:cubicBezTo>
                <a:cubicBezTo>
                  <a:pt x="5759859" y="1672951"/>
                  <a:pt x="5762174" y="1679383"/>
                  <a:pt x="5766593" y="1684115"/>
                </a:cubicBezTo>
                <a:cubicBezTo>
                  <a:pt x="5771010" y="1688846"/>
                  <a:pt x="5776258" y="1692476"/>
                  <a:pt x="5782335" y="1695006"/>
                </a:cubicBezTo>
                <a:cubicBezTo>
                  <a:pt x="5788411" y="1697536"/>
                  <a:pt x="5794044" y="1699566"/>
                  <a:pt x="5799233" y="1701095"/>
                </a:cubicBezTo>
                <a:cubicBezTo>
                  <a:pt x="5807362" y="1703609"/>
                  <a:pt x="5813111" y="1705785"/>
                  <a:pt x="5816479" y="1707624"/>
                </a:cubicBezTo>
                <a:cubicBezTo>
                  <a:pt x="5819846" y="1709462"/>
                  <a:pt x="5821476" y="1712088"/>
                  <a:pt x="5821369" y="1715503"/>
                </a:cubicBezTo>
                <a:cubicBezTo>
                  <a:pt x="5821095" y="1720450"/>
                  <a:pt x="5819004" y="1723934"/>
                  <a:pt x="5815095" y="1725955"/>
                </a:cubicBezTo>
                <a:cubicBezTo>
                  <a:pt x="5811186" y="1727976"/>
                  <a:pt x="5807100" y="1728951"/>
                  <a:pt x="5802836" y="1728881"/>
                </a:cubicBezTo>
                <a:cubicBezTo>
                  <a:pt x="5794316" y="1728549"/>
                  <a:pt x="5787552" y="1726705"/>
                  <a:pt x="5782544" y="1723350"/>
                </a:cubicBezTo>
                <a:cubicBezTo>
                  <a:pt x="5777537" y="1719995"/>
                  <a:pt x="5774442" y="1717122"/>
                  <a:pt x="5773260" y="1714731"/>
                </a:cubicBezTo>
                <a:lnTo>
                  <a:pt x="5752961" y="1727080"/>
                </a:lnTo>
                <a:cubicBezTo>
                  <a:pt x="5755949" y="1733256"/>
                  <a:pt x="5761668" y="1738757"/>
                  <a:pt x="5770116" y="1743583"/>
                </a:cubicBezTo>
                <a:cubicBezTo>
                  <a:pt x="5778565" y="1748409"/>
                  <a:pt x="5788785" y="1750956"/>
                  <a:pt x="5800777" y="1751224"/>
                </a:cubicBezTo>
                <a:cubicBezTo>
                  <a:pt x="5813143" y="1751267"/>
                  <a:pt x="5823719" y="1748291"/>
                  <a:pt x="5832504" y="1742296"/>
                </a:cubicBezTo>
                <a:cubicBezTo>
                  <a:pt x="5841290" y="1736301"/>
                  <a:pt x="5845883" y="1727027"/>
                  <a:pt x="5846283" y="1714474"/>
                </a:cubicBezTo>
                <a:cubicBezTo>
                  <a:pt x="5846069" y="1705848"/>
                  <a:pt x="5843757" y="1699143"/>
                  <a:pt x="5839347" y="1694358"/>
                </a:cubicBezTo>
                <a:cubicBezTo>
                  <a:pt x="5834937" y="1689573"/>
                  <a:pt x="5829712" y="1685974"/>
                  <a:pt x="5823671" y="1683562"/>
                </a:cubicBezTo>
                <a:cubicBezTo>
                  <a:pt x="5817631" y="1681149"/>
                  <a:pt x="5812059" y="1679190"/>
                  <a:pt x="5806954" y="1677683"/>
                </a:cubicBezTo>
                <a:cubicBezTo>
                  <a:pt x="5798702" y="1674992"/>
                  <a:pt x="5792878" y="1672655"/>
                  <a:pt x="5789484" y="1670672"/>
                </a:cubicBezTo>
                <a:cubicBezTo>
                  <a:pt x="5786089" y="1668688"/>
                  <a:pt x="5784448" y="1666223"/>
                  <a:pt x="5784561" y="1663275"/>
                </a:cubicBezTo>
                <a:cubicBezTo>
                  <a:pt x="5784861" y="1658751"/>
                  <a:pt x="5786834" y="1655706"/>
                  <a:pt x="5790481" y="1654141"/>
                </a:cubicBezTo>
                <a:cubicBezTo>
                  <a:pt x="5794127" y="1652576"/>
                  <a:pt x="5797645" y="1651847"/>
                  <a:pt x="5801034" y="1651954"/>
                </a:cubicBezTo>
                <a:cubicBezTo>
                  <a:pt x="5807871" y="1652249"/>
                  <a:pt x="5813373" y="1653782"/>
                  <a:pt x="5817538" y="1656553"/>
                </a:cubicBezTo>
                <a:cubicBezTo>
                  <a:pt x="5821703" y="1659324"/>
                  <a:pt x="5824435" y="1661565"/>
                  <a:pt x="5825736" y="1663275"/>
                </a:cubicBezTo>
                <a:lnTo>
                  <a:pt x="5841660" y="1648872"/>
                </a:lnTo>
                <a:cubicBezTo>
                  <a:pt x="5837904" y="1643924"/>
                  <a:pt x="5832508" y="1639569"/>
                  <a:pt x="5825472" y="1635808"/>
                </a:cubicBezTo>
                <a:cubicBezTo>
                  <a:pt x="5818435" y="1632046"/>
                  <a:pt x="5809946" y="1630067"/>
                  <a:pt x="5800005" y="1629869"/>
                </a:cubicBezTo>
                <a:close/>
                <a:moveTo>
                  <a:pt x="5301602" y="1629869"/>
                </a:moveTo>
                <a:cubicBezTo>
                  <a:pt x="5289971" y="1629999"/>
                  <a:pt x="5279420" y="1632765"/>
                  <a:pt x="5269948" y="1638167"/>
                </a:cubicBezTo>
                <a:cubicBezTo>
                  <a:pt x="5260477" y="1643570"/>
                  <a:pt x="5252921" y="1650831"/>
                  <a:pt x="5247280" y="1659950"/>
                </a:cubicBezTo>
                <a:cubicBezTo>
                  <a:pt x="5241640" y="1669069"/>
                  <a:pt x="5238750" y="1679268"/>
                  <a:pt x="5238611" y="1690546"/>
                </a:cubicBezTo>
                <a:cubicBezTo>
                  <a:pt x="5238750" y="1701906"/>
                  <a:pt x="5241640" y="1712143"/>
                  <a:pt x="5247280" y="1721257"/>
                </a:cubicBezTo>
                <a:cubicBezTo>
                  <a:pt x="5252921" y="1730372"/>
                  <a:pt x="5260477" y="1737613"/>
                  <a:pt x="5269948" y="1742982"/>
                </a:cubicBezTo>
                <a:cubicBezTo>
                  <a:pt x="5279420" y="1748352"/>
                  <a:pt x="5289971" y="1751099"/>
                  <a:pt x="5301602" y="1751224"/>
                </a:cubicBezTo>
                <a:cubicBezTo>
                  <a:pt x="5313231" y="1751099"/>
                  <a:pt x="5323760" y="1748352"/>
                  <a:pt x="5333190" y="1742982"/>
                </a:cubicBezTo>
                <a:cubicBezTo>
                  <a:pt x="5342620" y="1737613"/>
                  <a:pt x="5350135" y="1730372"/>
                  <a:pt x="5355734" y="1721257"/>
                </a:cubicBezTo>
                <a:cubicBezTo>
                  <a:pt x="5361333" y="1712143"/>
                  <a:pt x="5364201" y="1701906"/>
                  <a:pt x="5364337" y="1690546"/>
                </a:cubicBezTo>
                <a:cubicBezTo>
                  <a:pt x="5364201" y="1679268"/>
                  <a:pt x="5361333" y="1669069"/>
                  <a:pt x="5355734" y="1659950"/>
                </a:cubicBezTo>
                <a:cubicBezTo>
                  <a:pt x="5350135" y="1650831"/>
                  <a:pt x="5342620" y="1643570"/>
                  <a:pt x="5333190" y="1638167"/>
                </a:cubicBezTo>
                <a:cubicBezTo>
                  <a:pt x="5323760" y="1632765"/>
                  <a:pt x="5313231" y="1629999"/>
                  <a:pt x="5301602" y="1629869"/>
                </a:cubicBezTo>
                <a:close/>
                <a:moveTo>
                  <a:pt x="5167979" y="1629869"/>
                </a:moveTo>
                <a:cubicBezTo>
                  <a:pt x="5156437" y="1629999"/>
                  <a:pt x="5145949" y="1632765"/>
                  <a:pt x="5136517" y="1638167"/>
                </a:cubicBezTo>
                <a:cubicBezTo>
                  <a:pt x="5127084" y="1643570"/>
                  <a:pt x="5119552" y="1650831"/>
                  <a:pt x="5113920" y="1659950"/>
                </a:cubicBezTo>
                <a:cubicBezTo>
                  <a:pt x="5108288" y="1669069"/>
                  <a:pt x="5105401" y="1679268"/>
                  <a:pt x="5105260" y="1690546"/>
                </a:cubicBezTo>
                <a:cubicBezTo>
                  <a:pt x="5105401" y="1701906"/>
                  <a:pt x="5108288" y="1712143"/>
                  <a:pt x="5113920" y="1721257"/>
                </a:cubicBezTo>
                <a:cubicBezTo>
                  <a:pt x="5119552" y="1730372"/>
                  <a:pt x="5127084" y="1737613"/>
                  <a:pt x="5136517" y="1742982"/>
                </a:cubicBezTo>
                <a:cubicBezTo>
                  <a:pt x="5145949" y="1748352"/>
                  <a:pt x="5156437" y="1751099"/>
                  <a:pt x="5167979" y="1751224"/>
                </a:cubicBezTo>
                <a:cubicBezTo>
                  <a:pt x="5179290" y="1751111"/>
                  <a:pt x="5189587" y="1748511"/>
                  <a:pt x="5198872" y="1743421"/>
                </a:cubicBezTo>
                <a:cubicBezTo>
                  <a:pt x="5208157" y="1738332"/>
                  <a:pt x="5215690" y="1731427"/>
                  <a:pt x="5221472" y="1722708"/>
                </a:cubicBezTo>
                <a:lnTo>
                  <a:pt x="5198840" y="1709586"/>
                </a:lnTo>
                <a:cubicBezTo>
                  <a:pt x="5195561" y="1714796"/>
                  <a:pt x="5191253" y="1718913"/>
                  <a:pt x="5185917" y="1721936"/>
                </a:cubicBezTo>
                <a:cubicBezTo>
                  <a:pt x="5180581" y="1724959"/>
                  <a:pt x="5174601" y="1726503"/>
                  <a:pt x="5167979" y="1726567"/>
                </a:cubicBezTo>
                <a:cubicBezTo>
                  <a:pt x="5157815" y="1726320"/>
                  <a:pt x="5149339" y="1722825"/>
                  <a:pt x="5142551" y="1716082"/>
                </a:cubicBezTo>
                <a:cubicBezTo>
                  <a:pt x="5135763" y="1709339"/>
                  <a:pt x="5132237" y="1700827"/>
                  <a:pt x="5131974" y="1690546"/>
                </a:cubicBezTo>
                <a:cubicBezTo>
                  <a:pt x="5132237" y="1680378"/>
                  <a:pt x="5135763" y="1671898"/>
                  <a:pt x="5142551" y="1665107"/>
                </a:cubicBezTo>
                <a:cubicBezTo>
                  <a:pt x="5149339" y="1658315"/>
                  <a:pt x="5157815" y="1654788"/>
                  <a:pt x="5167979" y="1654526"/>
                </a:cubicBezTo>
                <a:cubicBezTo>
                  <a:pt x="5174601" y="1654606"/>
                  <a:pt x="5180581" y="1656182"/>
                  <a:pt x="5185917" y="1659254"/>
                </a:cubicBezTo>
                <a:cubicBezTo>
                  <a:pt x="5191253" y="1662325"/>
                  <a:pt x="5195561" y="1666410"/>
                  <a:pt x="5198840" y="1671507"/>
                </a:cubicBezTo>
                <a:lnTo>
                  <a:pt x="5221472" y="1658385"/>
                </a:lnTo>
                <a:cubicBezTo>
                  <a:pt x="5215690" y="1649778"/>
                  <a:pt x="5208157" y="1642905"/>
                  <a:pt x="5198872" y="1637768"/>
                </a:cubicBezTo>
                <a:cubicBezTo>
                  <a:pt x="5189587" y="1632630"/>
                  <a:pt x="5179290" y="1629997"/>
                  <a:pt x="5167979" y="1629869"/>
                </a:cubicBezTo>
                <a:close/>
                <a:moveTo>
                  <a:pt x="5027445" y="1629869"/>
                </a:moveTo>
                <a:cubicBezTo>
                  <a:pt x="5017538" y="1630094"/>
                  <a:pt x="5008343" y="1632084"/>
                  <a:pt x="4999858" y="1635841"/>
                </a:cubicBezTo>
                <a:cubicBezTo>
                  <a:pt x="4991374" y="1639597"/>
                  <a:pt x="4984371" y="1643770"/>
                  <a:pt x="4978849" y="1648361"/>
                </a:cubicBezTo>
                <a:lnTo>
                  <a:pt x="4990663" y="1668175"/>
                </a:lnTo>
                <a:cubicBezTo>
                  <a:pt x="4993570" y="1665690"/>
                  <a:pt x="4998229" y="1662868"/>
                  <a:pt x="5004644" y="1659708"/>
                </a:cubicBezTo>
                <a:cubicBezTo>
                  <a:pt x="5011058" y="1656548"/>
                  <a:pt x="5017972" y="1654821"/>
                  <a:pt x="5025386" y="1654526"/>
                </a:cubicBezTo>
                <a:cubicBezTo>
                  <a:pt x="5035214" y="1654579"/>
                  <a:pt x="5042001" y="1656661"/>
                  <a:pt x="5045748" y="1660771"/>
                </a:cubicBezTo>
                <a:cubicBezTo>
                  <a:pt x="5049495" y="1664880"/>
                  <a:pt x="5051458" y="1670696"/>
                  <a:pt x="5051635" y="1678218"/>
                </a:cubicBezTo>
                <a:lnTo>
                  <a:pt x="5033107" y="1678218"/>
                </a:lnTo>
                <a:cubicBezTo>
                  <a:pt x="5024849" y="1678086"/>
                  <a:pt x="5016237" y="1678949"/>
                  <a:pt x="5007271" y="1680806"/>
                </a:cubicBezTo>
                <a:cubicBezTo>
                  <a:pt x="4998306" y="1682664"/>
                  <a:pt x="4990669" y="1686307"/>
                  <a:pt x="4984363" y="1691735"/>
                </a:cubicBezTo>
                <a:cubicBezTo>
                  <a:pt x="4978056" y="1697164"/>
                  <a:pt x="4974763" y="1705169"/>
                  <a:pt x="4974482" y="1715750"/>
                </a:cubicBezTo>
                <a:cubicBezTo>
                  <a:pt x="4974776" y="1726569"/>
                  <a:pt x="4978940" y="1735150"/>
                  <a:pt x="4986975" y="1741493"/>
                </a:cubicBezTo>
                <a:cubicBezTo>
                  <a:pt x="4995011" y="1747837"/>
                  <a:pt x="5005155" y="1751080"/>
                  <a:pt x="5017409" y="1751224"/>
                </a:cubicBezTo>
                <a:cubicBezTo>
                  <a:pt x="5025365" y="1751138"/>
                  <a:pt x="5032163" y="1749768"/>
                  <a:pt x="5037803" y="1747115"/>
                </a:cubicBezTo>
                <a:cubicBezTo>
                  <a:pt x="5043443" y="1744462"/>
                  <a:pt x="5048053" y="1741038"/>
                  <a:pt x="5051635" y="1736844"/>
                </a:cubicBezTo>
                <a:lnTo>
                  <a:pt x="5051635" y="1749166"/>
                </a:lnTo>
                <a:lnTo>
                  <a:pt x="5076292" y="1749166"/>
                </a:lnTo>
                <a:lnTo>
                  <a:pt x="5076292" y="1681813"/>
                </a:lnTo>
                <a:cubicBezTo>
                  <a:pt x="5076346" y="1664901"/>
                  <a:pt x="5072384" y="1652030"/>
                  <a:pt x="5064407" y="1643200"/>
                </a:cubicBezTo>
                <a:cubicBezTo>
                  <a:pt x="5056429" y="1634370"/>
                  <a:pt x="5044109" y="1629927"/>
                  <a:pt x="5027445" y="1629869"/>
                </a:cubicBezTo>
                <a:close/>
                <a:moveTo>
                  <a:pt x="4818930" y="1629869"/>
                </a:moveTo>
                <a:cubicBezTo>
                  <a:pt x="4807907" y="1629911"/>
                  <a:pt x="4798512" y="1632908"/>
                  <a:pt x="4790744" y="1638860"/>
                </a:cubicBezTo>
                <a:cubicBezTo>
                  <a:pt x="4782977" y="1644812"/>
                  <a:pt x="4778919" y="1653465"/>
                  <a:pt x="4778572" y="1664818"/>
                </a:cubicBezTo>
                <a:cubicBezTo>
                  <a:pt x="4778784" y="1672951"/>
                  <a:pt x="4781099" y="1679383"/>
                  <a:pt x="4785518" y="1684115"/>
                </a:cubicBezTo>
                <a:cubicBezTo>
                  <a:pt x="4789936" y="1688846"/>
                  <a:pt x="4795183" y="1692476"/>
                  <a:pt x="4801260" y="1695006"/>
                </a:cubicBezTo>
                <a:cubicBezTo>
                  <a:pt x="4807337" y="1697536"/>
                  <a:pt x="4812969" y="1699566"/>
                  <a:pt x="4818158" y="1701095"/>
                </a:cubicBezTo>
                <a:cubicBezTo>
                  <a:pt x="4826287" y="1703609"/>
                  <a:pt x="4832036" y="1705785"/>
                  <a:pt x="4835403" y="1707624"/>
                </a:cubicBezTo>
                <a:cubicBezTo>
                  <a:pt x="4838771" y="1709462"/>
                  <a:pt x="4840401" y="1712088"/>
                  <a:pt x="4840294" y="1715503"/>
                </a:cubicBezTo>
                <a:cubicBezTo>
                  <a:pt x="4840020" y="1720450"/>
                  <a:pt x="4837929" y="1723934"/>
                  <a:pt x="4834020" y="1725955"/>
                </a:cubicBezTo>
                <a:cubicBezTo>
                  <a:pt x="4830111" y="1727976"/>
                  <a:pt x="4826024" y="1728951"/>
                  <a:pt x="4821761" y="1728881"/>
                </a:cubicBezTo>
                <a:cubicBezTo>
                  <a:pt x="4813241" y="1728549"/>
                  <a:pt x="4806477" y="1726705"/>
                  <a:pt x="4801469" y="1723350"/>
                </a:cubicBezTo>
                <a:cubicBezTo>
                  <a:pt x="4796462" y="1719995"/>
                  <a:pt x="4793367" y="1717122"/>
                  <a:pt x="4792185" y="1714731"/>
                </a:cubicBezTo>
                <a:lnTo>
                  <a:pt x="4771885" y="1727080"/>
                </a:lnTo>
                <a:cubicBezTo>
                  <a:pt x="4774874" y="1733256"/>
                  <a:pt x="4780593" y="1738757"/>
                  <a:pt x="4789041" y="1743583"/>
                </a:cubicBezTo>
                <a:cubicBezTo>
                  <a:pt x="4797490" y="1748409"/>
                  <a:pt x="4807710" y="1750956"/>
                  <a:pt x="4819702" y="1751224"/>
                </a:cubicBezTo>
                <a:cubicBezTo>
                  <a:pt x="4832068" y="1751267"/>
                  <a:pt x="4842644" y="1748291"/>
                  <a:pt x="4851429" y="1742296"/>
                </a:cubicBezTo>
                <a:cubicBezTo>
                  <a:pt x="4860214" y="1736301"/>
                  <a:pt x="4864807" y="1727027"/>
                  <a:pt x="4865208" y="1714474"/>
                </a:cubicBezTo>
                <a:cubicBezTo>
                  <a:pt x="4864994" y="1705848"/>
                  <a:pt x="4862682" y="1699143"/>
                  <a:pt x="4858272" y="1694358"/>
                </a:cubicBezTo>
                <a:cubicBezTo>
                  <a:pt x="4853862" y="1689573"/>
                  <a:pt x="4848637" y="1685974"/>
                  <a:pt x="4842596" y="1683562"/>
                </a:cubicBezTo>
                <a:cubicBezTo>
                  <a:pt x="4836556" y="1681149"/>
                  <a:pt x="4830984" y="1679190"/>
                  <a:pt x="4825879" y="1677683"/>
                </a:cubicBezTo>
                <a:cubicBezTo>
                  <a:pt x="4817627" y="1674992"/>
                  <a:pt x="4811803" y="1672655"/>
                  <a:pt x="4808409" y="1670672"/>
                </a:cubicBezTo>
                <a:cubicBezTo>
                  <a:pt x="4805014" y="1668688"/>
                  <a:pt x="4803373" y="1666223"/>
                  <a:pt x="4803486" y="1663275"/>
                </a:cubicBezTo>
                <a:cubicBezTo>
                  <a:pt x="4803786" y="1658751"/>
                  <a:pt x="4805760" y="1655706"/>
                  <a:pt x="4809406" y="1654141"/>
                </a:cubicBezTo>
                <a:cubicBezTo>
                  <a:pt x="4813052" y="1652576"/>
                  <a:pt x="4816570" y="1651847"/>
                  <a:pt x="4819959" y="1651954"/>
                </a:cubicBezTo>
                <a:cubicBezTo>
                  <a:pt x="4826797" y="1652249"/>
                  <a:pt x="4832298" y="1653782"/>
                  <a:pt x="4836463" y="1656553"/>
                </a:cubicBezTo>
                <a:cubicBezTo>
                  <a:pt x="4840627" y="1659324"/>
                  <a:pt x="4843360" y="1661565"/>
                  <a:pt x="4844660" y="1663275"/>
                </a:cubicBezTo>
                <a:lnTo>
                  <a:pt x="4860585" y="1648872"/>
                </a:lnTo>
                <a:cubicBezTo>
                  <a:pt x="4856829" y="1643924"/>
                  <a:pt x="4851433" y="1639569"/>
                  <a:pt x="4844396" y="1635808"/>
                </a:cubicBezTo>
                <a:cubicBezTo>
                  <a:pt x="4837360" y="1632046"/>
                  <a:pt x="4828871" y="1630067"/>
                  <a:pt x="4818930" y="1629869"/>
                </a:cubicBezTo>
                <a:close/>
                <a:moveTo>
                  <a:pt x="4692002" y="1629869"/>
                </a:moveTo>
                <a:cubicBezTo>
                  <a:pt x="4680371" y="1629999"/>
                  <a:pt x="4669819" y="1632765"/>
                  <a:pt x="4660348" y="1638167"/>
                </a:cubicBezTo>
                <a:cubicBezTo>
                  <a:pt x="4650877" y="1643570"/>
                  <a:pt x="4643321" y="1650831"/>
                  <a:pt x="4637680" y="1659950"/>
                </a:cubicBezTo>
                <a:cubicBezTo>
                  <a:pt x="4632040" y="1669069"/>
                  <a:pt x="4629150" y="1679268"/>
                  <a:pt x="4629011" y="1690546"/>
                </a:cubicBezTo>
                <a:cubicBezTo>
                  <a:pt x="4629150" y="1701906"/>
                  <a:pt x="4632040" y="1712143"/>
                  <a:pt x="4637680" y="1721257"/>
                </a:cubicBezTo>
                <a:cubicBezTo>
                  <a:pt x="4643321" y="1730372"/>
                  <a:pt x="4650877" y="1737613"/>
                  <a:pt x="4660348" y="1742982"/>
                </a:cubicBezTo>
                <a:cubicBezTo>
                  <a:pt x="4669819" y="1748352"/>
                  <a:pt x="4680371" y="1751099"/>
                  <a:pt x="4692002" y="1751224"/>
                </a:cubicBezTo>
                <a:cubicBezTo>
                  <a:pt x="4703631" y="1751099"/>
                  <a:pt x="4714160" y="1748352"/>
                  <a:pt x="4723590" y="1742982"/>
                </a:cubicBezTo>
                <a:cubicBezTo>
                  <a:pt x="4733020" y="1737613"/>
                  <a:pt x="4740535" y="1730372"/>
                  <a:pt x="4746134" y="1721257"/>
                </a:cubicBezTo>
                <a:cubicBezTo>
                  <a:pt x="4751733" y="1712143"/>
                  <a:pt x="4754601" y="1701906"/>
                  <a:pt x="4754737" y="1690546"/>
                </a:cubicBezTo>
                <a:cubicBezTo>
                  <a:pt x="4754601" y="1679268"/>
                  <a:pt x="4751733" y="1669069"/>
                  <a:pt x="4746134" y="1659950"/>
                </a:cubicBezTo>
                <a:cubicBezTo>
                  <a:pt x="4740535" y="1650831"/>
                  <a:pt x="4733020" y="1643570"/>
                  <a:pt x="4723590" y="1638167"/>
                </a:cubicBezTo>
                <a:cubicBezTo>
                  <a:pt x="4714160" y="1632765"/>
                  <a:pt x="4703631" y="1629999"/>
                  <a:pt x="4692002" y="1629869"/>
                </a:cubicBezTo>
                <a:close/>
                <a:moveTo>
                  <a:pt x="4468026" y="1629869"/>
                </a:moveTo>
                <a:cubicBezTo>
                  <a:pt x="4458613" y="1629965"/>
                  <a:pt x="4450358" y="1632149"/>
                  <a:pt x="4443261" y="1636418"/>
                </a:cubicBezTo>
                <a:cubicBezTo>
                  <a:pt x="4436164" y="1640688"/>
                  <a:pt x="4430353" y="1646467"/>
                  <a:pt x="4425829" y="1653755"/>
                </a:cubicBezTo>
                <a:lnTo>
                  <a:pt x="4425829" y="1631924"/>
                </a:lnTo>
                <a:lnTo>
                  <a:pt x="4401172" y="1631924"/>
                </a:lnTo>
                <a:lnTo>
                  <a:pt x="4401172" y="1749166"/>
                </a:lnTo>
                <a:lnTo>
                  <a:pt x="4425829" y="1749166"/>
                </a:lnTo>
                <a:lnTo>
                  <a:pt x="4425829" y="1700817"/>
                </a:lnTo>
                <a:cubicBezTo>
                  <a:pt x="4425856" y="1687299"/>
                  <a:pt x="4428890" y="1676273"/>
                  <a:pt x="4434931" y="1667738"/>
                </a:cubicBezTo>
                <a:cubicBezTo>
                  <a:pt x="4440972" y="1659203"/>
                  <a:pt x="4449860" y="1654799"/>
                  <a:pt x="4461594" y="1654526"/>
                </a:cubicBezTo>
                <a:cubicBezTo>
                  <a:pt x="4471869" y="1654692"/>
                  <a:pt x="4479942" y="1658153"/>
                  <a:pt x="4485811" y="1664909"/>
                </a:cubicBezTo>
                <a:cubicBezTo>
                  <a:pt x="4491681" y="1671665"/>
                  <a:pt x="4494672" y="1680720"/>
                  <a:pt x="4494784" y="1692073"/>
                </a:cubicBezTo>
                <a:lnTo>
                  <a:pt x="4494784" y="1749166"/>
                </a:lnTo>
                <a:lnTo>
                  <a:pt x="4519441" y="1749166"/>
                </a:lnTo>
                <a:lnTo>
                  <a:pt x="4519441" y="1690016"/>
                </a:lnTo>
                <a:cubicBezTo>
                  <a:pt x="4519533" y="1672658"/>
                  <a:pt x="4515432" y="1658390"/>
                  <a:pt x="4507139" y="1647212"/>
                </a:cubicBezTo>
                <a:cubicBezTo>
                  <a:pt x="4498845" y="1636035"/>
                  <a:pt x="4485808" y="1630254"/>
                  <a:pt x="4468026" y="1629869"/>
                </a:cubicBezTo>
                <a:close/>
                <a:moveTo>
                  <a:pt x="4311002" y="1629869"/>
                </a:moveTo>
                <a:cubicBezTo>
                  <a:pt x="4299371" y="1629999"/>
                  <a:pt x="4288819" y="1632765"/>
                  <a:pt x="4279348" y="1638167"/>
                </a:cubicBezTo>
                <a:cubicBezTo>
                  <a:pt x="4269877" y="1643570"/>
                  <a:pt x="4262321" y="1650831"/>
                  <a:pt x="4256680" y="1659950"/>
                </a:cubicBezTo>
                <a:cubicBezTo>
                  <a:pt x="4251040" y="1669069"/>
                  <a:pt x="4248150" y="1679268"/>
                  <a:pt x="4248011" y="1690546"/>
                </a:cubicBezTo>
                <a:cubicBezTo>
                  <a:pt x="4248150" y="1701906"/>
                  <a:pt x="4251040" y="1712143"/>
                  <a:pt x="4256680" y="1721257"/>
                </a:cubicBezTo>
                <a:cubicBezTo>
                  <a:pt x="4262321" y="1730372"/>
                  <a:pt x="4269877" y="1737613"/>
                  <a:pt x="4279348" y="1742982"/>
                </a:cubicBezTo>
                <a:cubicBezTo>
                  <a:pt x="4288819" y="1748352"/>
                  <a:pt x="4299371" y="1751099"/>
                  <a:pt x="4311002" y="1751224"/>
                </a:cubicBezTo>
                <a:cubicBezTo>
                  <a:pt x="4322631" y="1751099"/>
                  <a:pt x="4333160" y="1748352"/>
                  <a:pt x="4342590" y="1742982"/>
                </a:cubicBezTo>
                <a:cubicBezTo>
                  <a:pt x="4352020" y="1737613"/>
                  <a:pt x="4359535" y="1730372"/>
                  <a:pt x="4365134" y="1721257"/>
                </a:cubicBezTo>
                <a:cubicBezTo>
                  <a:pt x="4370733" y="1712143"/>
                  <a:pt x="4373601" y="1701906"/>
                  <a:pt x="4373737" y="1690546"/>
                </a:cubicBezTo>
                <a:cubicBezTo>
                  <a:pt x="4373601" y="1679268"/>
                  <a:pt x="4370733" y="1669069"/>
                  <a:pt x="4365134" y="1659950"/>
                </a:cubicBezTo>
                <a:cubicBezTo>
                  <a:pt x="4359535" y="1650831"/>
                  <a:pt x="4352020" y="1643570"/>
                  <a:pt x="4342590" y="1638167"/>
                </a:cubicBezTo>
                <a:cubicBezTo>
                  <a:pt x="4333160" y="1632765"/>
                  <a:pt x="4322631" y="1629999"/>
                  <a:pt x="4311002" y="1629869"/>
                </a:cubicBezTo>
                <a:close/>
                <a:moveTo>
                  <a:pt x="4177379" y="1629869"/>
                </a:moveTo>
                <a:cubicBezTo>
                  <a:pt x="4165837" y="1629999"/>
                  <a:pt x="4155349" y="1632765"/>
                  <a:pt x="4145917" y="1638167"/>
                </a:cubicBezTo>
                <a:cubicBezTo>
                  <a:pt x="4136485" y="1643570"/>
                  <a:pt x="4128952" y="1650831"/>
                  <a:pt x="4123320" y="1659950"/>
                </a:cubicBezTo>
                <a:cubicBezTo>
                  <a:pt x="4117688" y="1669069"/>
                  <a:pt x="4114802" y="1679268"/>
                  <a:pt x="4114661" y="1690546"/>
                </a:cubicBezTo>
                <a:cubicBezTo>
                  <a:pt x="4114802" y="1701906"/>
                  <a:pt x="4117688" y="1712143"/>
                  <a:pt x="4123320" y="1721257"/>
                </a:cubicBezTo>
                <a:cubicBezTo>
                  <a:pt x="4128952" y="1730372"/>
                  <a:pt x="4136485" y="1737613"/>
                  <a:pt x="4145917" y="1742982"/>
                </a:cubicBezTo>
                <a:cubicBezTo>
                  <a:pt x="4155349" y="1748352"/>
                  <a:pt x="4165837" y="1751099"/>
                  <a:pt x="4177379" y="1751224"/>
                </a:cubicBezTo>
                <a:cubicBezTo>
                  <a:pt x="4188690" y="1751111"/>
                  <a:pt x="4198987" y="1748511"/>
                  <a:pt x="4208272" y="1743421"/>
                </a:cubicBezTo>
                <a:cubicBezTo>
                  <a:pt x="4217557" y="1738332"/>
                  <a:pt x="4225091" y="1731427"/>
                  <a:pt x="4230872" y="1722708"/>
                </a:cubicBezTo>
                <a:lnTo>
                  <a:pt x="4208240" y="1709586"/>
                </a:lnTo>
                <a:cubicBezTo>
                  <a:pt x="4204961" y="1714796"/>
                  <a:pt x="4200654" y="1718913"/>
                  <a:pt x="4195317" y="1721936"/>
                </a:cubicBezTo>
                <a:cubicBezTo>
                  <a:pt x="4189981" y="1724959"/>
                  <a:pt x="4184001" y="1726503"/>
                  <a:pt x="4177379" y="1726567"/>
                </a:cubicBezTo>
                <a:cubicBezTo>
                  <a:pt x="4167215" y="1726320"/>
                  <a:pt x="4158739" y="1722825"/>
                  <a:pt x="4151951" y="1716082"/>
                </a:cubicBezTo>
                <a:cubicBezTo>
                  <a:pt x="4145163" y="1709339"/>
                  <a:pt x="4141637" y="1700827"/>
                  <a:pt x="4141375" y="1690546"/>
                </a:cubicBezTo>
                <a:cubicBezTo>
                  <a:pt x="4141637" y="1680378"/>
                  <a:pt x="4145163" y="1671898"/>
                  <a:pt x="4151951" y="1665107"/>
                </a:cubicBezTo>
                <a:cubicBezTo>
                  <a:pt x="4158739" y="1658315"/>
                  <a:pt x="4167215" y="1654788"/>
                  <a:pt x="4177379" y="1654526"/>
                </a:cubicBezTo>
                <a:cubicBezTo>
                  <a:pt x="4184001" y="1654606"/>
                  <a:pt x="4189981" y="1656182"/>
                  <a:pt x="4195317" y="1659254"/>
                </a:cubicBezTo>
                <a:cubicBezTo>
                  <a:pt x="4200654" y="1662325"/>
                  <a:pt x="4204961" y="1666410"/>
                  <a:pt x="4208240" y="1671507"/>
                </a:cubicBezTo>
                <a:lnTo>
                  <a:pt x="4230872" y="1658385"/>
                </a:lnTo>
                <a:cubicBezTo>
                  <a:pt x="4225091" y="1649778"/>
                  <a:pt x="4217557" y="1642905"/>
                  <a:pt x="4208272" y="1637768"/>
                </a:cubicBezTo>
                <a:cubicBezTo>
                  <a:pt x="4198987" y="1632630"/>
                  <a:pt x="4188690" y="1629997"/>
                  <a:pt x="4177379" y="1629869"/>
                </a:cubicBezTo>
                <a:close/>
                <a:moveTo>
                  <a:pt x="3887001" y="1629869"/>
                </a:moveTo>
                <a:cubicBezTo>
                  <a:pt x="3877588" y="1629965"/>
                  <a:pt x="3869333" y="1632149"/>
                  <a:pt x="3862236" y="1636418"/>
                </a:cubicBezTo>
                <a:cubicBezTo>
                  <a:pt x="3855139" y="1640688"/>
                  <a:pt x="3849329" y="1646467"/>
                  <a:pt x="3844804" y="1653755"/>
                </a:cubicBezTo>
                <a:lnTo>
                  <a:pt x="3844804" y="1631924"/>
                </a:lnTo>
                <a:lnTo>
                  <a:pt x="3820148" y="1631924"/>
                </a:lnTo>
                <a:lnTo>
                  <a:pt x="3820148" y="1749166"/>
                </a:lnTo>
                <a:lnTo>
                  <a:pt x="3844804" y="1749166"/>
                </a:lnTo>
                <a:lnTo>
                  <a:pt x="3844804" y="1700817"/>
                </a:lnTo>
                <a:cubicBezTo>
                  <a:pt x="3844831" y="1687299"/>
                  <a:pt x="3847865" y="1676273"/>
                  <a:pt x="3853906" y="1667738"/>
                </a:cubicBezTo>
                <a:cubicBezTo>
                  <a:pt x="3859947" y="1659203"/>
                  <a:pt x="3868835" y="1654799"/>
                  <a:pt x="3880568" y="1654526"/>
                </a:cubicBezTo>
                <a:cubicBezTo>
                  <a:pt x="3890844" y="1654692"/>
                  <a:pt x="3898917" y="1658153"/>
                  <a:pt x="3904787" y="1664909"/>
                </a:cubicBezTo>
                <a:cubicBezTo>
                  <a:pt x="3910656" y="1671665"/>
                  <a:pt x="3913647" y="1680720"/>
                  <a:pt x="3913759" y="1692073"/>
                </a:cubicBezTo>
                <a:lnTo>
                  <a:pt x="3913759" y="1749166"/>
                </a:lnTo>
                <a:lnTo>
                  <a:pt x="3938416" y="1749166"/>
                </a:lnTo>
                <a:lnTo>
                  <a:pt x="3938416" y="1690016"/>
                </a:lnTo>
                <a:cubicBezTo>
                  <a:pt x="3938508" y="1672658"/>
                  <a:pt x="3934407" y="1658390"/>
                  <a:pt x="3926114" y="1647212"/>
                </a:cubicBezTo>
                <a:cubicBezTo>
                  <a:pt x="3917821" y="1636035"/>
                  <a:pt x="3904783" y="1630254"/>
                  <a:pt x="3887001" y="1629869"/>
                </a:cubicBezTo>
                <a:close/>
                <a:moveTo>
                  <a:pt x="3729978" y="1629869"/>
                </a:moveTo>
                <a:cubicBezTo>
                  <a:pt x="3718346" y="1629999"/>
                  <a:pt x="3707795" y="1632765"/>
                  <a:pt x="3698323" y="1638167"/>
                </a:cubicBezTo>
                <a:cubicBezTo>
                  <a:pt x="3688852" y="1643570"/>
                  <a:pt x="3681296" y="1650831"/>
                  <a:pt x="3675655" y="1659950"/>
                </a:cubicBezTo>
                <a:cubicBezTo>
                  <a:pt x="3670015" y="1669069"/>
                  <a:pt x="3667125" y="1679268"/>
                  <a:pt x="3666986" y="1690546"/>
                </a:cubicBezTo>
                <a:cubicBezTo>
                  <a:pt x="3667125" y="1701906"/>
                  <a:pt x="3670015" y="1712143"/>
                  <a:pt x="3675655" y="1721257"/>
                </a:cubicBezTo>
                <a:cubicBezTo>
                  <a:pt x="3681296" y="1730372"/>
                  <a:pt x="3688852" y="1737613"/>
                  <a:pt x="3698323" y="1742982"/>
                </a:cubicBezTo>
                <a:cubicBezTo>
                  <a:pt x="3707795" y="1748352"/>
                  <a:pt x="3718346" y="1751099"/>
                  <a:pt x="3729978" y="1751224"/>
                </a:cubicBezTo>
                <a:cubicBezTo>
                  <a:pt x="3741606" y="1751099"/>
                  <a:pt x="3752135" y="1748352"/>
                  <a:pt x="3761565" y="1742982"/>
                </a:cubicBezTo>
                <a:cubicBezTo>
                  <a:pt x="3770995" y="1737613"/>
                  <a:pt x="3778510" y="1730372"/>
                  <a:pt x="3784109" y="1721257"/>
                </a:cubicBezTo>
                <a:cubicBezTo>
                  <a:pt x="3789708" y="1712143"/>
                  <a:pt x="3792576" y="1701906"/>
                  <a:pt x="3792712" y="1690546"/>
                </a:cubicBezTo>
                <a:cubicBezTo>
                  <a:pt x="3792576" y="1679268"/>
                  <a:pt x="3789708" y="1669069"/>
                  <a:pt x="3784109" y="1659950"/>
                </a:cubicBezTo>
                <a:cubicBezTo>
                  <a:pt x="3778510" y="1650831"/>
                  <a:pt x="3770995" y="1643570"/>
                  <a:pt x="3761565" y="1638167"/>
                </a:cubicBezTo>
                <a:cubicBezTo>
                  <a:pt x="3752135" y="1632765"/>
                  <a:pt x="3741606" y="1629999"/>
                  <a:pt x="3729978" y="1629869"/>
                </a:cubicBezTo>
                <a:close/>
                <a:moveTo>
                  <a:pt x="3542580" y="1629869"/>
                </a:moveTo>
                <a:cubicBezTo>
                  <a:pt x="3531557" y="1629911"/>
                  <a:pt x="3522162" y="1632908"/>
                  <a:pt x="3514394" y="1638860"/>
                </a:cubicBezTo>
                <a:cubicBezTo>
                  <a:pt x="3506627" y="1644812"/>
                  <a:pt x="3502569" y="1653465"/>
                  <a:pt x="3502222" y="1664818"/>
                </a:cubicBezTo>
                <a:cubicBezTo>
                  <a:pt x="3502434" y="1672951"/>
                  <a:pt x="3504750" y="1679383"/>
                  <a:pt x="3509168" y="1684115"/>
                </a:cubicBezTo>
                <a:cubicBezTo>
                  <a:pt x="3513586" y="1688846"/>
                  <a:pt x="3518833" y="1692476"/>
                  <a:pt x="3524910" y="1695006"/>
                </a:cubicBezTo>
                <a:cubicBezTo>
                  <a:pt x="3530987" y="1697536"/>
                  <a:pt x="3536620" y="1699566"/>
                  <a:pt x="3541808" y="1701095"/>
                </a:cubicBezTo>
                <a:cubicBezTo>
                  <a:pt x="3549937" y="1703609"/>
                  <a:pt x="3555686" y="1705785"/>
                  <a:pt x="3559053" y="1707624"/>
                </a:cubicBezTo>
                <a:cubicBezTo>
                  <a:pt x="3562421" y="1709462"/>
                  <a:pt x="3564051" y="1712088"/>
                  <a:pt x="3563944" y="1715503"/>
                </a:cubicBezTo>
                <a:cubicBezTo>
                  <a:pt x="3563671" y="1720450"/>
                  <a:pt x="3561579" y="1723934"/>
                  <a:pt x="3557670" y="1725955"/>
                </a:cubicBezTo>
                <a:cubicBezTo>
                  <a:pt x="3553761" y="1727976"/>
                  <a:pt x="3549675" y="1728951"/>
                  <a:pt x="3545411" y="1728881"/>
                </a:cubicBezTo>
                <a:cubicBezTo>
                  <a:pt x="3536891" y="1728549"/>
                  <a:pt x="3530127" y="1726705"/>
                  <a:pt x="3525119" y="1723350"/>
                </a:cubicBezTo>
                <a:cubicBezTo>
                  <a:pt x="3520112" y="1719995"/>
                  <a:pt x="3517017" y="1717122"/>
                  <a:pt x="3515835" y="1714731"/>
                </a:cubicBezTo>
                <a:lnTo>
                  <a:pt x="3495536" y="1727080"/>
                </a:lnTo>
                <a:cubicBezTo>
                  <a:pt x="3498525" y="1733256"/>
                  <a:pt x="3504243" y="1738757"/>
                  <a:pt x="3512692" y="1743583"/>
                </a:cubicBezTo>
                <a:cubicBezTo>
                  <a:pt x="3521140" y="1748409"/>
                  <a:pt x="3531360" y="1750956"/>
                  <a:pt x="3543352" y="1751224"/>
                </a:cubicBezTo>
                <a:cubicBezTo>
                  <a:pt x="3555718" y="1751267"/>
                  <a:pt x="3566294" y="1748291"/>
                  <a:pt x="3575079" y="1742296"/>
                </a:cubicBezTo>
                <a:cubicBezTo>
                  <a:pt x="3583865" y="1736301"/>
                  <a:pt x="3588458" y="1727027"/>
                  <a:pt x="3588858" y="1714474"/>
                </a:cubicBezTo>
                <a:cubicBezTo>
                  <a:pt x="3588644" y="1705848"/>
                  <a:pt x="3586333" y="1699143"/>
                  <a:pt x="3581922" y="1694358"/>
                </a:cubicBezTo>
                <a:cubicBezTo>
                  <a:pt x="3577512" y="1689573"/>
                  <a:pt x="3572287" y="1685974"/>
                  <a:pt x="3566247" y="1683562"/>
                </a:cubicBezTo>
                <a:cubicBezTo>
                  <a:pt x="3560206" y="1681149"/>
                  <a:pt x="3554634" y="1679190"/>
                  <a:pt x="3549530" y="1677683"/>
                </a:cubicBezTo>
                <a:cubicBezTo>
                  <a:pt x="3541277" y="1674992"/>
                  <a:pt x="3535453" y="1672655"/>
                  <a:pt x="3532059" y="1670672"/>
                </a:cubicBezTo>
                <a:cubicBezTo>
                  <a:pt x="3528664" y="1668688"/>
                  <a:pt x="3527023" y="1666223"/>
                  <a:pt x="3527136" y="1663275"/>
                </a:cubicBezTo>
                <a:cubicBezTo>
                  <a:pt x="3527436" y="1658751"/>
                  <a:pt x="3529410" y="1655706"/>
                  <a:pt x="3533056" y="1654141"/>
                </a:cubicBezTo>
                <a:cubicBezTo>
                  <a:pt x="3536703" y="1652576"/>
                  <a:pt x="3540220" y="1651847"/>
                  <a:pt x="3543610" y="1651954"/>
                </a:cubicBezTo>
                <a:cubicBezTo>
                  <a:pt x="3550447" y="1652249"/>
                  <a:pt x="3555948" y="1653782"/>
                  <a:pt x="3560113" y="1656553"/>
                </a:cubicBezTo>
                <a:cubicBezTo>
                  <a:pt x="3564278" y="1659324"/>
                  <a:pt x="3567010" y="1661565"/>
                  <a:pt x="3568311" y="1663275"/>
                </a:cubicBezTo>
                <a:lnTo>
                  <a:pt x="3584235" y="1648872"/>
                </a:lnTo>
                <a:cubicBezTo>
                  <a:pt x="3580480" y="1643924"/>
                  <a:pt x="3575083" y="1639569"/>
                  <a:pt x="3568047" y="1635808"/>
                </a:cubicBezTo>
                <a:cubicBezTo>
                  <a:pt x="3561010" y="1632046"/>
                  <a:pt x="3552521" y="1630067"/>
                  <a:pt x="3542580" y="1629869"/>
                </a:cubicBezTo>
                <a:close/>
                <a:moveTo>
                  <a:pt x="3234678" y="1629869"/>
                </a:moveTo>
                <a:cubicBezTo>
                  <a:pt x="3223046" y="1629999"/>
                  <a:pt x="3212495" y="1632765"/>
                  <a:pt x="3203023" y="1638167"/>
                </a:cubicBezTo>
                <a:cubicBezTo>
                  <a:pt x="3193552" y="1643570"/>
                  <a:pt x="3185996" y="1650831"/>
                  <a:pt x="3180355" y="1659950"/>
                </a:cubicBezTo>
                <a:cubicBezTo>
                  <a:pt x="3174715" y="1669069"/>
                  <a:pt x="3171825" y="1679268"/>
                  <a:pt x="3171686" y="1690546"/>
                </a:cubicBezTo>
                <a:cubicBezTo>
                  <a:pt x="3171825" y="1701906"/>
                  <a:pt x="3174715" y="1712143"/>
                  <a:pt x="3180355" y="1721257"/>
                </a:cubicBezTo>
                <a:cubicBezTo>
                  <a:pt x="3185996" y="1730372"/>
                  <a:pt x="3193552" y="1737613"/>
                  <a:pt x="3203023" y="1742982"/>
                </a:cubicBezTo>
                <a:cubicBezTo>
                  <a:pt x="3212495" y="1748352"/>
                  <a:pt x="3223046" y="1751099"/>
                  <a:pt x="3234678" y="1751224"/>
                </a:cubicBezTo>
                <a:cubicBezTo>
                  <a:pt x="3246306" y="1751099"/>
                  <a:pt x="3256835" y="1748352"/>
                  <a:pt x="3266265" y="1742982"/>
                </a:cubicBezTo>
                <a:cubicBezTo>
                  <a:pt x="3275695" y="1737613"/>
                  <a:pt x="3283210" y="1730372"/>
                  <a:pt x="3288809" y="1721257"/>
                </a:cubicBezTo>
                <a:cubicBezTo>
                  <a:pt x="3294408" y="1712143"/>
                  <a:pt x="3297276" y="1701906"/>
                  <a:pt x="3297412" y="1690546"/>
                </a:cubicBezTo>
                <a:cubicBezTo>
                  <a:pt x="3297276" y="1679268"/>
                  <a:pt x="3294408" y="1669069"/>
                  <a:pt x="3288809" y="1659950"/>
                </a:cubicBezTo>
                <a:cubicBezTo>
                  <a:pt x="3283210" y="1650831"/>
                  <a:pt x="3275695" y="1643570"/>
                  <a:pt x="3266265" y="1638167"/>
                </a:cubicBezTo>
                <a:cubicBezTo>
                  <a:pt x="3256835" y="1632765"/>
                  <a:pt x="3246306" y="1629999"/>
                  <a:pt x="3234678" y="1629869"/>
                </a:cubicBezTo>
                <a:close/>
                <a:moveTo>
                  <a:pt x="3101054" y="1629869"/>
                </a:moveTo>
                <a:cubicBezTo>
                  <a:pt x="3089512" y="1629999"/>
                  <a:pt x="3079025" y="1632765"/>
                  <a:pt x="3069592" y="1638167"/>
                </a:cubicBezTo>
                <a:cubicBezTo>
                  <a:pt x="3060159" y="1643570"/>
                  <a:pt x="3052627" y="1650831"/>
                  <a:pt x="3046995" y="1659950"/>
                </a:cubicBezTo>
                <a:cubicBezTo>
                  <a:pt x="3041363" y="1669069"/>
                  <a:pt x="3038477" y="1679268"/>
                  <a:pt x="3038336" y="1690546"/>
                </a:cubicBezTo>
                <a:cubicBezTo>
                  <a:pt x="3038477" y="1701906"/>
                  <a:pt x="3041363" y="1712143"/>
                  <a:pt x="3046995" y="1721257"/>
                </a:cubicBezTo>
                <a:cubicBezTo>
                  <a:pt x="3052627" y="1730372"/>
                  <a:pt x="3060159" y="1737613"/>
                  <a:pt x="3069592" y="1742982"/>
                </a:cubicBezTo>
                <a:cubicBezTo>
                  <a:pt x="3079025" y="1748352"/>
                  <a:pt x="3089512" y="1751099"/>
                  <a:pt x="3101054" y="1751224"/>
                </a:cubicBezTo>
                <a:cubicBezTo>
                  <a:pt x="3112364" y="1751111"/>
                  <a:pt x="3122662" y="1748511"/>
                  <a:pt x="3131948" y="1743421"/>
                </a:cubicBezTo>
                <a:cubicBezTo>
                  <a:pt x="3141233" y="1738332"/>
                  <a:pt x="3148766" y="1731427"/>
                  <a:pt x="3154547" y="1722708"/>
                </a:cubicBezTo>
                <a:lnTo>
                  <a:pt x="3131915" y="1709586"/>
                </a:lnTo>
                <a:cubicBezTo>
                  <a:pt x="3128636" y="1714796"/>
                  <a:pt x="3124329" y="1718913"/>
                  <a:pt x="3118992" y="1721936"/>
                </a:cubicBezTo>
                <a:cubicBezTo>
                  <a:pt x="3113656" y="1724959"/>
                  <a:pt x="3107677" y="1726503"/>
                  <a:pt x="3101054" y="1726567"/>
                </a:cubicBezTo>
                <a:cubicBezTo>
                  <a:pt x="3090891" y="1726320"/>
                  <a:pt x="3082414" y="1722825"/>
                  <a:pt x="3075626" y="1716082"/>
                </a:cubicBezTo>
                <a:cubicBezTo>
                  <a:pt x="3068838" y="1709339"/>
                  <a:pt x="3065312" y="1700827"/>
                  <a:pt x="3065050" y="1690546"/>
                </a:cubicBezTo>
                <a:cubicBezTo>
                  <a:pt x="3065312" y="1680378"/>
                  <a:pt x="3068838" y="1671898"/>
                  <a:pt x="3075626" y="1665107"/>
                </a:cubicBezTo>
                <a:cubicBezTo>
                  <a:pt x="3082414" y="1658315"/>
                  <a:pt x="3090891" y="1654788"/>
                  <a:pt x="3101054" y="1654526"/>
                </a:cubicBezTo>
                <a:cubicBezTo>
                  <a:pt x="3107677" y="1654606"/>
                  <a:pt x="3113656" y="1656182"/>
                  <a:pt x="3118992" y="1659254"/>
                </a:cubicBezTo>
                <a:cubicBezTo>
                  <a:pt x="3124329" y="1662325"/>
                  <a:pt x="3128636" y="1666410"/>
                  <a:pt x="3131915" y="1671507"/>
                </a:cubicBezTo>
                <a:lnTo>
                  <a:pt x="3154547" y="1658385"/>
                </a:lnTo>
                <a:cubicBezTo>
                  <a:pt x="3148766" y="1649778"/>
                  <a:pt x="3141233" y="1642905"/>
                  <a:pt x="3131948" y="1637768"/>
                </a:cubicBezTo>
                <a:cubicBezTo>
                  <a:pt x="3122662" y="1632630"/>
                  <a:pt x="3112364" y="1629997"/>
                  <a:pt x="3101054" y="1629869"/>
                </a:cubicBezTo>
                <a:close/>
                <a:moveTo>
                  <a:pt x="2870412" y="1629869"/>
                </a:moveTo>
                <a:cubicBezTo>
                  <a:pt x="2858574" y="1629999"/>
                  <a:pt x="2848112" y="1632765"/>
                  <a:pt x="2839026" y="1638168"/>
                </a:cubicBezTo>
                <a:cubicBezTo>
                  <a:pt x="2829941" y="1643571"/>
                  <a:pt x="2822812" y="1650832"/>
                  <a:pt x="2817639" y="1659951"/>
                </a:cubicBezTo>
                <a:cubicBezTo>
                  <a:pt x="2812467" y="1669070"/>
                  <a:pt x="2809832" y="1679268"/>
                  <a:pt x="2809736" y="1690545"/>
                </a:cubicBezTo>
                <a:cubicBezTo>
                  <a:pt x="2809998" y="1707819"/>
                  <a:pt x="2816094" y="1722145"/>
                  <a:pt x="2828022" y="1733524"/>
                </a:cubicBezTo>
                <a:cubicBezTo>
                  <a:pt x="2839951" y="1744902"/>
                  <a:pt x="2856138" y="1750802"/>
                  <a:pt x="2876583" y="1751224"/>
                </a:cubicBezTo>
                <a:cubicBezTo>
                  <a:pt x="2888704" y="1751069"/>
                  <a:pt x="2899171" y="1748425"/>
                  <a:pt x="2907982" y="1743293"/>
                </a:cubicBezTo>
                <a:cubicBezTo>
                  <a:pt x="2916793" y="1738160"/>
                  <a:pt x="2923724" y="1731469"/>
                  <a:pt x="2928775" y="1723220"/>
                </a:cubicBezTo>
                <a:lnTo>
                  <a:pt x="2908207" y="1710603"/>
                </a:lnTo>
                <a:cubicBezTo>
                  <a:pt x="2906214" y="1714084"/>
                  <a:pt x="2902679" y="1717550"/>
                  <a:pt x="2897601" y="1720999"/>
                </a:cubicBezTo>
                <a:cubicBezTo>
                  <a:pt x="2892523" y="1724448"/>
                  <a:pt x="2885517" y="1726304"/>
                  <a:pt x="2876583" y="1726567"/>
                </a:cubicBezTo>
                <a:cubicBezTo>
                  <a:pt x="2865645" y="1726384"/>
                  <a:pt x="2856925" y="1723788"/>
                  <a:pt x="2850422" y="1718778"/>
                </a:cubicBezTo>
                <a:cubicBezTo>
                  <a:pt x="2843920" y="1713768"/>
                  <a:pt x="2839699" y="1707438"/>
                  <a:pt x="2837760" y="1699789"/>
                </a:cubicBezTo>
                <a:lnTo>
                  <a:pt x="2929546" y="1699789"/>
                </a:lnTo>
                <a:cubicBezTo>
                  <a:pt x="2931012" y="1685325"/>
                  <a:pt x="2929254" y="1672883"/>
                  <a:pt x="2924272" y="1662461"/>
                </a:cubicBezTo>
                <a:cubicBezTo>
                  <a:pt x="2919290" y="1652039"/>
                  <a:pt x="2912066" y="1644018"/>
                  <a:pt x="2902598" y="1638396"/>
                </a:cubicBezTo>
                <a:cubicBezTo>
                  <a:pt x="2893131" y="1632775"/>
                  <a:pt x="2882403" y="1629932"/>
                  <a:pt x="2870412" y="1629869"/>
                </a:cubicBezTo>
                <a:close/>
                <a:moveTo>
                  <a:pt x="2603712" y="1629869"/>
                </a:moveTo>
                <a:cubicBezTo>
                  <a:pt x="2591874" y="1629999"/>
                  <a:pt x="2581412" y="1632765"/>
                  <a:pt x="2572327" y="1638168"/>
                </a:cubicBezTo>
                <a:cubicBezTo>
                  <a:pt x="2563241" y="1643571"/>
                  <a:pt x="2556111" y="1650832"/>
                  <a:pt x="2550939" y="1659951"/>
                </a:cubicBezTo>
                <a:cubicBezTo>
                  <a:pt x="2545767" y="1669070"/>
                  <a:pt x="2543132" y="1679268"/>
                  <a:pt x="2543036" y="1690545"/>
                </a:cubicBezTo>
                <a:cubicBezTo>
                  <a:pt x="2543298" y="1707819"/>
                  <a:pt x="2549394" y="1722145"/>
                  <a:pt x="2561322" y="1733524"/>
                </a:cubicBezTo>
                <a:cubicBezTo>
                  <a:pt x="2573251" y="1744902"/>
                  <a:pt x="2589438" y="1750802"/>
                  <a:pt x="2609883" y="1751224"/>
                </a:cubicBezTo>
                <a:cubicBezTo>
                  <a:pt x="2622004" y="1751069"/>
                  <a:pt x="2632471" y="1748425"/>
                  <a:pt x="2641282" y="1743293"/>
                </a:cubicBezTo>
                <a:cubicBezTo>
                  <a:pt x="2650093" y="1738160"/>
                  <a:pt x="2657024" y="1731469"/>
                  <a:pt x="2662075" y="1723220"/>
                </a:cubicBezTo>
                <a:lnTo>
                  <a:pt x="2641507" y="1710603"/>
                </a:lnTo>
                <a:cubicBezTo>
                  <a:pt x="2639514" y="1714084"/>
                  <a:pt x="2635979" y="1717550"/>
                  <a:pt x="2630901" y="1720999"/>
                </a:cubicBezTo>
                <a:cubicBezTo>
                  <a:pt x="2625823" y="1724448"/>
                  <a:pt x="2618817" y="1726304"/>
                  <a:pt x="2609883" y="1726567"/>
                </a:cubicBezTo>
                <a:cubicBezTo>
                  <a:pt x="2598945" y="1726384"/>
                  <a:pt x="2590225" y="1723788"/>
                  <a:pt x="2583722" y="1718778"/>
                </a:cubicBezTo>
                <a:cubicBezTo>
                  <a:pt x="2577220" y="1713768"/>
                  <a:pt x="2572999" y="1707438"/>
                  <a:pt x="2571060" y="1699789"/>
                </a:cubicBezTo>
                <a:lnTo>
                  <a:pt x="2662846" y="1699789"/>
                </a:lnTo>
                <a:cubicBezTo>
                  <a:pt x="2664312" y="1685325"/>
                  <a:pt x="2662554" y="1672883"/>
                  <a:pt x="2657572" y="1662461"/>
                </a:cubicBezTo>
                <a:cubicBezTo>
                  <a:pt x="2652590" y="1652039"/>
                  <a:pt x="2645366" y="1644018"/>
                  <a:pt x="2635898" y="1638396"/>
                </a:cubicBezTo>
                <a:cubicBezTo>
                  <a:pt x="2626431" y="1632775"/>
                  <a:pt x="2615702" y="1629932"/>
                  <a:pt x="2603712" y="1629869"/>
                </a:cubicBezTo>
                <a:close/>
                <a:moveTo>
                  <a:pt x="2369970" y="1629869"/>
                </a:moveTo>
                <a:cubicBezTo>
                  <a:pt x="2360063" y="1630094"/>
                  <a:pt x="2350868" y="1632084"/>
                  <a:pt x="2342383" y="1635841"/>
                </a:cubicBezTo>
                <a:cubicBezTo>
                  <a:pt x="2333899" y="1639597"/>
                  <a:pt x="2326896" y="1643770"/>
                  <a:pt x="2321374" y="1648361"/>
                </a:cubicBezTo>
                <a:lnTo>
                  <a:pt x="2333189" y="1668175"/>
                </a:lnTo>
                <a:cubicBezTo>
                  <a:pt x="2336095" y="1665690"/>
                  <a:pt x="2340754" y="1662868"/>
                  <a:pt x="2347169" y="1659708"/>
                </a:cubicBezTo>
                <a:cubicBezTo>
                  <a:pt x="2353583" y="1656548"/>
                  <a:pt x="2360497" y="1654821"/>
                  <a:pt x="2367912" y="1654526"/>
                </a:cubicBezTo>
                <a:cubicBezTo>
                  <a:pt x="2377739" y="1654579"/>
                  <a:pt x="2384526" y="1656661"/>
                  <a:pt x="2388273" y="1660771"/>
                </a:cubicBezTo>
                <a:cubicBezTo>
                  <a:pt x="2392021" y="1664880"/>
                  <a:pt x="2393983" y="1670696"/>
                  <a:pt x="2394160" y="1678218"/>
                </a:cubicBezTo>
                <a:lnTo>
                  <a:pt x="2375632" y="1678218"/>
                </a:lnTo>
                <a:cubicBezTo>
                  <a:pt x="2367374" y="1678086"/>
                  <a:pt x="2358762" y="1678949"/>
                  <a:pt x="2349796" y="1680806"/>
                </a:cubicBezTo>
                <a:cubicBezTo>
                  <a:pt x="2340831" y="1682664"/>
                  <a:pt x="2333195" y="1686307"/>
                  <a:pt x="2326888" y="1691735"/>
                </a:cubicBezTo>
                <a:cubicBezTo>
                  <a:pt x="2320581" y="1697164"/>
                  <a:pt x="2317288" y="1705169"/>
                  <a:pt x="2317007" y="1715750"/>
                </a:cubicBezTo>
                <a:cubicBezTo>
                  <a:pt x="2317301" y="1726569"/>
                  <a:pt x="2321465" y="1735150"/>
                  <a:pt x="2329501" y="1741493"/>
                </a:cubicBezTo>
                <a:cubicBezTo>
                  <a:pt x="2337536" y="1747837"/>
                  <a:pt x="2347681" y="1751080"/>
                  <a:pt x="2359934" y="1751224"/>
                </a:cubicBezTo>
                <a:cubicBezTo>
                  <a:pt x="2367890" y="1751138"/>
                  <a:pt x="2374688" y="1749768"/>
                  <a:pt x="2380328" y="1747115"/>
                </a:cubicBezTo>
                <a:cubicBezTo>
                  <a:pt x="2385968" y="1744462"/>
                  <a:pt x="2390578" y="1741038"/>
                  <a:pt x="2394160" y="1736844"/>
                </a:cubicBezTo>
                <a:lnTo>
                  <a:pt x="2394160" y="1749166"/>
                </a:lnTo>
                <a:lnTo>
                  <a:pt x="2418816" y="1749166"/>
                </a:lnTo>
                <a:lnTo>
                  <a:pt x="2418816" y="1681813"/>
                </a:lnTo>
                <a:cubicBezTo>
                  <a:pt x="2418871" y="1664901"/>
                  <a:pt x="2414909" y="1652030"/>
                  <a:pt x="2406932" y="1643200"/>
                </a:cubicBezTo>
                <a:cubicBezTo>
                  <a:pt x="2398954" y="1634370"/>
                  <a:pt x="2386634" y="1629927"/>
                  <a:pt x="2369970" y="1629869"/>
                </a:cubicBezTo>
                <a:close/>
                <a:moveTo>
                  <a:pt x="1936962" y="1629869"/>
                </a:moveTo>
                <a:cubicBezTo>
                  <a:pt x="1925124" y="1629999"/>
                  <a:pt x="1914662" y="1632765"/>
                  <a:pt x="1905576" y="1638168"/>
                </a:cubicBezTo>
                <a:cubicBezTo>
                  <a:pt x="1896490" y="1643571"/>
                  <a:pt x="1889361" y="1650832"/>
                  <a:pt x="1884189" y="1659951"/>
                </a:cubicBezTo>
                <a:cubicBezTo>
                  <a:pt x="1879017" y="1669070"/>
                  <a:pt x="1876382" y="1679268"/>
                  <a:pt x="1876286" y="1690545"/>
                </a:cubicBezTo>
                <a:cubicBezTo>
                  <a:pt x="1876548" y="1707819"/>
                  <a:pt x="1882644" y="1722145"/>
                  <a:pt x="1894572" y="1733524"/>
                </a:cubicBezTo>
                <a:cubicBezTo>
                  <a:pt x="1906501" y="1744902"/>
                  <a:pt x="1922688" y="1750802"/>
                  <a:pt x="1943133" y="1751224"/>
                </a:cubicBezTo>
                <a:cubicBezTo>
                  <a:pt x="1955254" y="1751069"/>
                  <a:pt x="1965721" y="1748425"/>
                  <a:pt x="1974532" y="1743293"/>
                </a:cubicBezTo>
                <a:cubicBezTo>
                  <a:pt x="1983343" y="1738160"/>
                  <a:pt x="1990274" y="1731469"/>
                  <a:pt x="1995325" y="1723220"/>
                </a:cubicBezTo>
                <a:lnTo>
                  <a:pt x="1974757" y="1710603"/>
                </a:lnTo>
                <a:cubicBezTo>
                  <a:pt x="1972764" y="1714084"/>
                  <a:pt x="1969229" y="1717550"/>
                  <a:pt x="1964151" y="1720999"/>
                </a:cubicBezTo>
                <a:cubicBezTo>
                  <a:pt x="1959073" y="1724448"/>
                  <a:pt x="1952067" y="1726304"/>
                  <a:pt x="1943133" y="1726567"/>
                </a:cubicBezTo>
                <a:cubicBezTo>
                  <a:pt x="1932195" y="1726384"/>
                  <a:pt x="1923475" y="1723788"/>
                  <a:pt x="1916972" y="1718778"/>
                </a:cubicBezTo>
                <a:cubicBezTo>
                  <a:pt x="1910470" y="1713768"/>
                  <a:pt x="1906249" y="1707438"/>
                  <a:pt x="1904310" y="1699789"/>
                </a:cubicBezTo>
                <a:lnTo>
                  <a:pt x="1996096" y="1699789"/>
                </a:lnTo>
                <a:cubicBezTo>
                  <a:pt x="1997562" y="1685325"/>
                  <a:pt x="1995804" y="1672883"/>
                  <a:pt x="1990822" y="1662461"/>
                </a:cubicBezTo>
                <a:cubicBezTo>
                  <a:pt x="1985840" y="1652039"/>
                  <a:pt x="1978615" y="1644018"/>
                  <a:pt x="1969148" y="1638396"/>
                </a:cubicBezTo>
                <a:cubicBezTo>
                  <a:pt x="1959681" y="1632775"/>
                  <a:pt x="1948952" y="1629932"/>
                  <a:pt x="1936962" y="1629869"/>
                </a:cubicBezTo>
                <a:close/>
                <a:moveTo>
                  <a:pt x="4897749" y="1597465"/>
                </a:moveTo>
                <a:lnTo>
                  <a:pt x="4897749" y="1631926"/>
                </a:lnTo>
                <a:lnTo>
                  <a:pt x="4871517" y="1631926"/>
                </a:lnTo>
                <a:lnTo>
                  <a:pt x="4871517" y="1656583"/>
                </a:lnTo>
                <a:lnTo>
                  <a:pt x="4897749" y="1656583"/>
                </a:lnTo>
                <a:lnTo>
                  <a:pt x="4897749" y="1708042"/>
                </a:lnTo>
                <a:cubicBezTo>
                  <a:pt x="4897567" y="1721388"/>
                  <a:pt x="4900628" y="1731764"/>
                  <a:pt x="4906934" y="1739171"/>
                </a:cubicBezTo>
                <a:cubicBezTo>
                  <a:pt x="4913239" y="1746579"/>
                  <a:pt x="4923883" y="1750339"/>
                  <a:pt x="4938865" y="1750452"/>
                </a:cubicBezTo>
                <a:cubicBezTo>
                  <a:pt x="4940510" y="1750447"/>
                  <a:pt x="4942428" y="1750393"/>
                  <a:pt x="4944619" y="1750291"/>
                </a:cubicBezTo>
                <a:cubicBezTo>
                  <a:pt x="4946810" y="1750189"/>
                  <a:pt x="4948664" y="1750072"/>
                  <a:pt x="4950181" y="1749938"/>
                </a:cubicBezTo>
                <a:lnTo>
                  <a:pt x="4950181" y="1726310"/>
                </a:lnTo>
                <a:cubicBezTo>
                  <a:pt x="4940022" y="1727444"/>
                  <a:pt x="4932821" y="1726457"/>
                  <a:pt x="4928578" y="1723349"/>
                </a:cubicBezTo>
                <a:cubicBezTo>
                  <a:pt x="4924335" y="1720241"/>
                  <a:pt x="4922277" y="1715139"/>
                  <a:pt x="4922406" y="1708042"/>
                </a:cubicBezTo>
                <a:lnTo>
                  <a:pt x="4922406" y="1656583"/>
                </a:lnTo>
                <a:lnTo>
                  <a:pt x="4954038" y="1656583"/>
                </a:lnTo>
                <a:lnTo>
                  <a:pt x="4954038" y="1631926"/>
                </a:lnTo>
                <a:lnTo>
                  <a:pt x="4922406" y="1631926"/>
                </a:lnTo>
                <a:lnTo>
                  <a:pt x="4922406" y="1597465"/>
                </a:lnTo>
                <a:close/>
                <a:moveTo>
                  <a:pt x="2240274" y="1597465"/>
                </a:moveTo>
                <a:lnTo>
                  <a:pt x="2240274" y="1631926"/>
                </a:lnTo>
                <a:lnTo>
                  <a:pt x="2214042" y="1631926"/>
                </a:lnTo>
                <a:lnTo>
                  <a:pt x="2214042" y="1656583"/>
                </a:lnTo>
                <a:lnTo>
                  <a:pt x="2240274" y="1656583"/>
                </a:lnTo>
                <a:lnTo>
                  <a:pt x="2240274" y="1708042"/>
                </a:lnTo>
                <a:cubicBezTo>
                  <a:pt x="2240092" y="1721388"/>
                  <a:pt x="2243153" y="1731764"/>
                  <a:pt x="2249459" y="1739171"/>
                </a:cubicBezTo>
                <a:cubicBezTo>
                  <a:pt x="2255764" y="1746579"/>
                  <a:pt x="2266408" y="1750339"/>
                  <a:pt x="2281390" y="1750452"/>
                </a:cubicBezTo>
                <a:cubicBezTo>
                  <a:pt x="2283035" y="1750447"/>
                  <a:pt x="2284953" y="1750393"/>
                  <a:pt x="2287144" y="1750291"/>
                </a:cubicBezTo>
                <a:cubicBezTo>
                  <a:pt x="2289335" y="1750189"/>
                  <a:pt x="2291189" y="1750072"/>
                  <a:pt x="2292706" y="1749938"/>
                </a:cubicBezTo>
                <a:lnTo>
                  <a:pt x="2292706" y="1726310"/>
                </a:lnTo>
                <a:cubicBezTo>
                  <a:pt x="2282547" y="1727444"/>
                  <a:pt x="2275346" y="1726457"/>
                  <a:pt x="2271103" y="1723349"/>
                </a:cubicBezTo>
                <a:cubicBezTo>
                  <a:pt x="2266859" y="1720241"/>
                  <a:pt x="2264802" y="1715139"/>
                  <a:pt x="2264931" y="1708042"/>
                </a:cubicBezTo>
                <a:lnTo>
                  <a:pt x="2264931" y="1656583"/>
                </a:lnTo>
                <a:lnTo>
                  <a:pt x="2296563" y="1656583"/>
                </a:lnTo>
                <a:lnTo>
                  <a:pt x="2296563" y="1631926"/>
                </a:lnTo>
                <a:lnTo>
                  <a:pt x="2264931" y="1631926"/>
                </a:lnTo>
                <a:lnTo>
                  <a:pt x="2264931" y="1597465"/>
                </a:lnTo>
                <a:close/>
                <a:moveTo>
                  <a:pt x="5987698" y="1584349"/>
                </a:moveTo>
                <a:cubicBezTo>
                  <a:pt x="5983480" y="1584445"/>
                  <a:pt x="5979969" y="1585858"/>
                  <a:pt x="5977165" y="1588588"/>
                </a:cubicBezTo>
                <a:cubicBezTo>
                  <a:pt x="5974360" y="1591317"/>
                  <a:pt x="5972905" y="1594785"/>
                  <a:pt x="5972798" y="1598992"/>
                </a:cubicBezTo>
                <a:cubicBezTo>
                  <a:pt x="5972905" y="1603209"/>
                  <a:pt x="5974360" y="1606720"/>
                  <a:pt x="5977165" y="1609525"/>
                </a:cubicBezTo>
                <a:cubicBezTo>
                  <a:pt x="5979969" y="1612329"/>
                  <a:pt x="5983480" y="1613785"/>
                  <a:pt x="5987698" y="1613892"/>
                </a:cubicBezTo>
                <a:cubicBezTo>
                  <a:pt x="5991792" y="1613785"/>
                  <a:pt x="5995228" y="1612329"/>
                  <a:pt x="5998005" y="1609525"/>
                </a:cubicBezTo>
                <a:cubicBezTo>
                  <a:pt x="6000783" y="1606720"/>
                  <a:pt x="6002228" y="1603209"/>
                  <a:pt x="6002341" y="1598992"/>
                </a:cubicBezTo>
                <a:cubicBezTo>
                  <a:pt x="6002228" y="1594785"/>
                  <a:pt x="6000783" y="1591317"/>
                  <a:pt x="5998005" y="1588588"/>
                </a:cubicBezTo>
                <a:cubicBezTo>
                  <a:pt x="5995228" y="1585858"/>
                  <a:pt x="5991792" y="1584445"/>
                  <a:pt x="5987698" y="1584349"/>
                </a:cubicBezTo>
                <a:close/>
                <a:moveTo>
                  <a:pt x="5711473" y="1584349"/>
                </a:moveTo>
                <a:cubicBezTo>
                  <a:pt x="5707255" y="1584445"/>
                  <a:pt x="5703744" y="1585858"/>
                  <a:pt x="5700940" y="1588588"/>
                </a:cubicBezTo>
                <a:cubicBezTo>
                  <a:pt x="5698135" y="1591317"/>
                  <a:pt x="5696680" y="1594785"/>
                  <a:pt x="5696572" y="1598992"/>
                </a:cubicBezTo>
                <a:cubicBezTo>
                  <a:pt x="5696680" y="1603209"/>
                  <a:pt x="5698135" y="1606720"/>
                  <a:pt x="5700940" y="1609525"/>
                </a:cubicBezTo>
                <a:cubicBezTo>
                  <a:pt x="5703744" y="1612329"/>
                  <a:pt x="5707255" y="1613785"/>
                  <a:pt x="5711473" y="1613892"/>
                </a:cubicBezTo>
                <a:cubicBezTo>
                  <a:pt x="5715567" y="1613785"/>
                  <a:pt x="5719003" y="1612329"/>
                  <a:pt x="5721780" y="1609525"/>
                </a:cubicBezTo>
                <a:cubicBezTo>
                  <a:pt x="5724558" y="1606720"/>
                  <a:pt x="5726003" y="1603209"/>
                  <a:pt x="5726116" y="1598992"/>
                </a:cubicBezTo>
                <a:cubicBezTo>
                  <a:pt x="5726003" y="1594785"/>
                  <a:pt x="5724558" y="1591317"/>
                  <a:pt x="5721780" y="1588588"/>
                </a:cubicBezTo>
                <a:cubicBezTo>
                  <a:pt x="5719003" y="1585858"/>
                  <a:pt x="5715567" y="1584445"/>
                  <a:pt x="5711473" y="1584349"/>
                </a:cubicBezTo>
                <a:close/>
                <a:moveTo>
                  <a:pt x="5463823" y="1584349"/>
                </a:moveTo>
                <a:cubicBezTo>
                  <a:pt x="5459605" y="1584445"/>
                  <a:pt x="5456094" y="1585858"/>
                  <a:pt x="5453290" y="1588588"/>
                </a:cubicBezTo>
                <a:cubicBezTo>
                  <a:pt x="5450485" y="1591317"/>
                  <a:pt x="5449030" y="1594785"/>
                  <a:pt x="5448923" y="1598992"/>
                </a:cubicBezTo>
                <a:cubicBezTo>
                  <a:pt x="5449030" y="1603209"/>
                  <a:pt x="5450485" y="1606720"/>
                  <a:pt x="5453290" y="1609525"/>
                </a:cubicBezTo>
                <a:cubicBezTo>
                  <a:pt x="5456094" y="1612329"/>
                  <a:pt x="5459605" y="1613785"/>
                  <a:pt x="5463823" y="1613892"/>
                </a:cubicBezTo>
                <a:cubicBezTo>
                  <a:pt x="5467917" y="1613785"/>
                  <a:pt x="5471353" y="1612329"/>
                  <a:pt x="5474130" y="1609525"/>
                </a:cubicBezTo>
                <a:cubicBezTo>
                  <a:pt x="5476908" y="1606720"/>
                  <a:pt x="5478353" y="1603209"/>
                  <a:pt x="5478466" y="1598992"/>
                </a:cubicBezTo>
                <a:cubicBezTo>
                  <a:pt x="5478353" y="1594785"/>
                  <a:pt x="5476908" y="1591317"/>
                  <a:pt x="5474130" y="1588588"/>
                </a:cubicBezTo>
                <a:cubicBezTo>
                  <a:pt x="5471353" y="1585858"/>
                  <a:pt x="5467917" y="1584445"/>
                  <a:pt x="5463823" y="1584349"/>
                </a:cubicBezTo>
                <a:close/>
                <a:moveTo>
                  <a:pt x="3987447" y="1584349"/>
                </a:moveTo>
                <a:cubicBezTo>
                  <a:pt x="3983230" y="1584445"/>
                  <a:pt x="3979719" y="1585858"/>
                  <a:pt x="3976915" y="1588588"/>
                </a:cubicBezTo>
                <a:cubicBezTo>
                  <a:pt x="3974111" y="1591317"/>
                  <a:pt x="3972655" y="1594785"/>
                  <a:pt x="3972548" y="1598992"/>
                </a:cubicBezTo>
                <a:cubicBezTo>
                  <a:pt x="3972655" y="1603209"/>
                  <a:pt x="3974111" y="1606720"/>
                  <a:pt x="3976915" y="1609525"/>
                </a:cubicBezTo>
                <a:cubicBezTo>
                  <a:pt x="3979719" y="1612329"/>
                  <a:pt x="3983230" y="1613785"/>
                  <a:pt x="3987447" y="1613892"/>
                </a:cubicBezTo>
                <a:cubicBezTo>
                  <a:pt x="3991542" y="1613785"/>
                  <a:pt x="3994978" y="1612329"/>
                  <a:pt x="3997756" y="1609525"/>
                </a:cubicBezTo>
                <a:cubicBezTo>
                  <a:pt x="4000533" y="1606720"/>
                  <a:pt x="4001978" y="1603209"/>
                  <a:pt x="4002091" y="1598992"/>
                </a:cubicBezTo>
                <a:cubicBezTo>
                  <a:pt x="4001978" y="1594785"/>
                  <a:pt x="4000533" y="1591317"/>
                  <a:pt x="3997756" y="1588588"/>
                </a:cubicBezTo>
                <a:cubicBezTo>
                  <a:pt x="3994978" y="1585858"/>
                  <a:pt x="3991542" y="1584445"/>
                  <a:pt x="3987447" y="1584349"/>
                </a:cubicBezTo>
                <a:close/>
                <a:moveTo>
                  <a:pt x="3625498" y="1584349"/>
                </a:moveTo>
                <a:cubicBezTo>
                  <a:pt x="3621280" y="1584445"/>
                  <a:pt x="3617769" y="1585858"/>
                  <a:pt x="3614965" y="1588588"/>
                </a:cubicBezTo>
                <a:cubicBezTo>
                  <a:pt x="3612160" y="1591317"/>
                  <a:pt x="3610705" y="1594785"/>
                  <a:pt x="3610598" y="1598992"/>
                </a:cubicBezTo>
                <a:cubicBezTo>
                  <a:pt x="3610705" y="1603209"/>
                  <a:pt x="3612160" y="1606720"/>
                  <a:pt x="3614965" y="1609525"/>
                </a:cubicBezTo>
                <a:cubicBezTo>
                  <a:pt x="3617769" y="1612329"/>
                  <a:pt x="3621280" y="1613785"/>
                  <a:pt x="3625498" y="1613892"/>
                </a:cubicBezTo>
                <a:cubicBezTo>
                  <a:pt x="3629592" y="1613785"/>
                  <a:pt x="3633028" y="1612329"/>
                  <a:pt x="3635806" y="1609525"/>
                </a:cubicBezTo>
                <a:cubicBezTo>
                  <a:pt x="3638583" y="1606720"/>
                  <a:pt x="3640028" y="1603209"/>
                  <a:pt x="3640141" y="1598992"/>
                </a:cubicBezTo>
                <a:cubicBezTo>
                  <a:pt x="3640028" y="1594785"/>
                  <a:pt x="3638583" y="1591317"/>
                  <a:pt x="3635806" y="1588588"/>
                </a:cubicBezTo>
                <a:cubicBezTo>
                  <a:pt x="3633028" y="1585858"/>
                  <a:pt x="3629592" y="1584445"/>
                  <a:pt x="3625498" y="1584349"/>
                </a:cubicBezTo>
                <a:close/>
                <a:moveTo>
                  <a:pt x="3454048" y="1584349"/>
                </a:moveTo>
                <a:cubicBezTo>
                  <a:pt x="3449830" y="1584445"/>
                  <a:pt x="3446319" y="1585858"/>
                  <a:pt x="3443515" y="1588588"/>
                </a:cubicBezTo>
                <a:cubicBezTo>
                  <a:pt x="3440710" y="1591317"/>
                  <a:pt x="3439255" y="1594785"/>
                  <a:pt x="3439148" y="1598992"/>
                </a:cubicBezTo>
                <a:cubicBezTo>
                  <a:pt x="3439255" y="1603209"/>
                  <a:pt x="3440710" y="1606720"/>
                  <a:pt x="3443515" y="1609525"/>
                </a:cubicBezTo>
                <a:cubicBezTo>
                  <a:pt x="3446319" y="1612329"/>
                  <a:pt x="3449830" y="1613785"/>
                  <a:pt x="3454048" y="1613892"/>
                </a:cubicBezTo>
                <a:cubicBezTo>
                  <a:pt x="3458142" y="1613785"/>
                  <a:pt x="3461578" y="1612329"/>
                  <a:pt x="3464356" y="1609525"/>
                </a:cubicBezTo>
                <a:cubicBezTo>
                  <a:pt x="3467133" y="1606720"/>
                  <a:pt x="3468578" y="1603209"/>
                  <a:pt x="3468691" y="1598992"/>
                </a:cubicBezTo>
                <a:cubicBezTo>
                  <a:pt x="3468578" y="1594785"/>
                  <a:pt x="3467133" y="1591317"/>
                  <a:pt x="3464356" y="1588588"/>
                </a:cubicBezTo>
                <a:cubicBezTo>
                  <a:pt x="3461578" y="1585858"/>
                  <a:pt x="3458142" y="1584445"/>
                  <a:pt x="3454048" y="1584349"/>
                </a:cubicBezTo>
                <a:close/>
                <a:moveTo>
                  <a:pt x="2177698" y="1584349"/>
                </a:moveTo>
                <a:cubicBezTo>
                  <a:pt x="2173480" y="1584445"/>
                  <a:pt x="2169969" y="1585858"/>
                  <a:pt x="2167165" y="1588588"/>
                </a:cubicBezTo>
                <a:cubicBezTo>
                  <a:pt x="2164360" y="1591317"/>
                  <a:pt x="2162905" y="1594785"/>
                  <a:pt x="2162798" y="1598992"/>
                </a:cubicBezTo>
                <a:cubicBezTo>
                  <a:pt x="2162905" y="1603209"/>
                  <a:pt x="2164360" y="1606720"/>
                  <a:pt x="2167165" y="1609525"/>
                </a:cubicBezTo>
                <a:cubicBezTo>
                  <a:pt x="2169969" y="1612329"/>
                  <a:pt x="2173480" y="1613785"/>
                  <a:pt x="2177698" y="1613892"/>
                </a:cubicBezTo>
                <a:cubicBezTo>
                  <a:pt x="2181792" y="1613785"/>
                  <a:pt x="2185228" y="1612329"/>
                  <a:pt x="2188006" y="1609525"/>
                </a:cubicBezTo>
                <a:cubicBezTo>
                  <a:pt x="2190783" y="1606720"/>
                  <a:pt x="2192228" y="1603209"/>
                  <a:pt x="2192341" y="1598992"/>
                </a:cubicBezTo>
                <a:cubicBezTo>
                  <a:pt x="2192228" y="1594785"/>
                  <a:pt x="2190783" y="1591317"/>
                  <a:pt x="2188006" y="1588588"/>
                </a:cubicBezTo>
                <a:cubicBezTo>
                  <a:pt x="2185228" y="1585858"/>
                  <a:pt x="2181792" y="1584445"/>
                  <a:pt x="2177698" y="1584349"/>
                </a:cubicBezTo>
                <a:close/>
                <a:moveTo>
                  <a:pt x="5642325" y="1563116"/>
                </a:moveTo>
                <a:cubicBezTo>
                  <a:pt x="5636679" y="1563584"/>
                  <a:pt x="5631766" y="1564823"/>
                  <a:pt x="5627584" y="1566835"/>
                </a:cubicBezTo>
                <a:cubicBezTo>
                  <a:pt x="5619221" y="1570859"/>
                  <a:pt x="5613244" y="1577013"/>
                  <a:pt x="5609651" y="1585296"/>
                </a:cubicBezTo>
                <a:cubicBezTo>
                  <a:pt x="5606059" y="1593578"/>
                  <a:pt x="5604308" y="1603031"/>
                  <a:pt x="5604399" y="1613654"/>
                </a:cubicBezTo>
                <a:lnTo>
                  <a:pt x="5604399" y="1631926"/>
                </a:lnTo>
                <a:lnTo>
                  <a:pt x="5578939" y="1631926"/>
                </a:lnTo>
                <a:lnTo>
                  <a:pt x="5578939" y="1656583"/>
                </a:lnTo>
                <a:lnTo>
                  <a:pt x="5604399" y="1656583"/>
                </a:lnTo>
                <a:lnTo>
                  <a:pt x="5604399" y="1749166"/>
                </a:lnTo>
                <a:lnTo>
                  <a:pt x="5629056" y="1749166"/>
                </a:lnTo>
                <a:lnTo>
                  <a:pt x="5629056" y="1656583"/>
                </a:lnTo>
                <a:lnTo>
                  <a:pt x="5663774" y="1656583"/>
                </a:lnTo>
                <a:lnTo>
                  <a:pt x="5663774" y="1631926"/>
                </a:lnTo>
                <a:lnTo>
                  <a:pt x="5629056" y="1631926"/>
                </a:lnTo>
                <a:lnTo>
                  <a:pt x="5629056" y="1613654"/>
                </a:lnTo>
                <a:cubicBezTo>
                  <a:pt x="5628831" y="1603725"/>
                  <a:pt x="5631081" y="1596369"/>
                  <a:pt x="5635807" y="1591588"/>
                </a:cubicBezTo>
                <a:cubicBezTo>
                  <a:pt x="5640532" y="1586807"/>
                  <a:pt x="5649083" y="1585498"/>
                  <a:pt x="5661460" y="1587661"/>
                </a:cubicBezTo>
                <a:lnTo>
                  <a:pt x="5661460" y="1564031"/>
                </a:lnTo>
                <a:cubicBezTo>
                  <a:pt x="5654349" y="1562954"/>
                  <a:pt x="5647971" y="1562649"/>
                  <a:pt x="5642325" y="1563116"/>
                </a:cubicBezTo>
                <a:close/>
                <a:moveTo>
                  <a:pt x="5391773" y="1538283"/>
                </a:moveTo>
                <a:lnTo>
                  <a:pt x="5391773" y="1749166"/>
                </a:lnTo>
                <a:lnTo>
                  <a:pt x="5416429" y="1749166"/>
                </a:lnTo>
                <a:lnTo>
                  <a:pt x="5416429" y="1538283"/>
                </a:lnTo>
                <a:close/>
                <a:moveTo>
                  <a:pt x="3381998" y="1538283"/>
                </a:moveTo>
                <a:lnTo>
                  <a:pt x="3381998" y="1749166"/>
                </a:lnTo>
                <a:lnTo>
                  <a:pt x="3406654" y="1749166"/>
                </a:lnTo>
                <a:lnTo>
                  <a:pt x="3406654" y="1538283"/>
                </a:lnTo>
                <a:close/>
                <a:moveTo>
                  <a:pt x="3324848" y="1538283"/>
                </a:moveTo>
                <a:lnTo>
                  <a:pt x="3324848" y="1749166"/>
                </a:lnTo>
                <a:lnTo>
                  <a:pt x="3349504" y="1749166"/>
                </a:lnTo>
                <a:lnTo>
                  <a:pt x="3349504" y="1538283"/>
                </a:lnTo>
                <a:close/>
                <a:moveTo>
                  <a:pt x="2762873" y="1538283"/>
                </a:moveTo>
                <a:lnTo>
                  <a:pt x="2762873" y="1749166"/>
                </a:lnTo>
                <a:lnTo>
                  <a:pt x="2787529" y="1749166"/>
                </a:lnTo>
                <a:lnTo>
                  <a:pt x="2787529" y="1538283"/>
                </a:lnTo>
                <a:close/>
                <a:moveTo>
                  <a:pt x="4354773" y="1393703"/>
                </a:moveTo>
                <a:lnTo>
                  <a:pt x="4375360" y="1393703"/>
                </a:lnTo>
                <a:lnTo>
                  <a:pt x="4375360" y="1404772"/>
                </a:lnTo>
                <a:cubicBezTo>
                  <a:pt x="4374346" y="1409594"/>
                  <a:pt x="4371355" y="1414238"/>
                  <a:pt x="4366385" y="1418706"/>
                </a:cubicBezTo>
                <a:cubicBezTo>
                  <a:pt x="4361415" y="1423173"/>
                  <a:pt x="4354371" y="1425565"/>
                  <a:pt x="4345252" y="1425882"/>
                </a:cubicBezTo>
                <a:cubicBezTo>
                  <a:pt x="4339151" y="1425839"/>
                  <a:pt x="4333983" y="1424509"/>
                  <a:pt x="4329747" y="1421891"/>
                </a:cubicBezTo>
                <a:cubicBezTo>
                  <a:pt x="4325512" y="1419274"/>
                  <a:pt x="4323303" y="1415627"/>
                  <a:pt x="4323121" y="1410950"/>
                </a:cubicBezTo>
                <a:cubicBezTo>
                  <a:pt x="4323121" y="1405164"/>
                  <a:pt x="4325759" y="1400841"/>
                  <a:pt x="4331034" y="1397982"/>
                </a:cubicBezTo>
                <a:cubicBezTo>
                  <a:pt x="4336309" y="1395124"/>
                  <a:pt x="4344222" y="1393697"/>
                  <a:pt x="4354773" y="1393703"/>
                </a:cubicBezTo>
                <a:close/>
                <a:moveTo>
                  <a:pt x="2183073" y="1393703"/>
                </a:moveTo>
                <a:lnTo>
                  <a:pt x="2203660" y="1393703"/>
                </a:lnTo>
                <a:lnTo>
                  <a:pt x="2203660" y="1404772"/>
                </a:lnTo>
                <a:cubicBezTo>
                  <a:pt x="2202647" y="1409594"/>
                  <a:pt x="2199655" y="1414238"/>
                  <a:pt x="2194685" y="1418706"/>
                </a:cubicBezTo>
                <a:cubicBezTo>
                  <a:pt x="2189715" y="1423173"/>
                  <a:pt x="2182671" y="1425565"/>
                  <a:pt x="2173552" y="1425882"/>
                </a:cubicBezTo>
                <a:cubicBezTo>
                  <a:pt x="2167451" y="1425839"/>
                  <a:pt x="2162283" y="1424509"/>
                  <a:pt x="2158048" y="1421891"/>
                </a:cubicBezTo>
                <a:cubicBezTo>
                  <a:pt x="2153812" y="1419274"/>
                  <a:pt x="2151603" y="1415627"/>
                  <a:pt x="2151421" y="1410950"/>
                </a:cubicBezTo>
                <a:cubicBezTo>
                  <a:pt x="2151421" y="1405164"/>
                  <a:pt x="2154059" y="1400841"/>
                  <a:pt x="2159334" y="1397982"/>
                </a:cubicBezTo>
                <a:cubicBezTo>
                  <a:pt x="2164610" y="1395124"/>
                  <a:pt x="2172523" y="1393697"/>
                  <a:pt x="2183073" y="1393703"/>
                </a:cubicBezTo>
                <a:close/>
                <a:moveTo>
                  <a:pt x="7035152" y="1349726"/>
                </a:moveTo>
                <a:cubicBezTo>
                  <a:pt x="7045321" y="1349988"/>
                  <a:pt x="7053800" y="1353515"/>
                  <a:pt x="7060592" y="1360307"/>
                </a:cubicBezTo>
                <a:cubicBezTo>
                  <a:pt x="7067383" y="1367098"/>
                  <a:pt x="7070910" y="1375578"/>
                  <a:pt x="7071173" y="1385746"/>
                </a:cubicBezTo>
                <a:cubicBezTo>
                  <a:pt x="7070910" y="1396027"/>
                  <a:pt x="7067383" y="1404539"/>
                  <a:pt x="7060592" y="1411282"/>
                </a:cubicBezTo>
                <a:cubicBezTo>
                  <a:pt x="7053800" y="1418025"/>
                  <a:pt x="7045321" y="1421520"/>
                  <a:pt x="7035152" y="1421767"/>
                </a:cubicBezTo>
                <a:cubicBezTo>
                  <a:pt x="7024861" y="1421520"/>
                  <a:pt x="7016306" y="1418025"/>
                  <a:pt x="7009488" y="1411282"/>
                </a:cubicBezTo>
                <a:cubicBezTo>
                  <a:pt x="7002670" y="1404539"/>
                  <a:pt x="6999132" y="1396027"/>
                  <a:pt x="6998875" y="1385746"/>
                </a:cubicBezTo>
                <a:cubicBezTo>
                  <a:pt x="6999132" y="1375578"/>
                  <a:pt x="7002670" y="1367098"/>
                  <a:pt x="7009488" y="1360307"/>
                </a:cubicBezTo>
                <a:cubicBezTo>
                  <a:pt x="7016306" y="1353515"/>
                  <a:pt x="7024861" y="1349988"/>
                  <a:pt x="7035152" y="1349726"/>
                </a:cubicBezTo>
                <a:close/>
                <a:moveTo>
                  <a:pt x="6597003" y="1349726"/>
                </a:moveTo>
                <a:cubicBezTo>
                  <a:pt x="6607171" y="1349988"/>
                  <a:pt x="6615651" y="1353515"/>
                  <a:pt x="6622442" y="1360307"/>
                </a:cubicBezTo>
                <a:cubicBezTo>
                  <a:pt x="6629233" y="1367098"/>
                  <a:pt x="6632760" y="1375578"/>
                  <a:pt x="6633023" y="1385746"/>
                </a:cubicBezTo>
                <a:cubicBezTo>
                  <a:pt x="6632760" y="1396027"/>
                  <a:pt x="6629233" y="1404539"/>
                  <a:pt x="6622442" y="1411282"/>
                </a:cubicBezTo>
                <a:cubicBezTo>
                  <a:pt x="6615651" y="1418025"/>
                  <a:pt x="6607170" y="1421520"/>
                  <a:pt x="6597003" y="1421767"/>
                </a:cubicBezTo>
                <a:cubicBezTo>
                  <a:pt x="6586711" y="1421520"/>
                  <a:pt x="6578156" y="1418025"/>
                  <a:pt x="6571338" y="1411282"/>
                </a:cubicBezTo>
                <a:cubicBezTo>
                  <a:pt x="6564520" y="1404539"/>
                  <a:pt x="6560982" y="1396027"/>
                  <a:pt x="6560725" y="1385746"/>
                </a:cubicBezTo>
                <a:cubicBezTo>
                  <a:pt x="6560982" y="1375578"/>
                  <a:pt x="6564520" y="1367098"/>
                  <a:pt x="6571338" y="1360307"/>
                </a:cubicBezTo>
                <a:cubicBezTo>
                  <a:pt x="6578156" y="1353515"/>
                  <a:pt x="6586711" y="1349988"/>
                  <a:pt x="6597003" y="1349726"/>
                </a:cubicBezTo>
                <a:close/>
                <a:moveTo>
                  <a:pt x="6349353" y="1349726"/>
                </a:moveTo>
                <a:cubicBezTo>
                  <a:pt x="6359521" y="1349988"/>
                  <a:pt x="6368001" y="1353515"/>
                  <a:pt x="6374792" y="1360307"/>
                </a:cubicBezTo>
                <a:cubicBezTo>
                  <a:pt x="6381583" y="1367098"/>
                  <a:pt x="6385110" y="1375578"/>
                  <a:pt x="6385373" y="1385746"/>
                </a:cubicBezTo>
                <a:cubicBezTo>
                  <a:pt x="6385110" y="1396027"/>
                  <a:pt x="6381583" y="1404539"/>
                  <a:pt x="6374792" y="1411282"/>
                </a:cubicBezTo>
                <a:cubicBezTo>
                  <a:pt x="6368001" y="1418025"/>
                  <a:pt x="6359521" y="1421520"/>
                  <a:pt x="6349353" y="1421767"/>
                </a:cubicBezTo>
                <a:cubicBezTo>
                  <a:pt x="6339061" y="1421520"/>
                  <a:pt x="6330506" y="1418025"/>
                  <a:pt x="6323688" y="1411282"/>
                </a:cubicBezTo>
                <a:cubicBezTo>
                  <a:pt x="6316870" y="1404539"/>
                  <a:pt x="6313332" y="1396027"/>
                  <a:pt x="6313075" y="1385746"/>
                </a:cubicBezTo>
                <a:cubicBezTo>
                  <a:pt x="6313332" y="1375578"/>
                  <a:pt x="6316870" y="1367098"/>
                  <a:pt x="6323688" y="1360307"/>
                </a:cubicBezTo>
                <a:cubicBezTo>
                  <a:pt x="6330506" y="1353515"/>
                  <a:pt x="6339061" y="1349988"/>
                  <a:pt x="6349353" y="1349726"/>
                </a:cubicBezTo>
                <a:close/>
                <a:moveTo>
                  <a:pt x="6044552" y="1349726"/>
                </a:moveTo>
                <a:cubicBezTo>
                  <a:pt x="6054721" y="1349988"/>
                  <a:pt x="6063201" y="1353515"/>
                  <a:pt x="6069992" y="1360307"/>
                </a:cubicBezTo>
                <a:cubicBezTo>
                  <a:pt x="6076783" y="1367098"/>
                  <a:pt x="6080310" y="1375578"/>
                  <a:pt x="6080573" y="1385746"/>
                </a:cubicBezTo>
                <a:cubicBezTo>
                  <a:pt x="6080310" y="1396027"/>
                  <a:pt x="6076783" y="1404539"/>
                  <a:pt x="6069992" y="1411282"/>
                </a:cubicBezTo>
                <a:cubicBezTo>
                  <a:pt x="6063201" y="1418025"/>
                  <a:pt x="6054721" y="1421520"/>
                  <a:pt x="6044552" y="1421767"/>
                </a:cubicBezTo>
                <a:cubicBezTo>
                  <a:pt x="6034261" y="1421520"/>
                  <a:pt x="6025706" y="1418025"/>
                  <a:pt x="6018888" y="1411282"/>
                </a:cubicBezTo>
                <a:cubicBezTo>
                  <a:pt x="6012070" y="1404539"/>
                  <a:pt x="6008532" y="1396027"/>
                  <a:pt x="6008275" y="1385746"/>
                </a:cubicBezTo>
                <a:cubicBezTo>
                  <a:pt x="6008532" y="1375578"/>
                  <a:pt x="6012070" y="1367098"/>
                  <a:pt x="6018888" y="1360307"/>
                </a:cubicBezTo>
                <a:cubicBezTo>
                  <a:pt x="6025706" y="1353515"/>
                  <a:pt x="6034261" y="1349988"/>
                  <a:pt x="6044552" y="1349726"/>
                </a:cubicBezTo>
                <a:close/>
                <a:moveTo>
                  <a:pt x="5825477" y="1349726"/>
                </a:moveTo>
                <a:cubicBezTo>
                  <a:pt x="5835645" y="1349988"/>
                  <a:pt x="5844125" y="1353515"/>
                  <a:pt x="5850917" y="1360307"/>
                </a:cubicBezTo>
                <a:cubicBezTo>
                  <a:pt x="5857708" y="1367098"/>
                  <a:pt x="5861235" y="1375578"/>
                  <a:pt x="5861498" y="1385746"/>
                </a:cubicBezTo>
                <a:cubicBezTo>
                  <a:pt x="5861235" y="1396027"/>
                  <a:pt x="5857708" y="1404539"/>
                  <a:pt x="5850917" y="1411282"/>
                </a:cubicBezTo>
                <a:cubicBezTo>
                  <a:pt x="5844125" y="1418025"/>
                  <a:pt x="5835645" y="1421520"/>
                  <a:pt x="5825477" y="1421767"/>
                </a:cubicBezTo>
                <a:cubicBezTo>
                  <a:pt x="5815186" y="1421520"/>
                  <a:pt x="5806631" y="1418025"/>
                  <a:pt x="5799812" y="1411282"/>
                </a:cubicBezTo>
                <a:cubicBezTo>
                  <a:pt x="5792995" y="1404539"/>
                  <a:pt x="5789457" y="1396027"/>
                  <a:pt x="5789200" y="1385746"/>
                </a:cubicBezTo>
                <a:cubicBezTo>
                  <a:pt x="5789457" y="1375578"/>
                  <a:pt x="5792995" y="1367098"/>
                  <a:pt x="5799812" y="1360307"/>
                </a:cubicBezTo>
                <a:cubicBezTo>
                  <a:pt x="5806631" y="1353515"/>
                  <a:pt x="5815186" y="1349988"/>
                  <a:pt x="5825477" y="1349726"/>
                </a:cubicBezTo>
                <a:close/>
                <a:moveTo>
                  <a:pt x="5681307" y="1349726"/>
                </a:moveTo>
                <a:cubicBezTo>
                  <a:pt x="5691475" y="1349988"/>
                  <a:pt x="5699955" y="1353515"/>
                  <a:pt x="5706746" y="1360307"/>
                </a:cubicBezTo>
                <a:cubicBezTo>
                  <a:pt x="5713538" y="1367098"/>
                  <a:pt x="5717065" y="1375578"/>
                  <a:pt x="5717327" y="1385746"/>
                </a:cubicBezTo>
                <a:cubicBezTo>
                  <a:pt x="5717065" y="1396027"/>
                  <a:pt x="5713538" y="1404539"/>
                  <a:pt x="5706746" y="1411282"/>
                </a:cubicBezTo>
                <a:cubicBezTo>
                  <a:pt x="5699955" y="1418025"/>
                  <a:pt x="5691475" y="1421520"/>
                  <a:pt x="5681307" y="1421767"/>
                </a:cubicBezTo>
                <a:cubicBezTo>
                  <a:pt x="5671015" y="1421520"/>
                  <a:pt x="5662461" y="1418025"/>
                  <a:pt x="5655643" y="1411282"/>
                </a:cubicBezTo>
                <a:cubicBezTo>
                  <a:pt x="5648824" y="1404539"/>
                  <a:pt x="5645286" y="1396027"/>
                  <a:pt x="5645029" y="1385746"/>
                </a:cubicBezTo>
                <a:cubicBezTo>
                  <a:pt x="5645286" y="1375578"/>
                  <a:pt x="5648824" y="1367098"/>
                  <a:pt x="5655643" y="1360307"/>
                </a:cubicBezTo>
                <a:cubicBezTo>
                  <a:pt x="5662461" y="1353515"/>
                  <a:pt x="5671015" y="1349988"/>
                  <a:pt x="5681307" y="1349726"/>
                </a:cubicBezTo>
                <a:close/>
                <a:moveTo>
                  <a:pt x="5528907" y="1349726"/>
                </a:moveTo>
                <a:cubicBezTo>
                  <a:pt x="5539075" y="1349988"/>
                  <a:pt x="5547555" y="1353515"/>
                  <a:pt x="5554346" y="1360307"/>
                </a:cubicBezTo>
                <a:cubicBezTo>
                  <a:pt x="5561138" y="1367098"/>
                  <a:pt x="5564665" y="1375578"/>
                  <a:pt x="5564927" y="1385746"/>
                </a:cubicBezTo>
                <a:cubicBezTo>
                  <a:pt x="5564665" y="1396027"/>
                  <a:pt x="5561138" y="1404539"/>
                  <a:pt x="5554346" y="1411282"/>
                </a:cubicBezTo>
                <a:cubicBezTo>
                  <a:pt x="5547555" y="1418025"/>
                  <a:pt x="5539075" y="1421520"/>
                  <a:pt x="5528907" y="1421767"/>
                </a:cubicBezTo>
                <a:cubicBezTo>
                  <a:pt x="5518615" y="1421520"/>
                  <a:pt x="5510060" y="1418025"/>
                  <a:pt x="5503243" y="1411282"/>
                </a:cubicBezTo>
                <a:cubicBezTo>
                  <a:pt x="5496424" y="1404539"/>
                  <a:pt x="5492886" y="1396027"/>
                  <a:pt x="5492629" y="1385746"/>
                </a:cubicBezTo>
                <a:cubicBezTo>
                  <a:pt x="5492886" y="1375578"/>
                  <a:pt x="5496424" y="1367098"/>
                  <a:pt x="5503243" y="1360307"/>
                </a:cubicBezTo>
                <a:cubicBezTo>
                  <a:pt x="5510060" y="1353515"/>
                  <a:pt x="5518615" y="1349988"/>
                  <a:pt x="5528907" y="1349726"/>
                </a:cubicBezTo>
                <a:close/>
                <a:moveTo>
                  <a:pt x="5120627" y="1349726"/>
                </a:moveTo>
                <a:cubicBezTo>
                  <a:pt x="5130795" y="1349988"/>
                  <a:pt x="5139275" y="1353515"/>
                  <a:pt x="5146067" y="1360307"/>
                </a:cubicBezTo>
                <a:cubicBezTo>
                  <a:pt x="5152858" y="1367098"/>
                  <a:pt x="5156385" y="1375578"/>
                  <a:pt x="5156648" y="1385746"/>
                </a:cubicBezTo>
                <a:cubicBezTo>
                  <a:pt x="5156385" y="1396027"/>
                  <a:pt x="5152858" y="1404539"/>
                  <a:pt x="5146067" y="1411282"/>
                </a:cubicBezTo>
                <a:cubicBezTo>
                  <a:pt x="5139275" y="1418025"/>
                  <a:pt x="5130795" y="1421520"/>
                  <a:pt x="5120627" y="1421767"/>
                </a:cubicBezTo>
                <a:cubicBezTo>
                  <a:pt x="5110336" y="1421520"/>
                  <a:pt x="5101781" y="1418025"/>
                  <a:pt x="5094963" y="1411282"/>
                </a:cubicBezTo>
                <a:cubicBezTo>
                  <a:pt x="5088145" y="1404539"/>
                  <a:pt x="5084607" y="1396027"/>
                  <a:pt x="5084349" y="1385746"/>
                </a:cubicBezTo>
                <a:cubicBezTo>
                  <a:pt x="5084607" y="1375578"/>
                  <a:pt x="5088145" y="1367098"/>
                  <a:pt x="5094963" y="1360307"/>
                </a:cubicBezTo>
                <a:cubicBezTo>
                  <a:pt x="5101781" y="1353515"/>
                  <a:pt x="5110336" y="1349988"/>
                  <a:pt x="5120627" y="1349726"/>
                </a:cubicBezTo>
                <a:close/>
                <a:moveTo>
                  <a:pt x="4491977" y="1349726"/>
                </a:moveTo>
                <a:cubicBezTo>
                  <a:pt x="4502145" y="1349988"/>
                  <a:pt x="4510625" y="1353515"/>
                  <a:pt x="4517417" y="1360307"/>
                </a:cubicBezTo>
                <a:cubicBezTo>
                  <a:pt x="4524208" y="1367098"/>
                  <a:pt x="4527735" y="1375578"/>
                  <a:pt x="4527998" y="1385746"/>
                </a:cubicBezTo>
                <a:cubicBezTo>
                  <a:pt x="4527735" y="1396027"/>
                  <a:pt x="4524208" y="1404539"/>
                  <a:pt x="4517417" y="1411282"/>
                </a:cubicBezTo>
                <a:cubicBezTo>
                  <a:pt x="4510625" y="1418025"/>
                  <a:pt x="4502145" y="1421520"/>
                  <a:pt x="4491977" y="1421767"/>
                </a:cubicBezTo>
                <a:cubicBezTo>
                  <a:pt x="4481686" y="1421520"/>
                  <a:pt x="4473131" y="1418025"/>
                  <a:pt x="4466313" y="1411282"/>
                </a:cubicBezTo>
                <a:cubicBezTo>
                  <a:pt x="4459495" y="1404539"/>
                  <a:pt x="4455957" y="1396027"/>
                  <a:pt x="4455699" y="1385746"/>
                </a:cubicBezTo>
                <a:cubicBezTo>
                  <a:pt x="4455957" y="1375578"/>
                  <a:pt x="4459495" y="1367098"/>
                  <a:pt x="4466313" y="1360307"/>
                </a:cubicBezTo>
                <a:cubicBezTo>
                  <a:pt x="4473131" y="1353515"/>
                  <a:pt x="4481686" y="1349988"/>
                  <a:pt x="4491977" y="1349726"/>
                </a:cubicBezTo>
                <a:close/>
                <a:moveTo>
                  <a:pt x="2995257" y="1349726"/>
                </a:moveTo>
                <a:cubicBezTo>
                  <a:pt x="3005426" y="1349988"/>
                  <a:pt x="3013905" y="1353515"/>
                  <a:pt x="3020697" y="1360307"/>
                </a:cubicBezTo>
                <a:cubicBezTo>
                  <a:pt x="3027488" y="1367098"/>
                  <a:pt x="3031015" y="1375578"/>
                  <a:pt x="3031278" y="1385746"/>
                </a:cubicBezTo>
                <a:cubicBezTo>
                  <a:pt x="3031015" y="1396027"/>
                  <a:pt x="3027488" y="1404539"/>
                  <a:pt x="3020697" y="1411282"/>
                </a:cubicBezTo>
                <a:cubicBezTo>
                  <a:pt x="3013905" y="1418025"/>
                  <a:pt x="3005426" y="1421520"/>
                  <a:pt x="2995257" y="1421767"/>
                </a:cubicBezTo>
                <a:cubicBezTo>
                  <a:pt x="2984966" y="1421520"/>
                  <a:pt x="2976411" y="1418025"/>
                  <a:pt x="2969593" y="1411282"/>
                </a:cubicBezTo>
                <a:cubicBezTo>
                  <a:pt x="2962775" y="1404539"/>
                  <a:pt x="2959237" y="1396027"/>
                  <a:pt x="2958980" y="1385746"/>
                </a:cubicBezTo>
                <a:cubicBezTo>
                  <a:pt x="2959237" y="1375578"/>
                  <a:pt x="2962775" y="1367098"/>
                  <a:pt x="2969593" y="1360307"/>
                </a:cubicBezTo>
                <a:cubicBezTo>
                  <a:pt x="2976411" y="1353515"/>
                  <a:pt x="2984966" y="1349988"/>
                  <a:pt x="2995257" y="1349726"/>
                </a:cubicBezTo>
                <a:close/>
                <a:moveTo>
                  <a:pt x="2682228" y="1349726"/>
                </a:moveTo>
                <a:cubicBezTo>
                  <a:pt x="2692396" y="1349988"/>
                  <a:pt x="2700876" y="1353515"/>
                  <a:pt x="2707667" y="1360307"/>
                </a:cubicBezTo>
                <a:cubicBezTo>
                  <a:pt x="2714458" y="1367098"/>
                  <a:pt x="2717986" y="1375578"/>
                  <a:pt x="2718248" y="1385746"/>
                </a:cubicBezTo>
                <a:cubicBezTo>
                  <a:pt x="2717986" y="1396027"/>
                  <a:pt x="2714458" y="1404539"/>
                  <a:pt x="2707667" y="1411282"/>
                </a:cubicBezTo>
                <a:cubicBezTo>
                  <a:pt x="2700876" y="1418025"/>
                  <a:pt x="2692396" y="1421520"/>
                  <a:pt x="2682228" y="1421767"/>
                </a:cubicBezTo>
                <a:cubicBezTo>
                  <a:pt x="2671936" y="1421520"/>
                  <a:pt x="2663381" y="1418025"/>
                  <a:pt x="2656563" y="1411282"/>
                </a:cubicBezTo>
                <a:cubicBezTo>
                  <a:pt x="2649745" y="1404539"/>
                  <a:pt x="2646207" y="1396027"/>
                  <a:pt x="2645950" y="1385746"/>
                </a:cubicBezTo>
                <a:cubicBezTo>
                  <a:pt x="2646207" y="1375578"/>
                  <a:pt x="2649745" y="1367098"/>
                  <a:pt x="2656563" y="1360307"/>
                </a:cubicBezTo>
                <a:cubicBezTo>
                  <a:pt x="2663381" y="1353515"/>
                  <a:pt x="2671936" y="1349988"/>
                  <a:pt x="2682228" y="1349726"/>
                </a:cubicBezTo>
                <a:close/>
                <a:moveTo>
                  <a:pt x="2472677" y="1349726"/>
                </a:moveTo>
                <a:cubicBezTo>
                  <a:pt x="2482846" y="1349988"/>
                  <a:pt x="2491326" y="1353515"/>
                  <a:pt x="2498117" y="1360307"/>
                </a:cubicBezTo>
                <a:cubicBezTo>
                  <a:pt x="2504909" y="1367098"/>
                  <a:pt x="2508435" y="1375578"/>
                  <a:pt x="2508698" y="1385746"/>
                </a:cubicBezTo>
                <a:cubicBezTo>
                  <a:pt x="2508435" y="1396027"/>
                  <a:pt x="2504908" y="1404539"/>
                  <a:pt x="2498117" y="1411282"/>
                </a:cubicBezTo>
                <a:cubicBezTo>
                  <a:pt x="2491326" y="1418025"/>
                  <a:pt x="2482846" y="1421520"/>
                  <a:pt x="2472677" y="1421767"/>
                </a:cubicBezTo>
                <a:cubicBezTo>
                  <a:pt x="2462386" y="1421520"/>
                  <a:pt x="2453831" y="1418025"/>
                  <a:pt x="2447013" y="1411282"/>
                </a:cubicBezTo>
                <a:cubicBezTo>
                  <a:pt x="2440195" y="1404539"/>
                  <a:pt x="2436657" y="1396027"/>
                  <a:pt x="2436400" y="1385746"/>
                </a:cubicBezTo>
                <a:cubicBezTo>
                  <a:pt x="2436657" y="1375578"/>
                  <a:pt x="2440195" y="1367098"/>
                  <a:pt x="2447013" y="1360307"/>
                </a:cubicBezTo>
                <a:cubicBezTo>
                  <a:pt x="2453831" y="1353515"/>
                  <a:pt x="2462386" y="1349988"/>
                  <a:pt x="2472677" y="1349726"/>
                </a:cubicBezTo>
                <a:close/>
                <a:moveTo>
                  <a:pt x="2320277" y="1349726"/>
                </a:moveTo>
                <a:cubicBezTo>
                  <a:pt x="2330446" y="1349988"/>
                  <a:pt x="2338926" y="1353515"/>
                  <a:pt x="2345717" y="1360307"/>
                </a:cubicBezTo>
                <a:cubicBezTo>
                  <a:pt x="2352508" y="1367098"/>
                  <a:pt x="2356035" y="1375578"/>
                  <a:pt x="2356298" y="1385746"/>
                </a:cubicBezTo>
                <a:cubicBezTo>
                  <a:pt x="2356035" y="1396027"/>
                  <a:pt x="2352508" y="1404539"/>
                  <a:pt x="2345717" y="1411282"/>
                </a:cubicBezTo>
                <a:cubicBezTo>
                  <a:pt x="2338926" y="1418025"/>
                  <a:pt x="2330446" y="1421520"/>
                  <a:pt x="2320277" y="1421767"/>
                </a:cubicBezTo>
                <a:cubicBezTo>
                  <a:pt x="2309986" y="1421520"/>
                  <a:pt x="2301431" y="1418025"/>
                  <a:pt x="2294613" y="1411282"/>
                </a:cubicBezTo>
                <a:cubicBezTo>
                  <a:pt x="2287795" y="1404539"/>
                  <a:pt x="2284257" y="1396027"/>
                  <a:pt x="2284000" y="1385746"/>
                </a:cubicBezTo>
                <a:cubicBezTo>
                  <a:pt x="2284257" y="1375578"/>
                  <a:pt x="2287795" y="1367098"/>
                  <a:pt x="2294613" y="1360307"/>
                </a:cubicBezTo>
                <a:cubicBezTo>
                  <a:pt x="2301431" y="1353515"/>
                  <a:pt x="2309986" y="1349988"/>
                  <a:pt x="2320277" y="1349726"/>
                </a:cubicBezTo>
                <a:close/>
                <a:moveTo>
                  <a:pt x="1939277" y="1349726"/>
                </a:moveTo>
                <a:cubicBezTo>
                  <a:pt x="1949446" y="1349988"/>
                  <a:pt x="1957925" y="1353515"/>
                  <a:pt x="1964717" y="1360307"/>
                </a:cubicBezTo>
                <a:cubicBezTo>
                  <a:pt x="1971508" y="1367098"/>
                  <a:pt x="1975035" y="1375578"/>
                  <a:pt x="1975298" y="1385746"/>
                </a:cubicBezTo>
                <a:cubicBezTo>
                  <a:pt x="1975035" y="1396027"/>
                  <a:pt x="1971508" y="1404539"/>
                  <a:pt x="1964717" y="1411282"/>
                </a:cubicBezTo>
                <a:cubicBezTo>
                  <a:pt x="1957925" y="1418025"/>
                  <a:pt x="1949446" y="1421520"/>
                  <a:pt x="1939277" y="1421767"/>
                </a:cubicBezTo>
                <a:cubicBezTo>
                  <a:pt x="1928986" y="1421520"/>
                  <a:pt x="1920431" y="1418025"/>
                  <a:pt x="1913613" y="1411282"/>
                </a:cubicBezTo>
                <a:cubicBezTo>
                  <a:pt x="1906795" y="1404539"/>
                  <a:pt x="1903257" y="1396027"/>
                  <a:pt x="1903000" y="1385746"/>
                </a:cubicBezTo>
                <a:cubicBezTo>
                  <a:pt x="1903257" y="1375578"/>
                  <a:pt x="1906795" y="1367098"/>
                  <a:pt x="1913613" y="1360307"/>
                </a:cubicBezTo>
                <a:cubicBezTo>
                  <a:pt x="1920431" y="1353515"/>
                  <a:pt x="1928986" y="1349988"/>
                  <a:pt x="1939277" y="1349726"/>
                </a:cubicBezTo>
                <a:close/>
                <a:moveTo>
                  <a:pt x="4146762" y="1347668"/>
                </a:moveTo>
                <a:cubicBezTo>
                  <a:pt x="4156479" y="1347749"/>
                  <a:pt x="4164364" y="1350227"/>
                  <a:pt x="4170416" y="1355103"/>
                </a:cubicBezTo>
                <a:cubicBezTo>
                  <a:pt x="4176469" y="1359979"/>
                  <a:pt x="4180240" y="1366770"/>
                  <a:pt x="4181729" y="1375475"/>
                </a:cubicBezTo>
                <a:lnTo>
                  <a:pt x="4114110" y="1375475"/>
                </a:lnTo>
                <a:cubicBezTo>
                  <a:pt x="4115888" y="1368121"/>
                  <a:pt x="4119467" y="1361717"/>
                  <a:pt x="4124844" y="1356261"/>
                </a:cubicBezTo>
                <a:cubicBezTo>
                  <a:pt x="4130222" y="1350806"/>
                  <a:pt x="4137528" y="1347942"/>
                  <a:pt x="4146762" y="1347668"/>
                </a:cubicBezTo>
                <a:close/>
                <a:moveTo>
                  <a:pt x="3918162" y="1347668"/>
                </a:moveTo>
                <a:cubicBezTo>
                  <a:pt x="3927879" y="1347749"/>
                  <a:pt x="3935764" y="1350227"/>
                  <a:pt x="3941816" y="1355103"/>
                </a:cubicBezTo>
                <a:cubicBezTo>
                  <a:pt x="3947869" y="1359979"/>
                  <a:pt x="3951639" y="1366770"/>
                  <a:pt x="3953129" y="1375475"/>
                </a:cubicBezTo>
                <a:lnTo>
                  <a:pt x="3885510" y="1375475"/>
                </a:lnTo>
                <a:cubicBezTo>
                  <a:pt x="3887288" y="1368121"/>
                  <a:pt x="3890866" y="1361717"/>
                  <a:pt x="3896244" y="1356261"/>
                </a:cubicBezTo>
                <a:cubicBezTo>
                  <a:pt x="3901622" y="1350806"/>
                  <a:pt x="3908928" y="1347942"/>
                  <a:pt x="3918162" y="1347668"/>
                </a:cubicBezTo>
                <a:close/>
                <a:moveTo>
                  <a:pt x="3594312" y="1347668"/>
                </a:moveTo>
                <a:cubicBezTo>
                  <a:pt x="3604029" y="1347749"/>
                  <a:pt x="3611913" y="1350227"/>
                  <a:pt x="3617966" y="1355103"/>
                </a:cubicBezTo>
                <a:cubicBezTo>
                  <a:pt x="3624019" y="1359979"/>
                  <a:pt x="3627789" y="1366770"/>
                  <a:pt x="3629279" y="1375475"/>
                </a:cubicBezTo>
                <a:lnTo>
                  <a:pt x="3561660" y="1375475"/>
                </a:lnTo>
                <a:cubicBezTo>
                  <a:pt x="3563438" y="1368121"/>
                  <a:pt x="3567017" y="1361717"/>
                  <a:pt x="3572394" y="1356261"/>
                </a:cubicBezTo>
                <a:cubicBezTo>
                  <a:pt x="3577772" y="1350806"/>
                  <a:pt x="3585078" y="1347942"/>
                  <a:pt x="3594312" y="1347668"/>
                </a:cubicBezTo>
                <a:close/>
                <a:moveTo>
                  <a:pt x="3137113" y="1347668"/>
                </a:moveTo>
                <a:cubicBezTo>
                  <a:pt x="3146829" y="1347749"/>
                  <a:pt x="3154714" y="1350227"/>
                  <a:pt x="3160766" y="1355103"/>
                </a:cubicBezTo>
                <a:cubicBezTo>
                  <a:pt x="3166819" y="1359979"/>
                  <a:pt x="3170590" y="1366770"/>
                  <a:pt x="3172079" y="1375475"/>
                </a:cubicBezTo>
                <a:lnTo>
                  <a:pt x="3104460" y="1375475"/>
                </a:lnTo>
                <a:cubicBezTo>
                  <a:pt x="3106238" y="1368121"/>
                  <a:pt x="3109817" y="1361717"/>
                  <a:pt x="3115194" y="1356261"/>
                </a:cubicBezTo>
                <a:cubicBezTo>
                  <a:pt x="3120572" y="1350806"/>
                  <a:pt x="3127878" y="1347942"/>
                  <a:pt x="3137113" y="1347668"/>
                </a:cubicBezTo>
                <a:close/>
                <a:moveTo>
                  <a:pt x="7137419" y="1327094"/>
                </a:moveTo>
                <a:lnTo>
                  <a:pt x="7137419" y="1444366"/>
                </a:lnTo>
                <a:lnTo>
                  <a:pt x="7162076" y="1444366"/>
                </a:lnTo>
                <a:lnTo>
                  <a:pt x="7162076" y="1327094"/>
                </a:lnTo>
                <a:close/>
                <a:moveTo>
                  <a:pt x="6842144" y="1327094"/>
                </a:moveTo>
                <a:lnTo>
                  <a:pt x="6842144" y="1444366"/>
                </a:lnTo>
                <a:lnTo>
                  <a:pt x="6866801" y="1444366"/>
                </a:lnTo>
                <a:lnTo>
                  <a:pt x="6866801" y="1327094"/>
                </a:lnTo>
                <a:close/>
                <a:moveTo>
                  <a:pt x="6146819" y="1327094"/>
                </a:moveTo>
                <a:lnTo>
                  <a:pt x="6146819" y="1444366"/>
                </a:lnTo>
                <a:lnTo>
                  <a:pt x="6171476" y="1444366"/>
                </a:lnTo>
                <a:lnTo>
                  <a:pt x="6171476" y="1327094"/>
                </a:lnTo>
                <a:close/>
                <a:moveTo>
                  <a:pt x="5408927" y="1327094"/>
                </a:moveTo>
                <a:lnTo>
                  <a:pt x="5408927" y="1375443"/>
                </a:lnTo>
                <a:cubicBezTo>
                  <a:pt x="5408900" y="1388976"/>
                  <a:pt x="5405866" y="1400012"/>
                  <a:pt x="5399825" y="1408550"/>
                </a:cubicBezTo>
                <a:cubicBezTo>
                  <a:pt x="5393784" y="1417089"/>
                  <a:pt x="5384897" y="1421494"/>
                  <a:pt x="5373163" y="1421767"/>
                </a:cubicBezTo>
                <a:cubicBezTo>
                  <a:pt x="5362898" y="1421595"/>
                  <a:pt x="5354868" y="1418145"/>
                  <a:pt x="5349074" y="1411416"/>
                </a:cubicBezTo>
                <a:cubicBezTo>
                  <a:pt x="5343279" y="1404686"/>
                  <a:pt x="5340331" y="1395706"/>
                  <a:pt x="5340229" y="1384476"/>
                </a:cubicBezTo>
                <a:lnTo>
                  <a:pt x="5340229" y="1327126"/>
                </a:lnTo>
                <a:lnTo>
                  <a:pt x="5315573" y="1327126"/>
                </a:lnTo>
                <a:lnTo>
                  <a:pt x="5315573" y="1386534"/>
                </a:lnTo>
                <a:cubicBezTo>
                  <a:pt x="5315486" y="1403769"/>
                  <a:pt x="5319576" y="1417961"/>
                  <a:pt x="5327842" y="1429112"/>
                </a:cubicBezTo>
                <a:cubicBezTo>
                  <a:pt x="5336109" y="1440263"/>
                  <a:pt x="5349072" y="1446034"/>
                  <a:pt x="5366731" y="1446423"/>
                </a:cubicBezTo>
                <a:cubicBezTo>
                  <a:pt x="5376143" y="1446327"/>
                  <a:pt x="5384398" y="1444144"/>
                  <a:pt x="5391496" y="1439874"/>
                </a:cubicBezTo>
                <a:cubicBezTo>
                  <a:pt x="5398592" y="1435604"/>
                  <a:pt x="5404403" y="1429825"/>
                  <a:pt x="5408927" y="1422537"/>
                </a:cubicBezTo>
                <a:lnTo>
                  <a:pt x="5408927" y="1444366"/>
                </a:lnTo>
                <a:lnTo>
                  <a:pt x="5433584" y="1444366"/>
                </a:lnTo>
                <a:lnTo>
                  <a:pt x="5433584" y="1327094"/>
                </a:lnTo>
                <a:close/>
                <a:moveTo>
                  <a:pt x="4770752" y="1327094"/>
                </a:moveTo>
                <a:lnTo>
                  <a:pt x="4770752" y="1375443"/>
                </a:lnTo>
                <a:cubicBezTo>
                  <a:pt x="4770725" y="1388976"/>
                  <a:pt x="4767691" y="1400012"/>
                  <a:pt x="4761650" y="1408550"/>
                </a:cubicBezTo>
                <a:cubicBezTo>
                  <a:pt x="4755609" y="1417089"/>
                  <a:pt x="4746722" y="1421494"/>
                  <a:pt x="4734988" y="1421767"/>
                </a:cubicBezTo>
                <a:cubicBezTo>
                  <a:pt x="4724723" y="1421595"/>
                  <a:pt x="4716693" y="1418145"/>
                  <a:pt x="4710899" y="1411416"/>
                </a:cubicBezTo>
                <a:cubicBezTo>
                  <a:pt x="4705104" y="1404686"/>
                  <a:pt x="4702156" y="1395706"/>
                  <a:pt x="4702054" y="1384476"/>
                </a:cubicBezTo>
                <a:lnTo>
                  <a:pt x="4702054" y="1327126"/>
                </a:lnTo>
                <a:lnTo>
                  <a:pt x="4677398" y="1327126"/>
                </a:lnTo>
                <a:lnTo>
                  <a:pt x="4677398" y="1386534"/>
                </a:lnTo>
                <a:cubicBezTo>
                  <a:pt x="4677311" y="1403769"/>
                  <a:pt x="4681401" y="1417961"/>
                  <a:pt x="4689667" y="1429112"/>
                </a:cubicBezTo>
                <a:cubicBezTo>
                  <a:pt x="4697934" y="1440263"/>
                  <a:pt x="4710897" y="1446034"/>
                  <a:pt x="4728556" y="1446423"/>
                </a:cubicBezTo>
                <a:cubicBezTo>
                  <a:pt x="4737968" y="1446327"/>
                  <a:pt x="4746223" y="1444144"/>
                  <a:pt x="4753321" y="1439874"/>
                </a:cubicBezTo>
                <a:cubicBezTo>
                  <a:pt x="4760417" y="1435604"/>
                  <a:pt x="4766228" y="1429825"/>
                  <a:pt x="4770752" y="1422537"/>
                </a:cubicBezTo>
                <a:lnTo>
                  <a:pt x="4770752" y="1444366"/>
                </a:lnTo>
                <a:lnTo>
                  <a:pt x="4795409" y="1444366"/>
                </a:lnTo>
                <a:lnTo>
                  <a:pt x="4795409" y="1327094"/>
                </a:lnTo>
                <a:close/>
                <a:moveTo>
                  <a:pt x="2784494" y="1327094"/>
                </a:moveTo>
                <a:lnTo>
                  <a:pt x="2784494" y="1444366"/>
                </a:lnTo>
                <a:lnTo>
                  <a:pt x="2809151" y="1444366"/>
                </a:lnTo>
                <a:lnTo>
                  <a:pt x="2809151" y="1327094"/>
                </a:lnTo>
                <a:close/>
                <a:moveTo>
                  <a:pt x="6515624" y="1325551"/>
                </a:moveTo>
                <a:cubicBezTo>
                  <a:pt x="6506435" y="1326628"/>
                  <a:pt x="6498259" y="1329618"/>
                  <a:pt x="6491096" y="1334520"/>
                </a:cubicBezTo>
                <a:cubicBezTo>
                  <a:pt x="6483932" y="1339423"/>
                  <a:pt x="6478135" y="1345948"/>
                  <a:pt x="6473704" y="1354098"/>
                </a:cubicBezTo>
                <a:lnTo>
                  <a:pt x="6473704" y="1327094"/>
                </a:lnTo>
                <a:lnTo>
                  <a:pt x="6449047" y="1327094"/>
                </a:lnTo>
                <a:lnTo>
                  <a:pt x="6449047" y="1444366"/>
                </a:lnTo>
                <a:lnTo>
                  <a:pt x="6473704" y="1444366"/>
                </a:lnTo>
                <a:lnTo>
                  <a:pt x="6473704" y="1398075"/>
                </a:lnTo>
                <a:cubicBezTo>
                  <a:pt x="6473683" y="1384262"/>
                  <a:pt x="6477133" y="1373568"/>
                  <a:pt x="6484055" y="1365992"/>
                </a:cubicBezTo>
                <a:cubicBezTo>
                  <a:pt x="6490978" y="1358416"/>
                  <a:pt x="6501501" y="1355051"/>
                  <a:pt x="6515624" y="1355898"/>
                </a:cubicBezTo>
                <a:close/>
                <a:moveTo>
                  <a:pt x="5286899" y="1325551"/>
                </a:moveTo>
                <a:cubicBezTo>
                  <a:pt x="5277710" y="1326628"/>
                  <a:pt x="5269534" y="1329618"/>
                  <a:pt x="5262371" y="1334520"/>
                </a:cubicBezTo>
                <a:cubicBezTo>
                  <a:pt x="5255207" y="1339423"/>
                  <a:pt x="5249410" y="1345948"/>
                  <a:pt x="5244979" y="1354098"/>
                </a:cubicBezTo>
                <a:lnTo>
                  <a:pt x="5244979" y="1327094"/>
                </a:lnTo>
                <a:lnTo>
                  <a:pt x="5220323" y="1327094"/>
                </a:lnTo>
                <a:lnTo>
                  <a:pt x="5220323" y="1444366"/>
                </a:lnTo>
                <a:lnTo>
                  <a:pt x="5244979" y="1444366"/>
                </a:lnTo>
                <a:lnTo>
                  <a:pt x="5244979" y="1398075"/>
                </a:lnTo>
                <a:cubicBezTo>
                  <a:pt x="5244958" y="1384262"/>
                  <a:pt x="5248408" y="1373568"/>
                  <a:pt x="5255330" y="1365992"/>
                </a:cubicBezTo>
                <a:cubicBezTo>
                  <a:pt x="5262253" y="1358416"/>
                  <a:pt x="5272775" y="1355051"/>
                  <a:pt x="5286899" y="1355898"/>
                </a:cubicBezTo>
                <a:close/>
                <a:moveTo>
                  <a:pt x="4067699" y="1325551"/>
                </a:moveTo>
                <a:cubicBezTo>
                  <a:pt x="4058510" y="1326628"/>
                  <a:pt x="4050334" y="1329618"/>
                  <a:pt x="4043171" y="1334520"/>
                </a:cubicBezTo>
                <a:cubicBezTo>
                  <a:pt x="4036007" y="1339423"/>
                  <a:pt x="4030210" y="1345948"/>
                  <a:pt x="4025780" y="1354098"/>
                </a:cubicBezTo>
                <a:lnTo>
                  <a:pt x="4025780" y="1327094"/>
                </a:lnTo>
                <a:lnTo>
                  <a:pt x="4001123" y="1327094"/>
                </a:lnTo>
                <a:lnTo>
                  <a:pt x="4001123" y="1444366"/>
                </a:lnTo>
                <a:lnTo>
                  <a:pt x="4025780" y="1444366"/>
                </a:lnTo>
                <a:lnTo>
                  <a:pt x="4025780" y="1398075"/>
                </a:lnTo>
                <a:cubicBezTo>
                  <a:pt x="4025758" y="1384262"/>
                  <a:pt x="4029209" y="1373568"/>
                  <a:pt x="4036131" y="1365992"/>
                </a:cubicBezTo>
                <a:cubicBezTo>
                  <a:pt x="4043053" y="1358416"/>
                  <a:pt x="4053575" y="1355051"/>
                  <a:pt x="4067699" y="1355898"/>
                </a:cubicBezTo>
                <a:close/>
                <a:moveTo>
                  <a:pt x="3286649" y="1325551"/>
                </a:moveTo>
                <a:cubicBezTo>
                  <a:pt x="3277460" y="1326628"/>
                  <a:pt x="3269284" y="1329618"/>
                  <a:pt x="3262121" y="1334520"/>
                </a:cubicBezTo>
                <a:cubicBezTo>
                  <a:pt x="3254957" y="1339423"/>
                  <a:pt x="3249161" y="1345948"/>
                  <a:pt x="3244730" y="1354098"/>
                </a:cubicBezTo>
                <a:lnTo>
                  <a:pt x="3244730" y="1327094"/>
                </a:lnTo>
                <a:lnTo>
                  <a:pt x="3220073" y="1327094"/>
                </a:lnTo>
                <a:lnTo>
                  <a:pt x="3220073" y="1444366"/>
                </a:lnTo>
                <a:lnTo>
                  <a:pt x="3244730" y="1444366"/>
                </a:lnTo>
                <a:lnTo>
                  <a:pt x="3244730" y="1398075"/>
                </a:lnTo>
                <a:cubicBezTo>
                  <a:pt x="3244708" y="1384262"/>
                  <a:pt x="3248158" y="1373568"/>
                  <a:pt x="3255081" y="1365992"/>
                </a:cubicBezTo>
                <a:cubicBezTo>
                  <a:pt x="3262003" y="1358416"/>
                  <a:pt x="3272526" y="1355051"/>
                  <a:pt x="3286649" y="1355898"/>
                </a:cubicBezTo>
                <a:close/>
                <a:moveTo>
                  <a:pt x="2105549" y="1325551"/>
                </a:moveTo>
                <a:cubicBezTo>
                  <a:pt x="2096360" y="1326628"/>
                  <a:pt x="2088184" y="1329618"/>
                  <a:pt x="2081021" y="1334520"/>
                </a:cubicBezTo>
                <a:cubicBezTo>
                  <a:pt x="2073857" y="1339423"/>
                  <a:pt x="2068060" y="1345948"/>
                  <a:pt x="2063629" y="1354098"/>
                </a:cubicBezTo>
                <a:lnTo>
                  <a:pt x="2063629" y="1327094"/>
                </a:lnTo>
                <a:lnTo>
                  <a:pt x="2038973" y="1327094"/>
                </a:lnTo>
                <a:lnTo>
                  <a:pt x="2038973" y="1444366"/>
                </a:lnTo>
                <a:lnTo>
                  <a:pt x="2063629" y="1444366"/>
                </a:lnTo>
                <a:lnTo>
                  <a:pt x="2063629" y="1398075"/>
                </a:lnTo>
                <a:cubicBezTo>
                  <a:pt x="2063608" y="1384262"/>
                  <a:pt x="2067058" y="1373568"/>
                  <a:pt x="2073981" y="1365992"/>
                </a:cubicBezTo>
                <a:cubicBezTo>
                  <a:pt x="2080903" y="1358416"/>
                  <a:pt x="2091426" y="1355051"/>
                  <a:pt x="2105549" y="1355898"/>
                </a:cubicBezTo>
                <a:close/>
                <a:moveTo>
                  <a:pt x="6754026" y="1325069"/>
                </a:moveTo>
                <a:cubicBezTo>
                  <a:pt x="6744613" y="1325165"/>
                  <a:pt x="6736358" y="1327348"/>
                  <a:pt x="6729261" y="1331618"/>
                </a:cubicBezTo>
                <a:cubicBezTo>
                  <a:pt x="6722164" y="1335888"/>
                  <a:pt x="6716353" y="1341667"/>
                  <a:pt x="6711829" y="1348955"/>
                </a:cubicBezTo>
                <a:lnTo>
                  <a:pt x="6711829" y="1327124"/>
                </a:lnTo>
                <a:lnTo>
                  <a:pt x="6687172" y="1327124"/>
                </a:lnTo>
                <a:lnTo>
                  <a:pt x="6687172" y="1444366"/>
                </a:lnTo>
                <a:lnTo>
                  <a:pt x="6711829" y="1444366"/>
                </a:lnTo>
                <a:lnTo>
                  <a:pt x="6711829" y="1396017"/>
                </a:lnTo>
                <a:cubicBezTo>
                  <a:pt x="6711856" y="1382499"/>
                  <a:pt x="6714890" y="1371473"/>
                  <a:pt x="6720931" y="1362938"/>
                </a:cubicBezTo>
                <a:cubicBezTo>
                  <a:pt x="6726972" y="1354403"/>
                  <a:pt x="6735860" y="1349999"/>
                  <a:pt x="6747593" y="1349726"/>
                </a:cubicBezTo>
                <a:cubicBezTo>
                  <a:pt x="6757869" y="1349892"/>
                  <a:pt x="6765942" y="1353353"/>
                  <a:pt x="6771811" y="1360109"/>
                </a:cubicBezTo>
                <a:cubicBezTo>
                  <a:pt x="6777680" y="1366865"/>
                  <a:pt x="6780672" y="1375920"/>
                  <a:pt x="6780784" y="1387273"/>
                </a:cubicBezTo>
                <a:lnTo>
                  <a:pt x="6780784" y="1444366"/>
                </a:lnTo>
                <a:lnTo>
                  <a:pt x="6805440" y="1444366"/>
                </a:lnTo>
                <a:lnTo>
                  <a:pt x="6805440" y="1385216"/>
                </a:lnTo>
                <a:cubicBezTo>
                  <a:pt x="6805532" y="1367858"/>
                  <a:pt x="6801432" y="1353590"/>
                  <a:pt x="6793139" y="1342412"/>
                </a:cubicBezTo>
                <a:cubicBezTo>
                  <a:pt x="6784845" y="1331235"/>
                  <a:pt x="6771808" y="1325453"/>
                  <a:pt x="6754026" y="1325069"/>
                </a:cubicBezTo>
                <a:close/>
                <a:moveTo>
                  <a:pt x="6597003" y="1325069"/>
                </a:moveTo>
                <a:cubicBezTo>
                  <a:pt x="6585371" y="1325199"/>
                  <a:pt x="6574820" y="1327965"/>
                  <a:pt x="6565348" y="1333367"/>
                </a:cubicBezTo>
                <a:cubicBezTo>
                  <a:pt x="6555877" y="1338770"/>
                  <a:pt x="6548321" y="1346031"/>
                  <a:pt x="6542680" y="1355150"/>
                </a:cubicBezTo>
                <a:cubicBezTo>
                  <a:pt x="6537039" y="1364269"/>
                  <a:pt x="6534150" y="1374467"/>
                  <a:pt x="6534011" y="1385746"/>
                </a:cubicBezTo>
                <a:cubicBezTo>
                  <a:pt x="6534150" y="1397106"/>
                  <a:pt x="6537039" y="1407343"/>
                  <a:pt x="6542680" y="1416457"/>
                </a:cubicBezTo>
                <a:cubicBezTo>
                  <a:pt x="6548321" y="1425572"/>
                  <a:pt x="6555877" y="1432813"/>
                  <a:pt x="6565348" y="1438182"/>
                </a:cubicBezTo>
                <a:cubicBezTo>
                  <a:pt x="6574820" y="1443551"/>
                  <a:pt x="6585371" y="1446299"/>
                  <a:pt x="6597003" y="1446423"/>
                </a:cubicBezTo>
                <a:cubicBezTo>
                  <a:pt x="6608631" y="1446299"/>
                  <a:pt x="6619160" y="1443551"/>
                  <a:pt x="6628590" y="1438182"/>
                </a:cubicBezTo>
                <a:cubicBezTo>
                  <a:pt x="6638020" y="1432813"/>
                  <a:pt x="6645535" y="1425572"/>
                  <a:pt x="6651134" y="1416457"/>
                </a:cubicBezTo>
                <a:cubicBezTo>
                  <a:pt x="6656733" y="1407343"/>
                  <a:pt x="6659601" y="1397106"/>
                  <a:pt x="6659737" y="1385746"/>
                </a:cubicBezTo>
                <a:cubicBezTo>
                  <a:pt x="6659601" y="1374467"/>
                  <a:pt x="6656733" y="1364269"/>
                  <a:pt x="6651134" y="1355150"/>
                </a:cubicBezTo>
                <a:cubicBezTo>
                  <a:pt x="6645535" y="1346031"/>
                  <a:pt x="6638020" y="1338770"/>
                  <a:pt x="6628590" y="1333367"/>
                </a:cubicBezTo>
                <a:cubicBezTo>
                  <a:pt x="6619160" y="1327965"/>
                  <a:pt x="6608631" y="1325199"/>
                  <a:pt x="6597003" y="1325069"/>
                </a:cubicBezTo>
                <a:close/>
                <a:moveTo>
                  <a:pt x="5825477" y="1325069"/>
                </a:moveTo>
                <a:cubicBezTo>
                  <a:pt x="5813846" y="1325199"/>
                  <a:pt x="5803295" y="1327965"/>
                  <a:pt x="5793823" y="1333367"/>
                </a:cubicBezTo>
                <a:cubicBezTo>
                  <a:pt x="5784352" y="1338770"/>
                  <a:pt x="5776796" y="1346031"/>
                  <a:pt x="5771155" y="1355150"/>
                </a:cubicBezTo>
                <a:cubicBezTo>
                  <a:pt x="5765515" y="1364269"/>
                  <a:pt x="5762625" y="1374467"/>
                  <a:pt x="5762486" y="1385746"/>
                </a:cubicBezTo>
                <a:cubicBezTo>
                  <a:pt x="5762625" y="1397106"/>
                  <a:pt x="5765515" y="1407343"/>
                  <a:pt x="5771155" y="1416457"/>
                </a:cubicBezTo>
                <a:cubicBezTo>
                  <a:pt x="5776796" y="1425572"/>
                  <a:pt x="5784352" y="1432813"/>
                  <a:pt x="5793823" y="1438182"/>
                </a:cubicBezTo>
                <a:cubicBezTo>
                  <a:pt x="5803295" y="1443551"/>
                  <a:pt x="5813846" y="1446299"/>
                  <a:pt x="5825477" y="1446423"/>
                </a:cubicBezTo>
                <a:cubicBezTo>
                  <a:pt x="5837106" y="1446299"/>
                  <a:pt x="5847635" y="1443551"/>
                  <a:pt x="5857065" y="1438182"/>
                </a:cubicBezTo>
                <a:cubicBezTo>
                  <a:pt x="5866495" y="1432813"/>
                  <a:pt x="5874010" y="1425572"/>
                  <a:pt x="5879609" y="1416457"/>
                </a:cubicBezTo>
                <a:cubicBezTo>
                  <a:pt x="5885208" y="1407343"/>
                  <a:pt x="5888076" y="1397106"/>
                  <a:pt x="5888212" y="1385746"/>
                </a:cubicBezTo>
                <a:cubicBezTo>
                  <a:pt x="5888076" y="1374467"/>
                  <a:pt x="5885208" y="1364269"/>
                  <a:pt x="5879609" y="1355150"/>
                </a:cubicBezTo>
                <a:cubicBezTo>
                  <a:pt x="5874010" y="1346031"/>
                  <a:pt x="5866495" y="1338770"/>
                  <a:pt x="5857065" y="1333367"/>
                </a:cubicBezTo>
                <a:cubicBezTo>
                  <a:pt x="5847635" y="1327965"/>
                  <a:pt x="5837106" y="1325199"/>
                  <a:pt x="5825477" y="1325069"/>
                </a:cubicBezTo>
                <a:close/>
                <a:moveTo>
                  <a:pt x="5685424" y="1325069"/>
                </a:moveTo>
                <a:cubicBezTo>
                  <a:pt x="5677164" y="1325165"/>
                  <a:pt x="5669627" y="1326963"/>
                  <a:pt x="5662814" y="1330463"/>
                </a:cubicBezTo>
                <a:cubicBezTo>
                  <a:pt x="5656001" y="1333962"/>
                  <a:pt x="5650073" y="1338585"/>
                  <a:pt x="5645029" y="1344332"/>
                </a:cubicBezTo>
                <a:lnTo>
                  <a:pt x="5645029" y="1327124"/>
                </a:lnTo>
                <a:lnTo>
                  <a:pt x="5620373" y="1327124"/>
                </a:lnTo>
                <a:lnTo>
                  <a:pt x="5620373" y="1537978"/>
                </a:lnTo>
                <a:lnTo>
                  <a:pt x="5645029" y="1537978"/>
                </a:lnTo>
                <a:lnTo>
                  <a:pt x="5645029" y="1427417"/>
                </a:lnTo>
                <a:cubicBezTo>
                  <a:pt x="5650073" y="1433153"/>
                  <a:pt x="5656001" y="1437734"/>
                  <a:pt x="5662814" y="1441158"/>
                </a:cubicBezTo>
                <a:cubicBezTo>
                  <a:pt x="5669627" y="1444583"/>
                  <a:pt x="5677164" y="1446338"/>
                  <a:pt x="5685424" y="1446423"/>
                </a:cubicBezTo>
                <a:cubicBezTo>
                  <a:pt x="5702498" y="1446002"/>
                  <a:pt x="5716448" y="1440102"/>
                  <a:pt x="5727274" y="1428724"/>
                </a:cubicBezTo>
                <a:cubicBezTo>
                  <a:pt x="5738100" y="1417346"/>
                  <a:pt x="5743689" y="1403020"/>
                  <a:pt x="5744041" y="1385746"/>
                </a:cubicBezTo>
                <a:cubicBezTo>
                  <a:pt x="5743937" y="1374467"/>
                  <a:pt x="5741349" y="1364269"/>
                  <a:pt x="5736277" y="1355150"/>
                </a:cubicBezTo>
                <a:cubicBezTo>
                  <a:pt x="5731204" y="1346031"/>
                  <a:pt x="5724274" y="1338770"/>
                  <a:pt x="5715485" y="1333367"/>
                </a:cubicBezTo>
                <a:cubicBezTo>
                  <a:pt x="5706697" y="1327965"/>
                  <a:pt x="5696676" y="1325199"/>
                  <a:pt x="5685424" y="1325069"/>
                </a:cubicBezTo>
                <a:close/>
                <a:moveTo>
                  <a:pt x="5533024" y="1325069"/>
                </a:moveTo>
                <a:cubicBezTo>
                  <a:pt x="5524764" y="1325165"/>
                  <a:pt x="5517227" y="1326963"/>
                  <a:pt x="5510414" y="1330463"/>
                </a:cubicBezTo>
                <a:cubicBezTo>
                  <a:pt x="5503601" y="1333962"/>
                  <a:pt x="5497673" y="1338585"/>
                  <a:pt x="5492629" y="1344332"/>
                </a:cubicBezTo>
                <a:lnTo>
                  <a:pt x="5492629" y="1327124"/>
                </a:lnTo>
                <a:lnTo>
                  <a:pt x="5467973" y="1327124"/>
                </a:lnTo>
                <a:lnTo>
                  <a:pt x="5467973" y="1537978"/>
                </a:lnTo>
                <a:lnTo>
                  <a:pt x="5492629" y="1537978"/>
                </a:lnTo>
                <a:lnTo>
                  <a:pt x="5492629" y="1427417"/>
                </a:lnTo>
                <a:cubicBezTo>
                  <a:pt x="5497673" y="1433153"/>
                  <a:pt x="5503601" y="1437734"/>
                  <a:pt x="5510414" y="1441158"/>
                </a:cubicBezTo>
                <a:cubicBezTo>
                  <a:pt x="5517227" y="1444583"/>
                  <a:pt x="5524764" y="1446338"/>
                  <a:pt x="5533024" y="1446423"/>
                </a:cubicBezTo>
                <a:cubicBezTo>
                  <a:pt x="5550098" y="1446002"/>
                  <a:pt x="5564048" y="1440102"/>
                  <a:pt x="5574874" y="1428724"/>
                </a:cubicBezTo>
                <a:cubicBezTo>
                  <a:pt x="5585700" y="1417346"/>
                  <a:pt x="5591289" y="1403020"/>
                  <a:pt x="5591641" y="1385746"/>
                </a:cubicBezTo>
                <a:cubicBezTo>
                  <a:pt x="5591537" y="1374467"/>
                  <a:pt x="5588949" y="1364269"/>
                  <a:pt x="5583877" y="1355150"/>
                </a:cubicBezTo>
                <a:cubicBezTo>
                  <a:pt x="5578804" y="1346031"/>
                  <a:pt x="5571874" y="1338770"/>
                  <a:pt x="5563085" y="1333367"/>
                </a:cubicBezTo>
                <a:cubicBezTo>
                  <a:pt x="5554297" y="1327965"/>
                  <a:pt x="5544276" y="1325199"/>
                  <a:pt x="5533024" y="1325069"/>
                </a:cubicBezTo>
                <a:close/>
                <a:moveTo>
                  <a:pt x="5116511" y="1325069"/>
                </a:moveTo>
                <a:cubicBezTo>
                  <a:pt x="5105174" y="1325199"/>
                  <a:pt x="5095093" y="1327965"/>
                  <a:pt x="5086268" y="1333367"/>
                </a:cubicBezTo>
                <a:cubicBezTo>
                  <a:pt x="5077443" y="1338770"/>
                  <a:pt x="5070490" y="1346031"/>
                  <a:pt x="5065410" y="1355150"/>
                </a:cubicBezTo>
                <a:cubicBezTo>
                  <a:pt x="5060330" y="1364269"/>
                  <a:pt x="5057738" y="1374467"/>
                  <a:pt x="5057635" y="1385746"/>
                </a:cubicBezTo>
                <a:cubicBezTo>
                  <a:pt x="5057982" y="1403020"/>
                  <a:pt x="5063582" y="1417346"/>
                  <a:pt x="5074435" y="1428724"/>
                </a:cubicBezTo>
                <a:cubicBezTo>
                  <a:pt x="5085287" y="1440102"/>
                  <a:pt x="5099313" y="1446002"/>
                  <a:pt x="5116511" y="1446423"/>
                </a:cubicBezTo>
                <a:cubicBezTo>
                  <a:pt x="5124664" y="1446338"/>
                  <a:pt x="5132157" y="1444583"/>
                  <a:pt x="5138991" y="1441158"/>
                </a:cubicBezTo>
                <a:cubicBezTo>
                  <a:pt x="5145826" y="1437734"/>
                  <a:pt x="5151711" y="1433153"/>
                  <a:pt x="5156648" y="1427417"/>
                </a:cubicBezTo>
                <a:lnTo>
                  <a:pt x="5156648" y="1439232"/>
                </a:lnTo>
                <a:cubicBezTo>
                  <a:pt x="5156659" y="1445018"/>
                  <a:pt x="5155293" y="1450624"/>
                  <a:pt x="5152550" y="1456050"/>
                </a:cubicBezTo>
                <a:cubicBezTo>
                  <a:pt x="5149808" y="1461477"/>
                  <a:pt x="5145621" y="1465960"/>
                  <a:pt x="5139991" y="1469501"/>
                </a:cubicBezTo>
                <a:cubicBezTo>
                  <a:pt x="5134360" y="1473041"/>
                  <a:pt x="5127220" y="1474875"/>
                  <a:pt x="5118569" y="1475002"/>
                </a:cubicBezTo>
                <a:cubicBezTo>
                  <a:pt x="5108036" y="1474712"/>
                  <a:pt x="5099707" y="1472910"/>
                  <a:pt x="5093580" y="1469595"/>
                </a:cubicBezTo>
                <a:cubicBezTo>
                  <a:pt x="5087454" y="1466280"/>
                  <a:pt x="5083435" y="1463191"/>
                  <a:pt x="5081524" y="1460327"/>
                </a:cubicBezTo>
                <a:lnTo>
                  <a:pt x="5061489" y="1473972"/>
                </a:lnTo>
                <a:cubicBezTo>
                  <a:pt x="5065581" y="1480448"/>
                  <a:pt x="5072359" y="1486313"/>
                  <a:pt x="5081823" y="1491568"/>
                </a:cubicBezTo>
                <a:cubicBezTo>
                  <a:pt x="5091285" y="1496823"/>
                  <a:pt x="5103534" y="1499606"/>
                  <a:pt x="5118569" y="1499916"/>
                </a:cubicBezTo>
                <a:cubicBezTo>
                  <a:pt x="5136717" y="1499703"/>
                  <a:pt x="5151611" y="1494221"/>
                  <a:pt x="5163252" y="1483469"/>
                </a:cubicBezTo>
                <a:cubicBezTo>
                  <a:pt x="5174892" y="1472717"/>
                  <a:pt x="5180910" y="1457972"/>
                  <a:pt x="5181305" y="1439232"/>
                </a:cubicBezTo>
                <a:lnTo>
                  <a:pt x="5181305" y="1327124"/>
                </a:lnTo>
                <a:lnTo>
                  <a:pt x="5156648" y="1327124"/>
                </a:lnTo>
                <a:lnTo>
                  <a:pt x="5156648" y="1344332"/>
                </a:lnTo>
                <a:cubicBezTo>
                  <a:pt x="5151711" y="1338585"/>
                  <a:pt x="5145826" y="1333962"/>
                  <a:pt x="5138991" y="1330463"/>
                </a:cubicBezTo>
                <a:cubicBezTo>
                  <a:pt x="5132157" y="1326963"/>
                  <a:pt x="5124664" y="1325165"/>
                  <a:pt x="5116511" y="1325069"/>
                </a:cubicBezTo>
                <a:close/>
                <a:moveTo>
                  <a:pt x="4896651" y="1325069"/>
                </a:moveTo>
                <a:cubicBezTo>
                  <a:pt x="4887238" y="1325165"/>
                  <a:pt x="4878983" y="1327348"/>
                  <a:pt x="4871886" y="1331618"/>
                </a:cubicBezTo>
                <a:cubicBezTo>
                  <a:pt x="4864789" y="1335888"/>
                  <a:pt x="4858978" y="1341667"/>
                  <a:pt x="4854454" y="1348955"/>
                </a:cubicBezTo>
                <a:lnTo>
                  <a:pt x="4854454" y="1327124"/>
                </a:lnTo>
                <a:lnTo>
                  <a:pt x="4829798" y="1327124"/>
                </a:lnTo>
                <a:lnTo>
                  <a:pt x="4829798" y="1444366"/>
                </a:lnTo>
                <a:lnTo>
                  <a:pt x="4854454" y="1444366"/>
                </a:lnTo>
                <a:lnTo>
                  <a:pt x="4854454" y="1396017"/>
                </a:lnTo>
                <a:cubicBezTo>
                  <a:pt x="4854481" y="1382499"/>
                  <a:pt x="4857515" y="1371473"/>
                  <a:pt x="4863556" y="1362938"/>
                </a:cubicBezTo>
                <a:cubicBezTo>
                  <a:pt x="4869597" y="1354403"/>
                  <a:pt x="4878485" y="1349999"/>
                  <a:pt x="4890218" y="1349726"/>
                </a:cubicBezTo>
                <a:cubicBezTo>
                  <a:pt x="4900494" y="1349892"/>
                  <a:pt x="4908567" y="1353353"/>
                  <a:pt x="4914436" y="1360109"/>
                </a:cubicBezTo>
                <a:cubicBezTo>
                  <a:pt x="4920306" y="1366865"/>
                  <a:pt x="4923297" y="1375920"/>
                  <a:pt x="4923409" y="1387273"/>
                </a:cubicBezTo>
                <a:lnTo>
                  <a:pt x="4923409" y="1444366"/>
                </a:lnTo>
                <a:lnTo>
                  <a:pt x="4948066" y="1444366"/>
                </a:lnTo>
                <a:lnTo>
                  <a:pt x="4948066" y="1385216"/>
                </a:lnTo>
                <a:cubicBezTo>
                  <a:pt x="4948158" y="1367858"/>
                  <a:pt x="4944057" y="1353590"/>
                  <a:pt x="4935764" y="1342412"/>
                </a:cubicBezTo>
                <a:cubicBezTo>
                  <a:pt x="4927470" y="1331235"/>
                  <a:pt x="4914433" y="1325453"/>
                  <a:pt x="4896651" y="1325069"/>
                </a:cubicBezTo>
                <a:close/>
                <a:moveTo>
                  <a:pt x="4351170" y="1325069"/>
                </a:moveTo>
                <a:cubicBezTo>
                  <a:pt x="4341263" y="1325294"/>
                  <a:pt x="4332068" y="1327284"/>
                  <a:pt x="4323583" y="1331041"/>
                </a:cubicBezTo>
                <a:cubicBezTo>
                  <a:pt x="4315099" y="1334797"/>
                  <a:pt x="4308096" y="1338970"/>
                  <a:pt x="4302574" y="1343562"/>
                </a:cubicBezTo>
                <a:lnTo>
                  <a:pt x="4314388" y="1363374"/>
                </a:lnTo>
                <a:cubicBezTo>
                  <a:pt x="4317295" y="1360890"/>
                  <a:pt x="4321954" y="1358068"/>
                  <a:pt x="4328369" y="1354908"/>
                </a:cubicBezTo>
                <a:cubicBezTo>
                  <a:pt x="4334783" y="1351748"/>
                  <a:pt x="4341697" y="1350021"/>
                  <a:pt x="4349111" y="1349726"/>
                </a:cubicBezTo>
                <a:cubicBezTo>
                  <a:pt x="4358939" y="1349779"/>
                  <a:pt x="4365726" y="1351861"/>
                  <a:pt x="4369473" y="1355971"/>
                </a:cubicBezTo>
                <a:cubicBezTo>
                  <a:pt x="4373220" y="1360080"/>
                  <a:pt x="4375183" y="1365896"/>
                  <a:pt x="4375360" y="1373418"/>
                </a:cubicBezTo>
                <a:lnTo>
                  <a:pt x="4356832" y="1373418"/>
                </a:lnTo>
                <a:cubicBezTo>
                  <a:pt x="4348573" y="1373286"/>
                  <a:pt x="4339962" y="1374149"/>
                  <a:pt x="4330996" y="1376006"/>
                </a:cubicBezTo>
                <a:cubicBezTo>
                  <a:pt x="4322031" y="1377864"/>
                  <a:pt x="4314394" y="1381507"/>
                  <a:pt x="4308088" y="1386935"/>
                </a:cubicBezTo>
                <a:cubicBezTo>
                  <a:pt x="4301781" y="1392364"/>
                  <a:pt x="4298488" y="1400369"/>
                  <a:pt x="4298207" y="1410950"/>
                </a:cubicBezTo>
                <a:cubicBezTo>
                  <a:pt x="4298501" y="1421769"/>
                  <a:pt x="4302665" y="1430350"/>
                  <a:pt x="4310700" y="1436693"/>
                </a:cubicBezTo>
                <a:cubicBezTo>
                  <a:pt x="4318736" y="1443036"/>
                  <a:pt x="4328880" y="1446280"/>
                  <a:pt x="4341134" y="1446423"/>
                </a:cubicBezTo>
                <a:cubicBezTo>
                  <a:pt x="4349090" y="1446338"/>
                  <a:pt x="4355888" y="1444968"/>
                  <a:pt x="4361528" y="1442315"/>
                </a:cubicBezTo>
                <a:cubicBezTo>
                  <a:pt x="4367168" y="1439662"/>
                  <a:pt x="4371778" y="1436238"/>
                  <a:pt x="4375360" y="1432044"/>
                </a:cubicBezTo>
                <a:lnTo>
                  <a:pt x="4375360" y="1444366"/>
                </a:lnTo>
                <a:lnTo>
                  <a:pt x="4400016" y="1444366"/>
                </a:lnTo>
                <a:lnTo>
                  <a:pt x="4400016" y="1377013"/>
                </a:lnTo>
                <a:cubicBezTo>
                  <a:pt x="4400071" y="1360101"/>
                  <a:pt x="4396109" y="1347230"/>
                  <a:pt x="4388132" y="1338400"/>
                </a:cubicBezTo>
                <a:cubicBezTo>
                  <a:pt x="4380154" y="1329570"/>
                  <a:pt x="4367834" y="1325127"/>
                  <a:pt x="4351170" y="1325069"/>
                </a:cubicBezTo>
                <a:close/>
                <a:moveTo>
                  <a:pt x="4146762" y="1325069"/>
                </a:moveTo>
                <a:cubicBezTo>
                  <a:pt x="4134924" y="1325199"/>
                  <a:pt x="4124462" y="1327965"/>
                  <a:pt x="4115377" y="1333368"/>
                </a:cubicBezTo>
                <a:cubicBezTo>
                  <a:pt x="4106291" y="1338771"/>
                  <a:pt x="4099161" y="1346032"/>
                  <a:pt x="4093989" y="1355151"/>
                </a:cubicBezTo>
                <a:cubicBezTo>
                  <a:pt x="4088817" y="1364270"/>
                  <a:pt x="4086182" y="1374468"/>
                  <a:pt x="4086086" y="1385745"/>
                </a:cubicBezTo>
                <a:cubicBezTo>
                  <a:pt x="4086348" y="1403019"/>
                  <a:pt x="4092444" y="1417345"/>
                  <a:pt x="4104372" y="1428723"/>
                </a:cubicBezTo>
                <a:cubicBezTo>
                  <a:pt x="4116301" y="1440102"/>
                  <a:pt x="4132488" y="1446002"/>
                  <a:pt x="4152933" y="1446423"/>
                </a:cubicBezTo>
                <a:cubicBezTo>
                  <a:pt x="4165055" y="1446268"/>
                  <a:pt x="4175520" y="1443625"/>
                  <a:pt x="4184332" y="1438493"/>
                </a:cubicBezTo>
                <a:cubicBezTo>
                  <a:pt x="4193143" y="1433360"/>
                  <a:pt x="4200074" y="1426669"/>
                  <a:pt x="4205125" y="1418420"/>
                </a:cubicBezTo>
                <a:lnTo>
                  <a:pt x="4184557" y="1405803"/>
                </a:lnTo>
                <a:cubicBezTo>
                  <a:pt x="4182564" y="1409284"/>
                  <a:pt x="4179029" y="1412750"/>
                  <a:pt x="4173951" y="1416199"/>
                </a:cubicBezTo>
                <a:cubicBezTo>
                  <a:pt x="4168873" y="1419648"/>
                  <a:pt x="4161868" y="1421504"/>
                  <a:pt x="4152933" y="1421767"/>
                </a:cubicBezTo>
                <a:cubicBezTo>
                  <a:pt x="4141995" y="1421584"/>
                  <a:pt x="4133275" y="1418988"/>
                  <a:pt x="4126772" y="1413978"/>
                </a:cubicBezTo>
                <a:cubicBezTo>
                  <a:pt x="4120270" y="1408968"/>
                  <a:pt x="4116049" y="1402638"/>
                  <a:pt x="4114110" y="1394988"/>
                </a:cubicBezTo>
                <a:lnTo>
                  <a:pt x="4205896" y="1394988"/>
                </a:lnTo>
                <a:cubicBezTo>
                  <a:pt x="4207362" y="1380525"/>
                  <a:pt x="4205604" y="1368083"/>
                  <a:pt x="4200622" y="1357661"/>
                </a:cubicBezTo>
                <a:cubicBezTo>
                  <a:pt x="4195640" y="1347239"/>
                  <a:pt x="4188416" y="1339218"/>
                  <a:pt x="4178949" y="1333596"/>
                </a:cubicBezTo>
                <a:cubicBezTo>
                  <a:pt x="4169481" y="1327975"/>
                  <a:pt x="4158753" y="1325132"/>
                  <a:pt x="4146762" y="1325069"/>
                </a:cubicBezTo>
                <a:close/>
                <a:moveTo>
                  <a:pt x="3918162" y="1325069"/>
                </a:moveTo>
                <a:cubicBezTo>
                  <a:pt x="3906324" y="1325199"/>
                  <a:pt x="3895862" y="1327965"/>
                  <a:pt x="3886776" y="1333368"/>
                </a:cubicBezTo>
                <a:cubicBezTo>
                  <a:pt x="3877691" y="1338771"/>
                  <a:pt x="3870562" y="1346032"/>
                  <a:pt x="3865389" y="1355151"/>
                </a:cubicBezTo>
                <a:cubicBezTo>
                  <a:pt x="3860217" y="1364270"/>
                  <a:pt x="3857582" y="1374468"/>
                  <a:pt x="3857486" y="1385745"/>
                </a:cubicBezTo>
                <a:cubicBezTo>
                  <a:pt x="3857748" y="1403019"/>
                  <a:pt x="3863844" y="1417345"/>
                  <a:pt x="3875772" y="1428723"/>
                </a:cubicBezTo>
                <a:cubicBezTo>
                  <a:pt x="3887701" y="1440102"/>
                  <a:pt x="3903888" y="1446002"/>
                  <a:pt x="3924333" y="1446423"/>
                </a:cubicBezTo>
                <a:cubicBezTo>
                  <a:pt x="3936454" y="1446268"/>
                  <a:pt x="3946920" y="1443625"/>
                  <a:pt x="3955731" y="1438493"/>
                </a:cubicBezTo>
                <a:cubicBezTo>
                  <a:pt x="3964543" y="1433360"/>
                  <a:pt x="3971474" y="1426669"/>
                  <a:pt x="3976525" y="1418420"/>
                </a:cubicBezTo>
                <a:lnTo>
                  <a:pt x="3955957" y="1405803"/>
                </a:lnTo>
                <a:cubicBezTo>
                  <a:pt x="3953964" y="1409284"/>
                  <a:pt x="3950429" y="1412750"/>
                  <a:pt x="3945351" y="1416199"/>
                </a:cubicBezTo>
                <a:cubicBezTo>
                  <a:pt x="3940273" y="1419648"/>
                  <a:pt x="3933267" y="1421504"/>
                  <a:pt x="3924333" y="1421767"/>
                </a:cubicBezTo>
                <a:cubicBezTo>
                  <a:pt x="3913395" y="1421584"/>
                  <a:pt x="3904675" y="1418988"/>
                  <a:pt x="3898172" y="1413978"/>
                </a:cubicBezTo>
                <a:cubicBezTo>
                  <a:pt x="3891670" y="1408968"/>
                  <a:pt x="3887449" y="1402638"/>
                  <a:pt x="3885510" y="1394988"/>
                </a:cubicBezTo>
                <a:lnTo>
                  <a:pt x="3977296" y="1394988"/>
                </a:lnTo>
                <a:cubicBezTo>
                  <a:pt x="3978762" y="1380525"/>
                  <a:pt x="3977004" y="1368083"/>
                  <a:pt x="3972022" y="1357661"/>
                </a:cubicBezTo>
                <a:cubicBezTo>
                  <a:pt x="3967040" y="1347239"/>
                  <a:pt x="3959815" y="1339218"/>
                  <a:pt x="3950348" y="1333596"/>
                </a:cubicBezTo>
                <a:cubicBezTo>
                  <a:pt x="3940881" y="1327975"/>
                  <a:pt x="3930153" y="1325132"/>
                  <a:pt x="3918162" y="1325069"/>
                </a:cubicBezTo>
                <a:close/>
                <a:moveTo>
                  <a:pt x="3594312" y="1325069"/>
                </a:moveTo>
                <a:cubicBezTo>
                  <a:pt x="3582474" y="1325199"/>
                  <a:pt x="3572012" y="1327965"/>
                  <a:pt x="3562927" y="1333368"/>
                </a:cubicBezTo>
                <a:cubicBezTo>
                  <a:pt x="3553841" y="1338771"/>
                  <a:pt x="3546712" y="1346032"/>
                  <a:pt x="3541539" y="1355151"/>
                </a:cubicBezTo>
                <a:cubicBezTo>
                  <a:pt x="3536367" y="1364270"/>
                  <a:pt x="3533733" y="1374468"/>
                  <a:pt x="3533636" y="1385745"/>
                </a:cubicBezTo>
                <a:cubicBezTo>
                  <a:pt x="3533898" y="1403019"/>
                  <a:pt x="3539994" y="1417345"/>
                  <a:pt x="3551922" y="1428723"/>
                </a:cubicBezTo>
                <a:cubicBezTo>
                  <a:pt x="3563851" y="1440102"/>
                  <a:pt x="3580038" y="1446002"/>
                  <a:pt x="3600483" y="1446423"/>
                </a:cubicBezTo>
                <a:cubicBezTo>
                  <a:pt x="3612604" y="1446268"/>
                  <a:pt x="3623071" y="1443625"/>
                  <a:pt x="3631882" y="1438493"/>
                </a:cubicBezTo>
                <a:cubicBezTo>
                  <a:pt x="3640693" y="1433360"/>
                  <a:pt x="3647624" y="1426669"/>
                  <a:pt x="3652675" y="1418420"/>
                </a:cubicBezTo>
                <a:lnTo>
                  <a:pt x="3632107" y="1405803"/>
                </a:lnTo>
                <a:cubicBezTo>
                  <a:pt x="3630114" y="1409284"/>
                  <a:pt x="3626579" y="1412750"/>
                  <a:pt x="3621501" y="1416199"/>
                </a:cubicBezTo>
                <a:cubicBezTo>
                  <a:pt x="3616423" y="1419648"/>
                  <a:pt x="3609417" y="1421504"/>
                  <a:pt x="3600483" y="1421767"/>
                </a:cubicBezTo>
                <a:cubicBezTo>
                  <a:pt x="3589545" y="1421584"/>
                  <a:pt x="3580825" y="1418988"/>
                  <a:pt x="3574322" y="1413978"/>
                </a:cubicBezTo>
                <a:cubicBezTo>
                  <a:pt x="3567820" y="1408968"/>
                  <a:pt x="3563599" y="1402638"/>
                  <a:pt x="3561660" y="1394988"/>
                </a:cubicBezTo>
                <a:lnTo>
                  <a:pt x="3653446" y="1394988"/>
                </a:lnTo>
                <a:cubicBezTo>
                  <a:pt x="3654912" y="1380525"/>
                  <a:pt x="3653154" y="1368083"/>
                  <a:pt x="3648172" y="1357661"/>
                </a:cubicBezTo>
                <a:cubicBezTo>
                  <a:pt x="3643190" y="1347239"/>
                  <a:pt x="3635966" y="1339218"/>
                  <a:pt x="3626499" y="1333596"/>
                </a:cubicBezTo>
                <a:cubicBezTo>
                  <a:pt x="3617031" y="1327975"/>
                  <a:pt x="3606303" y="1325132"/>
                  <a:pt x="3594312" y="1325069"/>
                </a:cubicBezTo>
                <a:close/>
                <a:moveTo>
                  <a:pt x="3378062" y="1325069"/>
                </a:moveTo>
                <a:cubicBezTo>
                  <a:pt x="3369447" y="1325160"/>
                  <a:pt x="3361974" y="1327097"/>
                  <a:pt x="3355643" y="1330880"/>
                </a:cubicBezTo>
                <a:cubicBezTo>
                  <a:pt x="3349313" y="1334663"/>
                  <a:pt x="3344091" y="1339746"/>
                  <a:pt x="3339980" y="1346130"/>
                </a:cubicBezTo>
                <a:lnTo>
                  <a:pt x="3339980" y="1327124"/>
                </a:lnTo>
                <a:lnTo>
                  <a:pt x="3315323" y="1327124"/>
                </a:lnTo>
                <a:lnTo>
                  <a:pt x="3315323" y="1444366"/>
                </a:lnTo>
                <a:lnTo>
                  <a:pt x="3339980" y="1444366"/>
                </a:lnTo>
                <a:lnTo>
                  <a:pt x="3339980" y="1393960"/>
                </a:lnTo>
                <a:cubicBezTo>
                  <a:pt x="3339937" y="1386775"/>
                  <a:pt x="3340937" y="1379828"/>
                  <a:pt x="3342982" y="1373119"/>
                </a:cubicBezTo>
                <a:cubicBezTo>
                  <a:pt x="3345026" y="1366410"/>
                  <a:pt x="3348371" y="1360873"/>
                  <a:pt x="3353017" y="1356507"/>
                </a:cubicBezTo>
                <a:cubicBezTo>
                  <a:pt x="3357663" y="1352142"/>
                  <a:pt x="3363866" y="1349881"/>
                  <a:pt x="3371629" y="1349726"/>
                </a:cubicBezTo>
                <a:cubicBezTo>
                  <a:pt x="3381723" y="1350020"/>
                  <a:pt x="3389067" y="1353739"/>
                  <a:pt x="3393661" y="1360881"/>
                </a:cubicBezTo>
                <a:cubicBezTo>
                  <a:pt x="3398255" y="1368023"/>
                  <a:pt x="3400517" y="1376820"/>
                  <a:pt x="3400448" y="1387273"/>
                </a:cubicBezTo>
                <a:lnTo>
                  <a:pt x="3400448" y="1444366"/>
                </a:lnTo>
                <a:lnTo>
                  <a:pt x="3425105" y="1444366"/>
                </a:lnTo>
                <a:lnTo>
                  <a:pt x="3425105" y="1393960"/>
                </a:lnTo>
                <a:cubicBezTo>
                  <a:pt x="3425060" y="1386775"/>
                  <a:pt x="3426064" y="1379828"/>
                  <a:pt x="3428116" y="1373119"/>
                </a:cubicBezTo>
                <a:cubicBezTo>
                  <a:pt x="3430168" y="1366410"/>
                  <a:pt x="3433535" y="1360873"/>
                  <a:pt x="3438218" y="1356507"/>
                </a:cubicBezTo>
                <a:cubicBezTo>
                  <a:pt x="3442900" y="1352142"/>
                  <a:pt x="3449165" y="1349881"/>
                  <a:pt x="3457011" y="1349726"/>
                </a:cubicBezTo>
                <a:cubicBezTo>
                  <a:pt x="3466993" y="1350020"/>
                  <a:pt x="3474305" y="1353739"/>
                  <a:pt x="3478947" y="1360881"/>
                </a:cubicBezTo>
                <a:cubicBezTo>
                  <a:pt x="3483589" y="1368023"/>
                  <a:pt x="3485883" y="1376820"/>
                  <a:pt x="3485830" y="1387273"/>
                </a:cubicBezTo>
                <a:lnTo>
                  <a:pt x="3485830" y="1444366"/>
                </a:lnTo>
                <a:lnTo>
                  <a:pt x="3510486" y="1444366"/>
                </a:lnTo>
                <a:lnTo>
                  <a:pt x="3510486" y="1385216"/>
                </a:lnTo>
                <a:cubicBezTo>
                  <a:pt x="3510664" y="1367858"/>
                  <a:pt x="3506906" y="1353590"/>
                  <a:pt x="3499212" y="1342412"/>
                </a:cubicBezTo>
                <a:cubicBezTo>
                  <a:pt x="3491518" y="1331235"/>
                  <a:pt x="3478824" y="1325453"/>
                  <a:pt x="3461128" y="1325069"/>
                </a:cubicBezTo>
                <a:cubicBezTo>
                  <a:pt x="3451581" y="1325187"/>
                  <a:pt x="3443208" y="1327520"/>
                  <a:pt x="3436010" y="1332068"/>
                </a:cubicBezTo>
                <a:cubicBezTo>
                  <a:pt x="3428811" y="1336616"/>
                  <a:pt x="3422951" y="1342674"/>
                  <a:pt x="3418427" y="1350240"/>
                </a:cubicBezTo>
                <a:cubicBezTo>
                  <a:pt x="3414853" y="1342449"/>
                  <a:pt x="3409929" y="1336327"/>
                  <a:pt x="3403653" y="1331875"/>
                </a:cubicBezTo>
                <a:cubicBezTo>
                  <a:pt x="3397377" y="1327423"/>
                  <a:pt x="3388847" y="1325155"/>
                  <a:pt x="3378062" y="1325069"/>
                </a:cubicBezTo>
                <a:close/>
                <a:moveTo>
                  <a:pt x="3137113" y="1325069"/>
                </a:moveTo>
                <a:cubicBezTo>
                  <a:pt x="3125274" y="1325199"/>
                  <a:pt x="3114813" y="1327965"/>
                  <a:pt x="3105727" y="1333368"/>
                </a:cubicBezTo>
                <a:cubicBezTo>
                  <a:pt x="3096641" y="1338771"/>
                  <a:pt x="3089512" y="1346032"/>
                  <a:pt x="3084339" y="1355151"/>
                </a:cubicBezTo>
                <a:cubicBezTo>
                  <a:pt x="3079167" y="1364270"/>
                  <a:pt x="3076532" y="1374468"/>
                  <a:pt x="3076436" y="1385745"/>
                </a:cubicBezTo>
                <a:cubicBezTo>
                  <a:pt x="3076698" y="1403019"/>
                  <a:pt x="3082794" y="1417345"/>
                  <a:pt x="3094723" y="1428723"/>
                </a:cubicBezTo>
                <a:cubicBezTo>
                  <a:pt x="3106651" y="1440102"/>
                  <a:pt x="3122838" y="1446002"/>
                  <a:pt x="3143283" y="1446423"/>
                </a:cubicBezTo>
                <a:cubicBezTo>
                  <a:pt x="3155404" y="1446268"/>
                  <a:pt x="3165871" y="1443625"/>
                  <a:pt x="3174682" y="1438493"/>
                </a:cubicBezTo>
                <a:cubicBezTo>
                  <a:pt x="3183493" y="1433360"/>
                  <a:pt x="3190424" y="1426669"/>
                  <a:pt x="3195475" y="1418420"/>
                </a:cubicBezTo>
                <a:lnTo>
                  <a:pt x="3174907" y="1405803"/>
                </a:lnTo>
                <a:cubicBezTo>
                  <a:pt x="3172914" y="1409284"/>
                  <a:pt x="3169379" y="1412750"/>
                  <a:pt x="3164301" y="1416199"/>
                </a:cubicBezTo>
                <a:cubicBezTo>
                  <a:pt x="3159224" y="1419648"/>
                  <a:pt x="3152217" y="1421504"/>
                  <a:pt x="3143283" y="1421767"/>
                </a:cubicBezTo>
                <a:cubicBezTo>
                  <a:pt x="3132345" y="1421584"/>
                  <a:pt x="3123625" y="1418988"/>
                  <a:pt x="3117123" y="1413978"/>
                </a:cubicBezTo>
                <a:cubicBezTo>
                  <a:pt x="3110620" y="1408968"/>
                  <a:pt x="3106399" y="1402638"/>
                  <a:pt x="3104460" y="1394988"/>
                </a:cubicBezTo>
                <a:lnTo>
                  <a:pt x="3196246" y="1394988"/>
                </a:lnTo>
                <a:cubicBezTo>
                  <a:pt x="3197712" y="1380525"/>
                  <a:pt x="3195954" y="1368083"/>
                  <a:pt x="3190972" y="1357661"/>
                </a:cubicBezTo>
                <a:cubicBezTo>
                  <a:pt x="3185990" y="1347239"/>
                  <a:pt x="3178766" y="1339218"/>
                  <a:pt x="3169299" y="1333596"/>
                </a:cubicBezTo>
                <a:cubicBezTo>
                  <a:pt x="3159832" y="1327975"/>
                  <a:pt x="3149103" y="1325132"/>
                  <a:pt x="3137113" y="1325069"/>
                </a:cubicBezTo>
                <a:close/>
                <a:moveTo>
                  <a:pt x="2999374" y="1325069"/>
                </a:moveTo>
                <a:cubicBezTo>
                  <a:pt x="2991114" y="1325165"/>
                  <a:pt x="2983577" y="1326963"/>
                  <a:pt x="2976765" y="1330463"/>
                </a:cubicBezTo>
                <a:cubicBezTo>
                  <a:pt x="2969952" y="1333962"/>
                  <a:pt x="2964023" y="1338585"/>
                  <a:pt x="2958980" y="1344332"/>
                </a:cubicBezTo>
                <a:lnTo>
                  <a:pt x="2958980" y="1327124"/>
                </a:lnTo>
                <a:lnTo>
                  <a:pt x="2934323" y="1327124"/>
                </a:lnTo>
                <a:lnTo>
                  <a:pt x="2934323" y="1537978"/>
                </a:lnTo>
                <a:lnTo>
                  <a:pt x="2958980" y="1537978"/>
                </a:lnTo>
                <a:lnTo>
                  <a:pt x="2958980" y="1427417"/>
                </a:lnTo>
                <a:cubicBezTo>
                  <a:pt x="2964023" y="1433153"/>
                  <a:pt x="2969952" y="1437734"/>
                  <a:pt x="2976765" y="1441158"/>
                </a:cubicBezTo>
                <a:cubicBezTo>
                  <a:pt x="2983577" y="1444583"/>
                  <a:pt x="2991114" y="1446338"/>
                  <a:pt x="2999374" y="1446423"/>
                </a:cubicBezTo>
                <a:cubicBezTo>
                  <a:pt x="3016448" y="1446002"/>
                  <a:pt x="3030399" y="1440102"/>
                  <a:pt x="3041225" y="1428724"/>
                </a:cubicBezTo>
                <a:cubicBezTo>
                  <a:pt x="3052051" y="1417346"/>
                  <a:pt x="3057640" y="1403020"/>
                  <a:pt x="3057992" y="1385746"/>
                </a:cubicBezTo>
                <a:cubicBezTo>
                  <a:pt x="3057887" y="1374467"/>
                  <a:pt x="3055299" y="1364269"/>
                  <a:pt x="3050227" y="1355150"/>
                </a:cubicBezTo>
                <a:cubicBezTo>
                  <a:pt x="3045154" y="1346031"/>
                  <a:pt x="3038224" y="1338770"/>
                  <a:pt x="3029435" y="1333367"/>
                </a:cubicBezTo>
                <a:cubicBezTo>
                  <a:pt x="3020647" y="1327965"/>
                  <a:pt x="3010626" y="1325199"/>
                  <a:pt x="2999374" y="1325069"/>
                </a:cubicBezTo>
                <a:close/>
                <a:moveTo>
                  <a:pt x="2472677" y="1325069"/>
                </a:moveTo>
                <a:cubicBezTo>
                  <a:pt x="2461046" y="1325199"/>
                  <a:pt x="2450495" y="1327965"/>
                  <a:pt x="2441023" y="1333367"/>
                </a:cubicBezTo>
                <a:cubicBezTo>
                  <a:pt x="2431552" y="1338770"/>
                  <a:pt x="2423996" y="1346031"/>
                  <a:pt x="2418355" y="1355150"/>
                </a:cubicBezTo>
                <a:cubicBezTo>
                  <a:pt x="2412715" y="1364269"/>
                  <a:pt x="2409825" y="1374467"/>
                  <a:pt x="2409686" y="1385746"/>
                </a:cubicBezTo>
                <a:cubicBezTo>
                  <a:pt x="2409825" y="1397106"/>
                  <a:pt x="2412715" y="1407343"/>
                  <a:pt x="2418355" y="1416457"/>
                </a:cubicBezTo>
                <a:cubicBezTo>
                  <a:pt x="2423996" y="1425572"/>
                  <a:pt x="2431552" y="1432813"/>
                  <a:pt x="2441023" y="1438182"/>
                </a:cubicBezTo>
                <a:cubicBezTo>
                  <a:pt x="2450495" y="1443551"/>
                  <a:pt x="2461046" y="1446299"/>
                  <a:pt x="2472677" y="1446423"/>
                </a:cubicBezTo>
                <a:cubicBezTo>
                  <a:pt x="2484306" y="1446299"/>
                  <a:pt x="2494835" y="1443551"/>
                  <a:pt x="2504265" y="1438182"/>
                </a:cubicBezTo>
                <a:cubicBezTo>
                  <a:pt x="2513695" y="1432813"/>
                  <a:pt x="2521210" y="1425572"/>
                  <a:pt x="2526809" y="1416457"/>
                </a:cubicBezTo>
                <a:cubicBezTo>
                  <a:pt x="2532408" y="1407343"/>
                  <a:pt x="2535276" y="1397106"/>
                  <a:pt x="2535412" y="1385746"/>
                </a:cubicBezTo>
                <a:cubicBezTo>
                  <a:pt x="2535276" y="1374467"/>
                  <a:pt x="2532408" y="1364269"/>
                  <a:pt x="2526809" y="1355150"/>
                </a:cubicBezTo>
                <a:cubicBezTo>
                  <a:pt x="2521210" y="1346031"/>
                  <a:pt x="2513695" y="1338770"/>
                  <a:pt x="2504265" y="1333367"/>
                </a:cubicBezTo>
                <a:cubicBezTo>
                  <a:pt x="2494835" y="1327965"/>
                  <a:pt x="2484306" y="1325199"/>
                  <a:pt x="2472677" y="1325069"/>
                </a:cubicBezTo>
                <a:close/>
                <a:moveTo>
                  <a:pt x="2179470" y="1325069"/>
                </a:moveTo>
                <a:cubicBezTo>
                  <a:pt x="2169564" y="1325294"/>
                  <a:pt x="2160368" y="1327284"/>
                  <a:pt x="2151883" y="1331041"/>
                </a:cubicBezTo>
                <a:cubicBezTo>
                  <a:pt x="2143399" y="1334797"/>
                  <a:pt x="2136396" y="1338970"/>
                  <a:pt x="2130874" y="1343562"/>
                </a:cubicBezTo>
                <a:lnTo>
                  <a:pt x="2142689" y="1363374"/>
                </a:lnTo>
                <a:cubicBezTo>
                  <a:pt x="2145595" y="1360890"/>
                  <a:pt x="2150255" y="1358068"/>
                  <a:pt x="2156669" y="1354908"/>
                </a:cubicBezTo>
                <a:cubicBezTo>
                  <a:pt x="2163083" y="1351748"/>
                  <a:pt x="2169998" y="1350021"/>
                  <a:pt x="2177412" y="1349726"/>
                </a:cubicBezTo>
                <a:cubicBezTo>
                  <a:pt x="2187239" y="1349779"/>
                  <a:pt x="2194026" y="1351861"/>
                  <a:pt x="2197773" y="1355971"/>
                </a:cubicBezTo>
                <a:cubicBezTo>
                  <a:pt x="2201521" y="1360080"/>
                  <a:pt x="2203483" y="1365896"/>
                  <a:pt x="2203660" y="1373418"/>
                </a:cubicBezTo>
                <a:lnTo>
                  <a:pt x="2185132" y="1373418"/>
                </a:lnTo>
                <a:cubicBezTo>
                  <a:pt x="2176874" y="1373286"/>
                  <a:pt x="2168262" y="1374149"/>
                  <a:pt x="2159296" y="1376006"/>
                </a:cubicBezTo>
                <a:cubicBezTo>
                  <a:pt x="2150331" y="1377864"/>
                  <a:pt x="2142695" y="1381507"/>
                  <a:pt x="2136388" y="1386935"/>
                </a:cubicBezTo>
                <a:cubicBezTo>
                  <a:pt x="2130082" y="1392364"/>
                  <a:pt x="2126788" y="1400369"/>
                  <a:pt x="2126507" y="1410950"/>
                </a:cubicBezTo>
                <a:cubicBezTo>
                  <a:pt x="2126801" y="1421769"/>
                  <a:pt x="2130965" y="1430350"/>
                  <a:pt x="2139001" y="1436693"/>
                </a:cubicBezTo>
                <a:cubicBezTo>
                  <a:pt x="2147036" y="1443036"/>
                  <a:pt x="2157181" y="1446280"/>
                  <a:pt x="2169434" y="1446423"/>
                </a:cubicBezTo>
                <a:cubicBezTo>
                  <a:pt x="2177390" y="1446338"/>
                  <a:pt x="2184188" y="1444968"/>
                  <a:pt x="2189828" y="1442315"/>
                </a:cubicBezTo>
                <a:cubicBezTo>
                  <a:pt x="2195468" y="1439662"/>
                  <a:pt x="2200079" y="1436238"/>
                  <a:pt x="2203660" y="1432044"/>
                </a:cubicBezTo>
                <a:lnTo>
                  <a:pt x="2203660" y="1444366"/>
                </a:lnTo>
                <a:lnTo>
                  <a:pt x="2228317" y="1444366"/>
                </a:lnTo>
                <a:lnTo>
                  <a:pt x="2228317" y="1377013"/>
                </a:lnTo>
                <a:cubicBezTo>
                  <a:pt x="2228371" y="1360101"/>
                  <a:pt x="2224409" y="1347230"/>
                  <a:pt x="2216432" y="1338400"/>
                </a:cubicBezTo>
                <a:cubicBezTo>
                  <a:pt x="2208454" y="1329570"/>
                  <a:pt x="2196134" y="1325127"/>
                  <a:pt x="2179470" y="1325069"/>
                </a:cubicBezTo>
                <a:close/>
                <a:moveTo>
                  <a:pt x="1935161" y="1325069"/>
                </a:moveTo>
                <a:cubicBezTo>
                  <a:pt x="1923824" y="1325199"/>
                  <a:pt x="1913743" y="1327965"/>
                  <a:pt x="1904918" y="1333367"/>
                </a:cubicBezTo>
                <a:cubicBezTo>
                  <a:pt x="1896093" y="1338770"/>
                  <a:pt x="1889140" y="1346031"/>
                  <a:pt x="1884060" y="1355150"/>
                </a:cubicBezTo>
                <a:cubicBezTo>
                  <a:pt x="1878980" y="1364269"/>
                  <a:pt x="1876388" y="1374467"/>
                  <a:pt x="1876286" y="1385746"/>
                </a:cubicBezTo>
                <a:cubicBezTo>
                  <a:pt x="1876632" y="1403020"/>
                  <a:pt x="1882232" y="1417346"/>
                  <a:pt x="1893085" y="1428724"/>
                </a:cubicBezTo>
                <a:cubicBezTo>
                  <a:pt x="1903938" y="1440102"/>
                  <a:pt x="1917963" y="1446002"/>
                  <a:pt x="1935161" y="1446423"/>
                </a:cubicBezTo>
                <a:cubicBezTo>
                  <a:pt x="1943314" y="1446338"/>
                  <a:pt x="1950807" y="1444583"/>
                  <a:pt x="1957641" y="1441158"/>
                </a:cubicBezTo>
                <a:cubicBezTo>
                  <a:pt x="1964476" y="1437734"/>
                  <a:pt x="1970361" y="1433153"/>
                  <a:pt x="1975298" y="1427417"/>
                </a:cubicBezTo>
                <a:lnTo>
                  <a:pt x="1975298" y="1439232"/>
                </a:lnTo>
                <a:cubicBezTo>
                  <a:pt x="1975309" y="1445018"/>
                  <a:pt x="1973943" y="1450624"/>
                  <a:pt x="1971200" y="1456050"/>
                </a:cubicBezTo>
                <a:cubicBezTo>
                  <a:pt x="1968458" y="1461477"/>
                  <a:pt x="1964271" y="1465960"/>
                  <a:pt x="1958641" y="1469501"/>
                </a:cubicBezTo>
                <a:cubicBezTo>
                  <a:pt x="1953011" y="1473041"/>
                  <a:pt x="1945870" y="1474875"/>
                  <a:pt x="1937219" y="1475002"/>
                </a:cubicBezTo>
                <a:cubicBezTo>
                  <a:pt x="1926686" y="1474712"/>
                  <a:pt x="1918357" y="1472910"/>
                  <a:pt x="1912231" y="1469595"/>
                </a:cubicBezTo>
                <a:cubicBezTo>
                  <a:pt x="1906104" y="1466280"/>
                  <a:pt x="1902085" y="1463191"/>
                  <a:pt x="1900174" y="1460327"/>
                </a:cubicBezTo>
                <a:lnTo>
                  <a:pt x="1880139" y="1473972"/>
                </a:lnTo>
                <a:cubicBezTo>
                  <a:pt x="1884232" y="1480448"/>
                  <a:pt x="1891010" y="1486313"/>
                  <a:pt x="1900473" y="1491568"/>
                </a:cubicBezTo>
                <a:cubicBezTo>
                  <a:pt x="1909936" y="1496823"/>
                  <a:pt x="1922185" y="1499606"/>
                  <a:pt x="1937219" y="1499916"/>
                </a:cubicBezTo>
                <a:cubicBezTo>
                  <a:pt x="1955367" y="1499703"/>
                  <a:pt x="1970261" y="1494221"/>
                  <a:pt x="1981902" y="1483469"/>
                </a:cubicBezTo>
                <a:cubicBezTo>
                  <a:pt x="1993542" y="1472717"/>
                  <a:pt x="1999560" y="1457972"/>
                  <a:pt x="1999955" y="1439232"/>
                </a:cubicBezTo>
                <a:lnTo>
                  <a:pt x="1999955" y="1327124"/>
                </a:lnTo>
                <a:lnTo>
                  <a:pt x="1975298" y="1327124"/>
                </a:lnTo>
                <a:lnTo>
                  <a:pt x="1975298" y="1344332"/>
                </a:lnTo>
                <a:cubicBezTo>
                  <a:pt x="1970361" y="1338585"/>
                  <a:pt x="1964476" y="1333962"/>
                  <a:pt x="1957641" y="1330463"/>
                </a:cubicBezTo>
                <a:cubicBezTo>
                  <a:pt x="1950807" y="1326963"/>
                  <a:pt x="1943314" y="1325165"/>
                  <a:pt x="1935161" y="1325069"/>
                </a:cubicBezTo>
                <a:close/>
                <a:moveTo>
                  <a:pt x="3783324" y="1292665"/>
                </a:moveTo>
                <a:lnTo>
                  <a:pt x="3783324" y="1327126"/>
                </a:lnTo>
                <a:lnTo>
                  <a:pt x="3757092" y="1327126"/>
                </a:lnTo>
                <a:lnTo>
                  <a:pt x="3757092" y="1351783"/>
                </a:lnTo>
                <a:lnTo>
                  <a:pt x="3783324" y="1351783"/>
                </a:lnTo>
                <a:lnTo>
                  <a:pt x="3783324" y="1403242"/>
                </a:lnTo>
                <a:cubicBezTo>
                  <a:pt x="3783142" y="1416588"/>
                  <a:pt x="3786203" y="1426964"/>
                  <a:pt x="3792509" y="1434371"/>
                </a:cubicBezTo>
                <a:cubicBezTo>
                  <a:pt x="3798814" y="1441779"/>
                  <a:pt x="3809458" y="1445539"/>
                  <a:pt x="3824440" y="1445652"/>
                </a:cubicBezTo>
                <a:cubicBezTo>
                  <a:pt x="3826085" y="1445647"/>
                  <a:pt x="3828003" y="1445593"/>
                  <a:pt x="3830194" y="1445491"/>
                </a:cubicBezTo>
                <a:cubicBezTo>
                  <a:pt x="3832386" y="1445389"/>
                  <a:pt x="3834239" y="1445272"/>
                  <a:pt x="3835756" y="1445138"/>
                </a:cubicBezTo>
                <a:lnTo>
                  <a:pt x="3835756" y="1421510"/>
                </a:lnTo>
                <a:cubicBezTo>
                  <a:pt x="3825597" y="1422644"/>
                  <a:pt x="3818396" y="1421657"/>
                  <a:pt x="3814153" y="1418549"/>
                </a:cubicBezTo>
                <a:cubicBezTo>
                  <a:pt x="3809909" y="1415441"/>
                  <a:pt x="3807852" y="1410339"/>
                  <a:pt x="3807981" y="1403242"/>
                </a:cubicBezTo>
                <a:lnTo>
                  <a:pt x="3807981" y="1351783"/>
                </a:lnTo>
                <a:lnTo>
                  <a:pt x="3839613" y="1351783"/>
                </a:lnTo>
                <a:lnTo>
                  <a:pt x="3839613" y="1327126"/>
                </a:lnTo>
                <a:lnTo>
                  <a:pt x="3807981" y="1327126"/>
                </a:lnTo>
                <a:lnTo>
                  <a:pt x="3807981" y="1292665"/>
                </a:lnTo>
                <a:close/>
                <a:moveTo>
                  <a:pt x="3688074" y="1292665"/>
                </a:moveTo>
                <a:lnTo>
                  <a:pt x="3688074" y="1327126"/>
                </a:lnTo>
                <a:lnTo>
                  <a:pt x="3661842" y="1327126"/>
                </a:lnTo>
                <a:lnTo>
                  <a:pt x="3661842" y="1351783"/>
                </a:lnTo>
                <a:lnTo>
                  <a:pt x="3688074" y="1351783"/>
                </a:lnTo>
                <a:lnTo>
                  <a:pt x="3688074" y="1403242"/>
                </a:lnTo>
                <a:cubicBezTo>
                  <a:pt x="3687892" y="1416588"/>
                  <a:pt x="3690953" y="1426964"/>
                  <a:pt x="3697259" y="1434371"/>
                </a:cubicBezTo>
                <a:cubicBezTo>
                  <a:pt x="3703564" y="1441779"/>
                  <a:pt x="3714208" y="1445539"/>
                  <a:pt x="3729190" y="1445652"/>
                </a:cubicBezTo>
                <a:cubicBezTo>
                  <a:pt x="3730835" y="1445647"/>
                  <a:pt x="3732753" y="1445593"/>
                  <a:pt x="3734944" y="1445491"/>
                </a:cubicBezTo>
                <a:cubicBezTo>
                  <a:pt x="3737136" y="1445389"/>
                  <a:pt x="3738989" y="1445272"/>
                  <a:pt x="3740506" y="1445138"/>
                </a:cubicBezTo>
                <a:lnTo>
                  <a:pt x="3740506" y="1421510"/>
                </a:lnTo>
                <a:cubicBezTo>
                  <a:pt x="3730347" y="1422644"/>
                  <a:pt x="3723146" y="1421657"/>
                  <a:pt x="3718903" y="1418549"/>
                </a:cubicBezTo>
                <a:cubicBezTo>
                  <a:pt x="3714659" y="1415441"/>
                  <a:pt x="3712602" y="1410339"/>
                  <a:pt x="3712731" y="1403242"/>
                </a:cubicBezTo>
                <a:lnTo>
                  <a:pt x="3712731" y="1351783"/>
                </a:lnTo>
                <a:lnTo>
                  <a:pt x="3744363" y="1351783"/>
                </a:lnTo>
                <a:lnTo>
                  <a:pt x="3744363" y="1327126"/>
                </a:lnTo>
                <a:lnTo>
                  <a:pt x="3712731" y="1327126"/>
                </a:lnTo>
                <a:lnTo>
                  <a:pt x="3712731" y="1292665"/>
                </a:lnTo>
                <a:close/>
                <a:moveTo>
                  <a:pt x="7149747" y="1279549"/>
                </a:moveTo>
                <a:cubicBezTo>
                  <a:pt x="7145530" y="1279645"/>
                  <a:pt x="7142019" y="1281058"/>
                  <a:pt x="7139214" y="1283788"/>
                </a:cubicBezTo>
                <a:cubicBezTo>
                  <a:pt x="7136410" y="1286517"/>
                  <a:pt x="7134955" y="1289985"/>
                  <a:pt x="7134848" y="1294192"/>
                </a:cubicBezTo>
                <a:cubicBezTo>
                  <a:pt x="7134955" y="1298409"/>
                  <a:pt x="7136410" y="1301920"/>
                  <a:pt x="7139214" y="1304725"/>
                </a:cubicBezTo>
                <a:cubicBezTo>
                  <a:pt x="7142019" y="1307529"/>
                  <a:pt x="7145530" y="1308985"/>
                  <a:pt x="7149747" y="1309092"/>
                </a:cubicBezTo>
                <a:cubicBezTo>
                  <a:pt x="7153841" y="1308985"/>
                  <a:pt x="7157278" y="1307529"/>
                  <a:pt x="7160055" y="1304725"/>
                </a:cubicBezTo>
                <a:cubicBezTo>
                  <a:pt x="7162833" y="1301920"/>
                  <a:pt x="7164278" y="1298409"/>
                  <a:pt x="7164391" y="1294192"/>
                </a:cubicBezTo>
                <a:cubicBezTo>
                  <a:pt x="7164278" y="1289985"/>
                  <a:pt x="7162833" y="1286517"/>
                  <a:pt x="7160055" y="1283788"/>
                </a:cubicBezTo>
                <a:cubicBezTo>
                  <a:pt x="7157278" y="1281058"/>
                  <a:pt x="7153842" y="1279645"/>
                  <a:pt x="7149747" y="1279549"/>
                </a:cubicBezTo>
                <a:close/>
                <a:moveTo>
                  <a:pt x="6854472" y="1279549"/>
                </a:moveTo>
                <a:cubicBezTo>
                  <a:pt x="6850255" y="1279645"/>
                  <a:pt x="6846744" y="1281058"/>
                  <a:pt x="6843939" y="1283788"/>
                </a:cubicBezTo>
                <a:cubicBezTo>
                  <a:pt x="6841135" y="1286517"/>
                  <a:pt x="6839680" y="1289985"/>
                  <a:pt x="6839573" y="1294192"/>
                </a:cubicBezTo>
                <a:cubicBezTo>
                  <a:pt x="6839680" y="1298409"/>
                  <a:pt x="6841135" y="1301920"/>
                  <a:pt x="6843939" y="1304725"/>
                </a:cubicBezTo>
                <a:cubicBezTo>
                  <a:pt x="6846744" y="1307529"/>
                  <a:pt x="6850255" y="1308985"/>
                  <a:pt x="6854472" y="1309092"/>
                </a:cubicBezTo>
                <a:cubicBezTo>
                  <a:pt x="6858567" y="1308985"/>
                  <a:pt x="6862003" y="1307529"/>
                  <a:pt x="6864780" y="1304725"/>
                </a:cubicBezTo>
                <a:cubicBezTo>
                  <a:pt x="6867558" y="1301920"/>
                  <a:pt x="6869003" y="1298409"/>
                  <a:pt x="6869116" y="1294192"/>
                </a:cubicBezTo>
                <a:cubicBezTo>
                  <a:pt x="6869003" y="1289985"/>
                  <a:pt x="6867558" y="1286517"/>
                  <a:pt x="6864780" y="1283788"/>
                </a:cubicBezTo>
                <a:cubicBezTo>
                  <a:pt x="6862003" y="1281058"/>
                  <a:pt x="6858567" y="1279645"/>
                  <a:pt x="6854472" y="1279549"/>
                </a:cubicBezTo>
                <a:close/>
                <a:moveTo>
                  <a:pt x="6159147" y="1279549"/>
                </a:moveTo>
                <a:cubicBezTo>
                  <a:pt x="6154930" y="1279645"/>
                  <a:pt x="6151419" y="1281058"/>
                  <a:pt x="6148615" y="1283788"/>
                </a:cubicBezTo>
                <a:cubicBezTo>
                  <a:pt x="6145811" y="1286517"/>
                  <a:pt x="6144355" y="1289985"/>
                  <a:pt x="6144247" y="1294192"/>
                </a:cubicBezTo>
                <a:cubicBezTo>
                  <a:pt x="6144354" y="1298409"/>
                  <a:pt x="6145811" y="1301920"/>
                  <a:pt x="6148615" y="1304725"/>
                </a:cubicBezTo>
                <a:cubicBezTo>
                  <a:pt x="6151419" y="1307529"/>
                  <a:pt x="6154930" y="1308985"/>
                  <a:pt x="6159147" y="1309092"/>
                </a:cubicBezTo>
                <a:cubicBezTo>
                  <a:pt x="6163242" y="1308985"/>
                  <a:pt x="6166678" y="1307529"/>
                  <a:pt x="6169455" y="1304725"/>
                </a:cubicBezTo>
                <a:cubicBezTo>
                  <a:pt x="6172233" y="1301920"/>
                  <a:pt x="6173678" y="1298409"/>
                  <a:pt x="6173790" y="1294192"/>
                </a:cubicBezTo>
                <a:cubicBezTo>
                  <a:pt x="6173678" y="1289985"/>
                  <a:pt x="6172233" y="1286517"/>
                  <a:pt x="6169455" y="1283788"/>
                </a:cubicBezTo>
                <a:cubicBezTo>
                  <a:pt x="6166678" y="1281058"/>
                  <a:pt x="6163242" y="1279645"/>
                  <a:pt x="6159147" y="1279549"/>
                </a:cubicBezTo>
                <a:close/>
                <a:moveTo>
                  <a:pt x="2796823" y="1279549"/>
                </a:moveTo>
                <a:cubicBezTo>
                  <a:pt x="2792605" y="1279645"/>
                  <a:pt x="2789094" y="1281058"/>
                  <a:pt x="2786290" y="1283788"/>
                </a:cubicBezTo>
                <a:cubicBezTo>
                  <a:pt x="2783486" y="1286517"/>
                  <a:pt x="2782030" y="1289985"/>
                  <a:pt x="2781923" y="1294192"/>
                </a:cubicBezTo>
                <a:cubicBezTo>
                  <a:pt x="2782030" y="1298409"/>
                  <a:pt x="2783486" y="1301920"/>
                  <a:pt x="2786290" y="1304725"/>
                </a:cubicBezTo>
                <a:cubicBezTo>
                  <a:pt x="2789094" y="1307529"/>
                  <a:pt x="2792605" y="1308985"/>
                  <a:pt x="2796823" y="1309092"/>
                </a:cubicBezTo>
                <a:cubicBezTo>
                  <a:pt x="2800917" y="1308985"/>
                  <a:pt x="2804353" y="1307529"/>
                  <a:pt x="2807131" y="1304725"/>
                </a:cubicBezTo>
                <a:cubicBezTo>
                  <a:pt x="2809908" y="1301920"/>
                  <a:pt x="2811353" y="1298409"/>
                  <a:pt x="2811466" y="1294192"/>
                </a:cubicBezTo>
                <a:cubicBezTo>
                  <a:pt x="2811353" y="1289985"/>
                  <a:pt x="2809908" y="1286517"/>
                  <a:pt x="2807131" y="1283788"/>
                </a:cubicBezTo>
                <a:cubicBezTo>
                  <a:pt x="2804353" y="1281058"/>
                  <a:pt x="2800917" y="1279645"/>
                  <a:pt x="2796823" y="1279549"/>
                </a:cubicBezTo>
                <a:close/>
                <a:moveTo>
                  <a:pt x="7071173" y="1233515"/>
                </a:moveTo>
                <a:lnTo>
                  <a:pt x="7071173" y="1344332"/>
                </a:lnTo>
                <a:cubicBezTo>
                  <a:pt x="7066236" y="1338585"/>
                  <a:pt x="7060350" y="1333962"/>
                  <a:pt x="7053516" y="1330463"/>
                </a:cubicBezTo>
                <a:cubicBezTo>
                  <a:pt x="7046682" y="1326963"/>
                  <a:pt x="7039188" y="1325165"/>
                  <a:pt x="7031036" y="1325069"/>
                </a:cubicBezTo>
                <a:cubicBezTo>
                  <a:pt x="7019699" y="1325199"/>
                  <a:pt x="7009618" y="1327965"/>
                  <a:pt x="7000792" y="1333367"/>
                </a:cubicBezTo>
                <a:cubicBezTo>
                  <a:pt x="6991968" y="1338768"/>
                  <a:pt x="6985015" y="1346028"/>
                  <a:pt x="6979935" y="1355144"/>
                </a:cubicBezTo>
                <a:cubicBezTo>
                  <a:pt x="6974855" y="1364261"/>
                  <a:pt x="6972263" y="1374456"/>
                  <a:pt x="6972161" y="1385730"/>
                </a:cubicBezTo>
                <a:cubicBezTo>
                  <a:pt x="6972507" y="1403012"/>
                  <a:pt x="6978107" y="1417343"/>
                  <a:pt x="6988959" y="1428722"/>
                </a:cubicBezTo>
                <a:cubicBezTo>
                  <a:pt x="6999812" y="1440102"/>
                  <a:pt x="7013838" y="1446002"/>
                  <a:pt x="7031036" y="1446423"/>
                </a:cubicBezTo>
                <a:cubicBezTo>
                  <a:pt x="7039188" y="1446338"/>
                  <a:pt x="7046682" y="1444583"/>
                  <a:pt x="7053516" y="1441158"/>
                </a:cubicBezTo>
                <a:cubicBezTo>
                  <a:pt x="7060350" y="1437734"/>
                  <a:pt x="7066236" y="1433153"/>
                  <a:pt x="7071173" y="1427417"/>
                </a:cubicBezTo>
                <a:lnTo>
                  <a:pt x="7071173" y="1444366"/>
                </a:lnTo>
                <a:lnTo>
                  <a:pt x="7095829" y="1444366"/>
                </a:lnTo>
                <a:lnTo>
                  <a:pt x="7095829" y="1233515"/>
                </a:lnTo>
                <a:close/>
                <a:moveTo>
                  <a:pt x="6385373" y="1233515"/>
                </a:moveTo>
                <a:lnTo>
                  <a:pt x="6385373" y="1344332"/>
                </a:lnTo>
                <a:cubicBezTo>
                  <a:pt x="6380436" y="1338585"/>
                  <a:pt x="6374551" y="1333962"/>
                  <a:pt x="6367716" y="1330463"/>
                </a:cubicBezTo>
                <a:cubicBezTo>
                  <a:pt x="6360882" y="1326963"/>
                  <a:pt x="6353388" y="1325165"/>
                  <a:pt x="6345236" y="1325069"/>
                </a:cubicBezTo>
                <a:cubicBezTo>
                  <a:pt x="6333899" y="1325199"/>
                  <a:pt x="6323818" y="1327965"/>
                  <a:pt x="6314993" y="1333367"/>
                </a:cubicBezTo>
                <a:cubicBezTo>
                  <a:pt x="6306168" y="1338768"/>
                  <a:pt x="6299216" y="1346028"/>
                  <a:pt x="6294135" y="1355144"/>
                </a:cubicBezTo>
                <a:cubicBezTo>
                  <a:pt x="6289055" y="1364261"/>
                  <a:pt x="6286463" y="1374456"/>
                  <a:pt x="6286361" y="1385730"/>
                </a:cubicBezTo>
                <a:cubicBezTo>
                  <a:pt x="6286707" y="1403012"/>
                  <a:pt x="6292307" y="1417343"/>
                  <a:pt x="6303160" y="1428722"/>
                </a:cubicBezTo>
                <a:cubicBezTo>
                  <a:pt x="6314013" y="1440102"/>
                  <a:pt x="6328038" y="1446002"/>
                  <a:pt x="6345236" y="1446423"/>
                </a:cubicBezTo>
                <a:cubicBezTo>
                  <a:pt x="6353388" y="1446338"/>
                  <a:pt x="6360882" y="1444583"/>
                  <a:pt x="6367716" y="1441158"/>
                </a:cubicBezTo>
                <a:cubicBezTo>
                  <a:pt x="6374551" y="1437734"/>
                  <a:pt x="6380436" y="1433153"/>
                  <a:pt x="6385373" y="1427417"/>
                </a:cubicBezTo>
                <a:lnTo>
                  <a:pt x="6385373" y="1444366"/>
                </a:lnTo>
                <a:lnTo>
                  <a:pt x="6410030" y="1444366"/>
                </a:lnTo>
                <a:lnTo>
                  <a:pt x="6410030" y="1233515"/>
                </a:lnTo>
                <a:close/>
                <a:moveTo>
                  <a:pt x="6080573" y="1233515"/>
                </a:moveTo>
                <a:lnTo>
                  <a:pt x="6080573" y="1344332"/>
                </a:lnTo>
                <a:cubicBezTo>
                  <a:pt x="6075636" y="1338585"/>
                  <a:pt x="6069750" y="1333962"/>
                  <a:pt x="6062916" y="1330463"/>
                </a:cubicBezTo>
                <a:cubicBezTo>
                  <a:pt x="6056082" y="1326963"/>
                  <a:pt x="6048589" y="1325165"/>
                  <a:pt x="6040436" y="1325069"/>
                </a:cubicBezTo>
                <a:cubicBezTo>
                  <a:pt x="6029099" y="1325199"/>
                  <a:pt x="6019018" y="1327965"/>
                  <a:pt x="6010193" y="1333367"/>
                </a:cubicBezTo>
                <a:cubicBezTo>
                  <a:pt x="6001368" y="1338768"/>
                  <a:pt x="5994415" y="1346028"/>
                  <a:pt x="5989335" y="1355144"/>
                </a:cubicBezTo>
                <a:cubicBezTo>
                  <a:pt x="5984255" y="1364261"/>
                  <a:pt x="5981663" y="1374456"/>
                  <a:pt x="5981561" y="1385730"/>
                </a:cubicBezTo>
                <a:cubicBezTo>
                  <a:pt x="5981907" y="1403012"/>
                  <a:pt x="5987507" y="1417343"/>
                  <a:pt x="5998360" y="1428722"/>
                </a:cubicBezTo>
                <a:cubicBezTo>
                  <a:pt x="6009212" y="1440102"/>
                  <a:pt x="6023238" y="1446002"/>
                  <a:pt x="6040436" y="1446423"/>
                </a:cubicBezTo>
                <a:cubicBezTo>
                  <a:pt x="6048589" y="1446338"/>
                  <a:pt x="6056082" y="1444583"/>
                  <a:pt x="6062916" y="1441158"/>
                </a:cubicBezTo>
                <a:cubicBezTo>
                  <a:pt x="6069750" y="1437734"/>
                  <a:pt x="6075636" y="1433153"/>
                  <a:pt x="6080573" y="1427417"/>
                </a:cubicBezTo>
                <a:lnTo>
                  <a:pt x="6080573" y="1444366"/>
                </a:lnTo>
                <a:lnTo>
                  <a:pt x="6105230" y="1444366"/>
                </a:lnTo>
                <a:lnTo>
                  <a:pt x="6105230" y="1233515"/>
                </a:lnTo>
                <a:close/>
                <a:moveTo>
                  <a:pt x="4527998" y="1233515"/>
                </a:moveTo>
                <a:lnTo>
                  <a:pt x="4527998" y="1344332"/>
                </a:lnTo>
                <a:cubicBezTo>
                  <a:pt x="4523061" y="1338585"/>
                  <a:pt x="4517176" y="1333962"/>
                  <a:pt x="4510341" y="1330463"/>
                </a:cubicBezTo>
                <a:cubicBezTo>
                  <a:pt x="4503507" y="1326963"/>
                  <a:pt x="4496014" y="1325165"/>
                  <a:pt x="4487861" y="1325069"/>
                </a:cubicBezTo>
                <a:cubicBezTo>
                  <a:pt x="4476524" y="1325199"/>
                  <a:pt x="4466443" y="1327965"/>
                  <a:pt x="4457618" y="1333367"/>
                </a:cubicBezTo>
                <a:cubicBezTo>
                  <a:pt x="4448793" y="1338768"/>
                  <a:pt x="4441840" y="1346028"/>
                  <a:pt x="4436760" y="1355144"/>
                </a:cubicBezTo>
                <a:cubicBezTo>
                  <a:pt x="4431680" y="1364261"/>
                  <a:pt x="4429088" y="1374456"/>
                  <a:pt x="4428985" y="1385730"/>
                </a:cubicBezTo>
                <a:cubicBezTo>
                  <a:pt x="4429332" y="1403012"/>
                  <a:pt x="4434932" y="1417343"/>
                  <a:pt x="4445785" y="1428722"/>
                </a:cubicBezTo>
                <a:cubicBezTo>
                  <a:pt x="4456637" y="1440102"/>
                  <a:pt x="4470663" y="1446002"/>
                  <a:pt x="4487861" y="1446423"/>
                </a:cubicBezTo>
                <a:cubicBezTo>
                  <a:pt x="4496014" y="1446338"/>
                  <a:pt x="4503507" y="1444583"/>
                  <a:pt x="4510341" y="1441158"/>
                </a:cubicBezTo>
                <a:cubicBezTo>
                  <a:pt x="4517175" y="1437734"/>
                  <a:pt x="4523061" y="1433153"/>
                  <a:pt x="4527998" y="1427417"/>
                </a:cubicBezTo>
                <a:lnTo>
                  <a:pt x="4527998" y="1444366"/>
                </a:lnTo>
                <a:lnTo>
                  <a:pt x="4552655" y="1444366"/>
                </a:lnTo>
                <a:lnTo>
                  <a:pt x="4552655" y="1233515"/>
                </a:lnTo>
                <a:close/>
                <a:moveTo>
                  <a:pt x="2718248" y="1233515"/>
                </a:moveTo>
                <a:lnTo>
                  <a:pt x="2718248" y="1344332"/>
                </a:lnTo>
                <a:cubicBezTo>
                  <a:pt x="2713311" y="1338585"/>
                  <a:pt x="2707426" y="1333962"/>
                  <a:pt x="2700591" y="1330463"/>
                </a:cubicBezTo>
                <a:cubicBezTo>
                  <a:pt x="2693757" y="1326963"/>
                  <a:pt x="2686264" y="1325165"/>
                  <a:pt x="2678111" y="1325069"/>
                </a:cubicBezTo>
                <a:cubicBezTo>
                  <a:pt x="2666774" y="1325199"/>
                  <a:pt x="2656693" y="1327965"/>
                  <a:pt x="2647868" y="1333367"/>
                </a:cubicBezTo>
                <a:cubicBezTo>
                  <a:pt x="2639043" y="1338768"/>
                  <a:pt x="2632091" y="1346028"/>
                  <a:pt x="2627010" y="1355144"/>
                </a:cubicBezTo>
                <a:cubicBezTo>
                  <a:pt x="2621930" y="1364261"/>
                  <a:pt x="2619338" y="1374456"/>
                  <a:pt x="2619236" y="1385730"/>
                </a:cubicBezTo>
                <a:cubicBezTo>
                  <a:pt x="2619583" y="1403012"/>
                  <a:pt x="2625182" y="1417343"/>
                  <a:pt x="2636035" y="1428722"/>
                </a:cubicBezTo>
                <a:cubicBezTo>
                  <a:pt x="2646888" y="1440102"/>
                  <a:pt x="2660913" y="1446002"/>
                  <a:pt x="2678111" y="1446423"/>
                </a:cubicBezTo>
                <a:cubicBezTo>
                  <a:pt x="2686264" y="1446338"/>
                  <a:pt x="2693757" y="1444583"/>
                  <a:pt x="2700591" y="1441158"/>
                </a:cubicBezTo>
                <a:cubicBezTo>
                  <a:pt x="2707426" y="1437734"/>
                  <a:pt x="2713311" y="1433153"/>
                  <a:pt x="2718248" y="1427417"/>
                </a:cubicBezTo>
                <a:lnTo>
                  <a:pt x="2718248" y="1444366"/>
                </a:lnTo>
                <a:lnTo>
                  <a:pt x="2742905" y="1444366"/>
                </a:lnTo>
                <a:lnTo>
                  <a:pt x="2742905" y="1233515"/>
                </a:lnTo>
                <a:close/>
                <a:moveTo>
                  <a:pt x="2356298" y="1233515"/>
                </a:moveTo>
                <a:lnTo>
                  <a:pt x="2356298" y="1344332"/>
                </a:lnTo>
                <a:cubicBezTo>
                  <a:pt x="2351361" y="1338585"/>
                  <a:pt x="2345476" y="1333962"/>
                  <a:pt x="2338641" y="1330463"/>
                </a:cubicBezTo>
                <a:cubicBezTo>
                  <a:pt x="2331807" y="1326963"/>
                  <a:pt x="2324314" y="1325165"/>
                  <a:pt x="2316161" y="1325069"/>
                </a:cubicBezTo>
                <a:cubicBezTo>
                  <a:pt x="2304824" y="1325199"/>
                  <a:pt x="2294743" y="1327965"/>
                  <a:pt x="2285918" y="1333367"/>
                </a:cubicBezTo>
                <a:cubicBezTo>
                  <a:pt x="2277093" y="1338768"/>
                  <a:pt x="2270140" y="1346028"/>
                  <a:pt x="2265060" y="1355144"/>
                </a:cubicBezTo>
                <a:cubicBezTo>
                  <a:pt x="2259980" y="1364261"/>
                  <a:pt x="2257388" y="1374456"/>
                  <a:pt x="2257286" y="1385730"/>
                </a:cubicBezTo>
                <a:cubicBezTo>
                  <a:pt x="2257633" y="1403012"/>
                  <a:pt x="2263232" y="1417343"/>
                  <a:pt x="2274085" y="1428722"/>
                </a:cubicBezTo>
                <a:cubicBezTo>
                  <a:pt x="2284938" y="1440102"/>
                  <a:pt x="2298963" y="1446002"/>
                  <a:pt x="2316161" y="1446423"/>
                </a:cubicBezTo>
                <a:cubicBezTo>
                  <a:pt x="2324314" y="1446338"/>
                  <a:pt x="2331807" y="1444583"/>
                  <a:pt x="2338641" y="1441158"/>
                </a:cubicBezTo>
                <a:cubicBezTo>
                  <a:pt x="2345476" y="1437734"/>
                  <a:pt x="2351361" y="1433153"/>
                  <a:pt x="2356298" y="1427417"/>
                </a:cubicBezTo>
                <a:lnTo>
                  <a:pt x="2356298" y="1444366"/>
                </a:lnTo>
                <a:lnTo>
                  <a:pt x="2380955" y="1444366"/>
                </a:lnTo>
                <a:lnTo>
                  <a:pt x="2380955" y="1233515"/>
                </a:lnTo>
                <a:close/>
                <a:moveTo>
                  <a:pt x="5678748" y="1088903"/>
                </a:moveTo>
                <a:lnTo>
                  <a:pt x="5699335" y="1088903"/>
                </a:lnTo>
                <a:lnTo>
                  <a:pt x="5699335" y="1099972"/>
                </a:lnTo>
                <a:cubicBezTo>
                  <a:pt x="5698321" y="1104794"/>
                  <a:pt x="5695330" y="1109438"/>
                  <a:pt x="5690360" y="1113906"/>
                </a:cubicBezTo>
                <a:cubicBezTo>
                  <a:pt x="5685390" y="1118373"/>
                  <a:pt x="5678346" y="1120765"/>
                  <a:pt x="5669227" y="1121082"/>
                </a:cubicBezTo>
                <a:cubicBezTo>
                  <a:pt x="5663126" y="1121039"/>
                  <a:pt x="5657958" y="1119709"/>
                  <a:pt x="5653722" y="1117091"/>
                </a:cubicBezTo>
                <a:cubicBezTo>
                  <a:pt x="5649487" y="1114474"/>
                  <a:pt x="5647278" y="1110827"/>
                  <a:pt x="5647096" y="1106150"/>
                </a:cubicBezTo>
                <a:cubicBezTo>
                  <a:pt x="5647096" y="1100364"/>
                  <a:pt x="5649734" y="1096041"/>
                  <a:pt x="5655009" y="1093182"/>
                </a:cubicBezTo>
                <a:cubicBezTo>
                  <a:pt x="5660284" y="1090324"/>
                  <a:pt x="5668197" y="1088897"/>
                  <a:pt x="5678748" y="1088903"/>
                </a:cubicBezTo>
                <a:close/>
                <a:moveTo>
                  <a:pt x="3964248" y="1088903"/>
                </a:moveTo>
                <a:lnTo>
                  <a:pt x="3984835" y="1088903"/>
                </a:lnTo>
                <a:lnTo>
                  <a:pt x="3984835" y="1099972"/>
                </a:lnTo>
                <a:cubicBezTo>
                  <a:pt x="3983821" y="1104794"/>
                  <a:pt x="3980830" y="1109438"/>
                  <a:pt x="3975860" y="1113906"/>
                </a:cubicBezTo>
                <a:cubicBezTo>
                  <a:pt x="3970891" y="1118373"/>
                  <a:pt x="3963846" y="1120765"/>
                  <a:pt x="3954727" y="1121082"/>
                </a:cubicBezTo>
                <a:cubicBezTo>
                  <a:pt x="3948626" y="1121039"/>
                  <a:pt x="3943458" y="1119709"/>
                  <a:pt x="3939223" y="1117091"/>
                </a:cubicBezTo>
                <a:cubicBezTo>
                  <a:pt x="3934987" y="1114474"/>
                  <a:pt x="3932778" y="1110827"/>
                  <a:pt x="3932596" y="1106150"/>
                </a:cubicBezTo>
                <a:cubicBezTo>
                  <a:pt x="3932596" y="1100364"/>
                  <a:pt x="3935234" y="1096041"/>
                  <a:pt x="3940509" y="1093182"/>
                </a:cubicBezTo>
                <a:cubicBezTo>
                  <a:pt x="3945785" y="1090324"/>
                  <a:pt x="3953698" y="1088897"/>
                  <a:pt x="3964248" y="1088903"/>
                </a:cubicBezTo>
                <a:close/>
                <a:moveTo>
                  <a:pt x="3630873" y="1088903"/>
                </a:moveTo>
                <a:lnTo>
                  <a:pt x="3651460" y="1088903"/>
                </a:lnTo>
                <a:lnTo>
                  <a:pt x="3651460" y="1099972"/>
                </a:lnTo>
                <a:cubicBezTo>
                  <a:pt x="3650447" y="1104794"/>
                  <a:pt x="3647455" y="1109438"/>
                  <a:pt x="3642485" y="1113906"/>
                </a:cubicBezTo>
                <a:cubicBezTo>
                  <a:pt x="3637516" y="1118373"/>
                  <a:pt x="3630471" y="1120765"/>
                  <a:pt x="3621352" y="1121082"/>
                </a:cubicBezTo>
                <a:cubicBezTo>
                  <a:pt x="3615251" y="1121039"/>
                  <a:pt x="3610083" y="1119709"/>
                  <a:pt x="3605848" y="1117091"/>
                </a:cubicBezTo>
                <a:cubicBezTo>
                  <a:pt x="3601613" y="1114474"/>
                  <a:pt x="3599404" y="1110827"/>
                  <a:pt x="3599221" y="1106150"/>
                </a:cubicBezTo>
                <a:cubicBezTo>
                  <a:pt x="3599221" y="1100364"/>
                  <a:pt x="3601859" y="1096041"/>
                  <a:pt x="3607134" y="1093182"/>
                </a:cubicBezTo>
                <a:cubicBezTo>
                  <a:pt x="3612409" y="1090324"/>
                  <a:pt x="3620323" y="1088897"/>
                  <a:pt x="3630873" y="1088903"/>
                </a:cubicBezTo>
                <a:close/>
                <a:moveTo>
                  <a:pt x="2516448" y="1088903"/>
                </a:moveTo>
                <a:lnTo>
                  <a:pt x="2537035" y="1088903"/>
                </a:lnTo>
                <a:lnTo>
                  <a:pt x="2537035" y="1099972"/>
                </a:lnTo>
                <a:cubicBezTo>
                  <a:pt x="2536022" y="1104794"/>
                  <a:pt x="2533030" y="1109438"/>
                  <a:pt x="2528061" y="1113906"/>
                </a:cubicBezTo>
                <a:cubicBezTo>
                  <a:pt x="2523091" y="1118373"/>
                  <a:pt x="2516046" y="1120765"/>
                  <a:pt x="2506927" y="1121082"/>
                </a:cubicBezTo>
                <a:cubicBezTo>
                  <a:pt x="2500826" y="1121039"/>
                  <a:pt x="2495658" y="1119709"/>
                  <a:pt x="2491423" y="1117091"/>
                </a:cubicBezTo>
                <a:cubicBezTo>
                  <a:pt x="2487188" y="1114474"/>
                  <a:pt x="2484979" y="1110827"/>
                  <a:pt x="2484796" y="1106150"/>
                </a:cubicBezTo>
                <a:cubicBezTo>
                  <a:pt x="2484796" y="1100364"/>
                  <a:pt x="2487434" y="1096041"/>
                  <a:pt x="2492710" y="1093182"/>
                </a:cubicBezTo>
                <a:cubicBezTo>
                  <a:pt x="2497985" y="1090324"/>
                  <a:pt x="2505898" y="1088897"/>
                  <a:pt x="2516448" y="1088903"/>
                </a:cubicBezTo>
                <a:close/>
                <a:moveTo>
                  <a:pt x="2078298" y="1088903"/>
                </a:moveTo>
                <a:lnTo>
                  <a:pt x="2098885" y="1088903"/>
                </a:lnTo>
                <a:lnTo>
                  <a:pt x="2098885" y="1099972"/>
                </a:lnTo>
                <a:cubicBezTo>
                  <a:pt x="2097872" y="1104794"/>
                  <a:pt x="2094880" y="1109438"/>
                  <a:pt x="2089910" y="1113906"/>
                </a:cubicBezTo>
                <a:cubicBezTo>
                  <a:pt x="2084941" y="1118373"/>
                  <a:pt x="2077896" y="1120765"/>
                  <a:pt x="2068777" y="1121082"/>
                </a:cubicBezTo>
                <a:cubicBezTo>
                  <a:pt x="2062676" y="1121039"/>
                  <a:pt x="2057508" y="1119709"/>
                  <a:pt x="2053273" y="1117091"/>
                </a:cubicBezTo>
                <a:cubicBezTo>
                  <a:pt x="2049037" y="1114474"/>
                  <a:pt x="2046829" y="1110827"/>
                  <a:pt x="2046646" y="1106150"/>
                </a:cubicBezTo>
                <a:cubicBezTo>
                  <a:pt x="2046646" y="1100364"/>
                  <a:pt x="2049284" y="1096041"/>
                  <a:pt x="2054559" y="1093182"/>
                </a:cubicBezTo>
                <a:cubicBezTo>
                  <a:pt x="2059835" y="1090324"/>
                  <a:pt x="2067748" y="1088897"/>
                  <a:pt x="2078298" y="1088903"/>
                </a:cubicBezTo>
                <a:close/>
                <a:moveTo>
                  <a:pt x="6654153" y="1044926"/>
                </a:moveTo>
                <a:cubicBezTo>
                  <a:pt x="6664321" y="1045188"/>
                  <a:pt x="6672800" y="1048715"/>
                  <a:pt x="6679592" y="1055507"/>
                </a:cubicBezTo>
                <a:cubicBezTo>
                  <a:pt x="6686383" y="1062298"/>
                  <a:pt x="6689910" y="1070778"/>
                  <a:pt x="6690173" y="1080946"/>
                </a:cubicBezTo>
                <a:cubicBezTo>
                  <a:pt x="6689910" y="1091227"/>
                  <a:pt x="6686383" y="1099739"/>
                  <a:pt x="6679592" y="1106482"/>
                </a:cubicBezTo>
                <a:cubicBezTo>
                  <a:pt x="6672800" y="1113225"/>
                  <a:pt x="6664321" y="1116720"/>
                  <a:pt x="6654153" y="1116967"/>
                </a:cubicBezTo>
                <a:cubicBezTo>
                  <a:pt x="6643861" y="1116720"/>
                  <a:pt x="6635306" y="1113225"/>
                  <a:pt x="6628488" y="1106482"/>
                </a:cubicBezTo>
                <a:cubicBezTo>
                  <a:pt x="6621670" y="1099739"/>
                  <a:pt x="6618132" y="1091227"/>
                  <a:pt x="6617875" y="1080946"/>
                </a:cubicBezTo>
                <a:cubicBezTo>
                  <a:pt x="6618132" y="1070778"/>
                  <a:pt x="6621670" y="1062298"/>
                  <a:pt x="6628488" y="1055507"/>
                </a:cubicBezTo>
                <a:cubicBezTo>
                  <a:pt x="6635306" y="1048715"/>
                  <a:pt x="6643861" y="1045188"/>
                  <a:pt x="6654153" y="1044926"/>
                </a:cubicBezTo>
                <a:close/>
                <a:moveTo>
                  <a:pt x="6025502" y="1044926"/>
                </a:moveTo>
                <a:cubicBezTo>
                  <a:pt x="6035671" y="1045188"/>
                  <a:pt x="6044151" y="1048715"/>
                  <a:pt x="6050942" y="1055507"/>
                </a:cubicBezTo>
                <a:cubicBezTo>
                  <a:pt x="6057733" y="1062298"/>
                  <a:pt x="6061260" y="1070778"/>
                  <a:pt x="6061523" y="1080946"/>
                </a:cubicBezTo>
                <a:cubicBezTo>
                  <a:pt x="6061260" y="1091227"/>
                  <a:pt x="6057733" y="1099739"/>
                  <a:pt x="6050942" y="1106482"/>
                </a:cubicBezTo>
                <a:cubicBezTo>
                  <a:pt x="6044151" y="1113225"/>
                  <a:pt x="6035671" y="1116720"/>
                  <a:pt x="6025502" y="1116967"/>
                </a:cubicBezTo>
                <a:cubicBezTo>
                  <a:pt x="6015211" y="1116720"/>
                  <a:pt x="6006656" y="1113225"/>
                  <a:pt x="5999838" y="1106482"/>
                </a:cubicBezTo>
                <a:cubicBezTo>
                  <a:pt x="5993020" y="1099739"/>
                  <a:pt x="5989482" y="1091227"/>
                  <a:pt x="5989225" y="1080946"/>
                </a:cubicBezTo>
                <a:cubicBezTo>
                  <a:pt x="5989482" y="1070778"/>
                  <a:pt x="5993020" y="1062298"/>
                  <a:pt x="5999838" y="1055507"/>
                </a:cubicBezTo>
                <a:cubicBezTo>
                  <a:pt x="6006656" y="1048715"/>
                  <a:pt x="6015211" y="1045188"/>
                  <a:pt x="6025502" y="1044926"/>
                </a:cubicBezTo>
                <a:close/>
                <a:moveTo>
                  <a:pt x="5873102" y="1044926"/>
                </a:moveTo>
                <a:cubicBezTo>
                  <a:pt x="5883270" y="1045188"/>
                  <a:pt x="5891750" y="1048715"/>
                  <a:pt x="5898542" y="1055507"/>
                </a:cubicBezTo>
                <a:cubicBezTo>
                  <a:pt x="5905333" y="1062298"/>
                  <a:pt x="5908860" y="1070778"/>
                  <a:pt x="5909123" y="1080946"/>
                </a:cubicBezTo>
                <a:cubicBezTo>
                  <a:pt x="5908860" y="1091227"/>
                  <a:pt x="5905333" y="1099739"/>
                  <a:pt x="5898542" y="1106482"/>
                </a:cubicBezTo>
                <a:cubicBezTo>
                  <a:pt x="5891750" y="1113225"/>
                  <a:pt x="5883271" y="1116720"/>
                  <a:pt x="5873102" y="1116967"/>
                </a:cubicBezTo>
                <a:cubicBezTo>
                  <a:pt x="5862811" y="1116720"/>
                  <a:pt x="5854256" y="1113225"/>
                  <a:pt x="5847438" y="1106482"/>
                </a:cubicBezTo>
                <a:cubicBezTo>
                  <a:pt x="5840620" y="1099739"/>
                  <a:pt x="5837082" y="1091227"/>
                  <a:pt x="5836824" y="1080946"/>
                </a:cubicBezTo>
                <a:cubicBezTo>
                  <a:pt x="5837082" y="1070778"/>
                  <a:pt x="5840620" y="1062298"/>
                  <a:pt x="5847438" y="1055507"/>
                </a:cubicBezTo>
                <a:cubicBezTo>
                  <a:pt x="5854256" y="1048715"/>
                  <a:pt x="5862811" y="1045188"/>
                  <a:pt x="5873102" y="1044926"/>
                </a:cubicBezTo>
                <a:close/>
                <a:moveTo>
                  <a:pt x="5454002" y="1044926"/>
                </a:moveTo>
                <a:cubicBezTo>
                  <a:pt x="5464170" y="1045188"/>
                  <a:pt x="5472650" y="1048715"/>
                  <a:pt x="5479442" y="1055507"/>
                </a:cubicBezTo>
                <a:cubicBezTo>
                  <a:pt x="5486233" y="1062298"/>
                  <a:pt x="5489760" y="1070778"/>
                  <a:pt x="5490023" y="1080946"/>
                </a:cubicBezTo>
                <a:cubicBezTo>
                  <a:pt x="5489760" y="1091227"/>
                  <a:pt x="5486233" y="1099739"/>
                  <a:pt x="5479442" y="1106482"/>
                </a:cubicBezTo>
                <a:cubicBezTo>
                  <a:pt x="5472650" y="1113225"/>
                  <a:pt x="5464170" y="1116720"/>
                  <a:pt x="5454002" y="1116967"/>
                </a:cubicBezTo>
                <a:cubicBezTo>
                  <a:pt x="5443711" y="1116720"/>
                  <a:pt x="5435156" y="1113225"/>
                  <a:pt x="5428338" y="1106482"/>
                </a:cubicBezTo>
                <a:cubicBezTo>
                  <a:pt x="5421520" y="1099739"/>
                  <a:pt x="5417982" y="1091227"/>
                  <a:pt x="5417725" y="1080946"/>
                </a:cubicBezTo>
                <a:cubicBezTo>
                  <a:pt x="5417982" y="1070778"/>
                  <a:pt x="5421520" y="1062298"/>
                  <a:pt x="5428338" y="1055507"/>
                </a:cubicBezTo>
                <a:cubicBezTo>
                  <a:pt x="5435156" y="1048715"/>
                  <a:pt x="5443711" y="1045188"/>
                  <a:pt x="5454002" y="1044926"/>
                </a:cubicBezTo>
                <a:close/>
                <a:moveTo>
                  <a:pt x="5168252" y="1044926"/>
                </a:moveTo>
                <a:cubicBezTo>
                  <a:pt x="5178420" y="1045188"/>
                  <a:pt x="5186900" y="1048715"/>
                  <a:pt x="5193692" y="1055507"/>
                </a:cubicBezTo>
                <a:cubicBezTo>
                  <a:pt x="5200483" y="1062298"/>
                  <a:pt x="5204010" y="1070778"/>
                  <a:pt x="5204273" y="1080946"/>
                </a:cubicBezTo>
                <a:cubicBezTo>
                  <a:pt x="5204010" y="1091227"/>
                  <a:pt x="5200483" y="1099739"/>
                  <a:pt x="5193692" y="1106482"/>
                </a:cubicBezTo>
                <a:cubicBezTo>
                  <a:pt x="5186900" y="1113225"/>
                  <a:pt x="5178420" y="1116720"/>
                  <a:pt x="5168252" y="1116967"/>
                </a:cubicBezTo>
                <a:cubicBezTo>
                  <a:pt x="5157961" y="1116720"/>
                  <a:pt x="5149406" y="1113225"/>
                  <a:pt x="5142588" y="1106482"/>
                </a:cubicBezTo>
                <a:cubicBezTo>
                  <a:pt x="5135770" y="1099739"/>
                  <a:pt x="5132232" y="1091227"/>
                  <a:pt x="5131974" y="1080946"/>
                </a:cubicBezTo>
                <a:cubicBezTo>
                  <a:pt x="5132232" y="1070778"/>
                  <a:pt x="5135770" y="1062298"/>
                  <a:pt x="5142588" y="1055507"/>
                </a:cubicBezTo>
                <a:cubicBezTo>
                  <a:pt x="5149406" y="1048715"/>
                  <a:pt x="5157961" y="1045188"/>
                  <a:pt x="5168252" y="1044926"/>
                </a:cubicBezTo>
                <a:close/>
                <a:moveTo>
                  <a:pt x="4158603" y="1044926"/>
                </a:moveTo>
                <a:cubicBezTo>
                  <a:pt x="4168771" y="1045188"/>
                  <a:pt x="4177251" y="1048715"/>
                  <a:pt x="4184042" y="1055507"/>
                </a:cubicBezTo>
                <a:cubicBezTo>
                  <a:pt x="4190833" y="1062298"/>
                  <a:pt x="4194360" y="1070778"/>
                  <a:pt x="4194623" y="1080946"/>
                </a:cubicBezTo>
                <a:cubicBezTo>
                  <a:pt x="4194360" y="1091227"/>
                  <a:pt x="4190833" y="1099739"/>
                  <a:pt x="4184042" y="1106482"/>
                </a:cubicBezTo>
                <a:cubicBezTo>
                  <a:pt x="4177251" y="1113225"/>
                  <a:pt x="4168771" y="1116720"/>
                  <a:pt x="4158603" y="1116967"/>
                </a:cubicBezTo>
                <a:cubicBezTo>
                  <a:pt x="4148311" y="1116720"/>
                  <a:pt x="4139756" y="1113225"/>
                  <a:pt x="4132938" y="1106482"/>
                </a:cubicBezTo>
                <a:cubicBezTo>
                  <a:pt x="4126120" y="1099739"/>
                  <a:pt x="4122582" y="1091227"/>
                  <a:pt x="4122325" y="1080946"/>
                </a:cubicBezTo>
                <a:cubicBezTo>
                  <a:pt x="4122582" y="1070778"/>
                  <a:pt x="4126120" y="1062298"/>
                  <a:pt x="4132938" y="1055507"/>
                </a:cubicBezTo>
                <a:cubicBezTo>
                  <a:pt x="4139756" y="1048715"/>
                  <a:pt x="4148311" y="1045188"/>
                  <a:pt x="4158603" y="1044926"/>
                </a:cubicBezTo>
                <a:close/>
                <a:moveTo>
                  <a:pt x="3089487" y="1042868"/>
                </a:moveTo>
                <a:cubicBezTo>
                  <a:pt x="3099204" y="1042949"/>
                  <a:pt x="3107089" y="1045427"/>
                  <a:pt x="3113141" y="1050303"/>
                </a:cubicBezTo>
                <a:cubicBezTo>
                  <a:pt x="3119194" y="1055179"/>
                  <a:pt x="3122965" y="1061970"/>
                  <a:pt x="3124454" y="1070675"/>
                </a:cubicBezTo>
                <a:lnTo>
                  <a:pt x="3056835" y="1070675"/>
                </a:lnTo>
                <a:cubicBezTo>
                  <a:pt x="3058614" y="1063321"/>
                  <a:pt x="3062192" y="1056917"/>
                  <a:pt x="3067569" y="1051461"/>
                </a:cubicBezTo>
                <a:cubicBezTo>
                  <a:pt x="3072947" y="1046006"/>
                  <a:pt x="3080253" y="1043142"/>
                  <a:pt x="3089487" y="1042868"/>
                </a:cubicBezTo>
                <a:close/>
                <a:moveTo>
                  <a:pt x="2746588" y="1042868"/>
                </a:moveTo>
                <a:cubicBezTo>
                  <a:pt x="2756304" y="1042949"/>
                  <a:pt x="2764189" y="1045427"/>
                  <a:pt x="2770241" y="1050303"/>
                </a:cubicBezTo>
                <a:cubicBezTo>
                  <a:pt x="2776294" y="1055179"/>
                  <a:pt x="2780065" y="1061970"/>
                  <a:pt x="2781554" y="1070675"/>
                </a:cubicBezTo>
                <a:lnTo>
                  <a:pt x="2713935" y="1070675"/>
                </a:lnTo>
                <a:cubicBezTo>
                  <a:pt x="2715713" y="1063321"/>
                  <a:pt x="2719291" y="1056917"/>
                  <a:pt x="2724669" y="1051461"/>
                </a:cubicBezTo>
                <a:cubicBezTo>
                  <a:pt x="2730047" y="1046006"/>
                  <a:pt x="2737353" y="1043142"/>
                  <a:pt x="2746588" y="1042868"/>
                </a:cubicBezTo>
                <a:close/>
                <a:moveTo>
                  <a:pt x="6823094" y="1022294"/>
                </a:moveTo>
                <a:lnTo>
                  <a:pt x="6823094" y="1139566"/>
                </a:lnTo>
                <a:lnTo>
                  <a:pt x="6847751" y="1139566"/>
                </a:lnTo>
                <a:lnTo>
                  <a:pt x="6847751" y="1022294"/>
                </a:lnTo>
                <a:close/>
                <a:moveTo>
                  <a:pt x="6213494" y="1022294"/>
                </a:moveTo>
                <a:lnTo>
                  <a:pt x="6213494" y="1139566"/>
                </a:lnTo>
                <a:lnTo>
                  <a:pt x="6238151" y="1139566"/>
                </a:lnTo>
                <a:lnTo>
                  <a:pt x="6238151" y="1022294"/>
                </a:lnTo>
                <a:close/>
                <a:moveTo>
                  <a:pt x="5352524" y="1022294"/>
                </a:moveTo>
                <a:lnTo>
                  <a:pt x="5312413" y="1110280"/>
                </a:lnTo>
                <a:lnTo>
                  <a:pt x="5272303" y="1022326"/>
                </a:lnTo>
                <a:lnTo>
                  <a:pt x="5242992" y="1022326"/>
                </a:lnTo>
                <a:lnTo>
                  <a:pt x="5299300" y="1139566"/>
                </a:lnTo>
                <a:lnTo>
                  <a:pt x="5325783" y="1139566"/>
                </a:lnTo>
                <a:lnTo>
                  <a:pt x="5381835" y="1022294"/>
                </a:lnTo>
                <a:close/>
                <a:moveTo>
                  <a:pt x="5056502" y="1022294"/>
                </a:moveTo>
                <a:lnTo>
                  <a:pt x="5056502" y="1070643"/>
                </a:lnTo>
                <a:cubicBezTo>
                  <a:pt x="5056475" y="1084176"/>
                  <a:pt x="5053441" y="1095212"/>
                  <a:pt x="5047401" y="1103750"/>
                </a:cubicBezTo>
                <a:cubicBezTo>
                  <a:pt x="5041359" y="1112289"/>
                  <a:pt x="5032472" y="1116694"/>
                  <a:pt x="5020738" y="1116967"/>
                </a:cubicBezTo>
                <a:cubicBezTo>
                  <a:pt x="5010473" y="1116795"/>
                  <a:pt x="5002443" y="1113345"/>
                  <a:pt x="4996649" y="1106616"/>
                </a:cubicBezTo>
                <a:cubicBezTo>
                  <a:pt x="4990854" y="1099886"/>
                  <a:pt x="4987906" y="1090906"/>
                  <a:pt x="4987804" y="1079676"/>
                </a:cubicBezTo>
                <a:lnTo>
                  <a:pt x="4987804" y="1022326"/>
                </a:lnTo>
                <a:lnTo>
                  <a:pt x="4963148" y="1022326"/>
                </a:lnTo>
                <a:lnTo>
                  <a:pt x="4963148" y="1081734"/>
                </a:lnTo>
                <a:cubicBezTo>
                  <a:pt x="4963061" y="1098969"/>
                  <a:pt x="4967151" y="1113161"/>
                  <a:pt x="4975417" y="1124312"/>
                </a:cubicBezTo>
                <a:cubicBezTo>
                  <a:pt x="4983684" y="1135463"/>
                  <a:pt x="4996647" y="1141234"/>
                  <a:pt x="5014306" y="1141623"/>
                </a:cubicBezTo>
                <a:cubicBezTo>
                  <a:pt x="5023719" y="1141527"/>
                  <a:pt x="5031973" y="1139344"/>
                  <a:pt x="5039070" y="1135074"/>
                </a:cubicBezTo>
                <a:cubicBezTo>
                  <a:pt x="5046167" y="1130804"/>
                  <a:pt x="5051978" y="1125025"/>
                  <a:pt x="5056502" y="1117737"/>
                </a:cubicBezTo>
                <a:lnTo>
                  <a:pt x="5056502" y="1139566"/>
                </a:lnTo>
                <a:lnTo>
                  <a:pt x="5081159" y="1139566"/>
                </a:lnTo>
                <a:lnTo>
                  <a:pt x="5081159" y="1022294"/>
                </a:lnTo>
                <a:close/>
                <a:moveTo>
                  <a:pt x="4504052" y="1022294"/>
                </a:moveTo>
                <a:lnTo>
                  <a:pt x="4504052" y="1070643"/>
                </a:lnTo>
                <a:cubicBezTo>
                  <a:pt x="4504025" y="1084176"/>
                  <a:pt x="4500991" y="1095212"/>
                  <a:pt x="4494950" y="1103750"/>
                </a:cubicBezTo>
                <a:cubicBezTo>
                  <a:pt x="4488909" y="1112289"/>
                  <a:pt x="4480022" y="1116694"/>
                  <a:pt x="4468288" y="1116967"/>
                </a:cubicBezTo>
                <a:cubicBezTo>
                  <a:pt x="4458023" y="1116795"/>
                  <a:pt x="4449993" y="1113345"/>
                  <a:pt x="4444199" y="1106616"/>
                </a:cubicBezTo>
                <a:cubicBezTo>
                  <a:pt x="4438404" y="1099886"/>
                  <a:pt x="4435456" y="1090906"/>
                  <a:pt x="4435354" y="1079676"/>
                </a:cubicBezTo>
                <a:lnTo>
                  <a:pt x="4435354" y="1022326"/>
                </a:lnTo>
                <a:lnTo>
                  <a:pt x="4410697" y="1022326"/>
                </a:lnTo>
                <a:lnTo>
                  <a:pt x="4410697" y="1081734"/>
                </a:lnTo>
                <a:cubicBezTo>
                  <a:pt x="4410611" y="1098969"/>
                  <a:pt x="4414701" y="1113161"/>
                  <a:pt x="4422967" y="1124312"/>
                </a:cubicBezTo>
                <a:cubicBezTo>
                  <a:pt x="4431234" y="1135463"/>
                  <a:pt x="4444197" y="1141234"/>
                  <a:pt x="4461856" y="1141623"/>
                </a:cubicBezTo>
                <a:cubicBezTo>
                  <a:pt x="4471268" y="1141527"/>
                  <a:pt x="4479523" y="1139344"/>
                  <a:pt x="4486621" y="1135074"/>
                </a:cubicBezTo>
                <a:cubicBezTo>
                  <a:pt x="4493717" y="1130804"/>
                  <a:pt x="4499528" y="1125025"/>
                  <a:pt x="4504052" y="1117737"/>
                </a:cubicBezTo>
                <a:lnTo>
                  <a:pt x="4504052" y="1139566"/>
                </a:lnTo>
                <a:lnTo>
                  <a:pt x="4528709" y="1139566"/>
                </a:lnTo>
                <a:lnTo>
                  <a:pt x="4528709" y="1022294"/>
                </a:lnTo>
                <a:close/>
                <a:moveTo>
                  <a:pt x="4260870" y="1022294"/>
                </a:moveTo>
                <a:lnTo>
                  <a:pt x="4260870" y="1139566"/>
                </a:lnTo>
                <a:lnTo>
                  <a:pt x="4285526" y="1139566"/>
                </a:lnTo>
                <a:lnTo>
                  <a:pt x="4285526" y="1022294"/>
                </a:lnTo>
                <a:close/>
                <a:moveTo>
                  <a:pt x="3851294" y="1022294"/>
                </a:moveTo>
                <a:lnTo>
                  <a:pt x="3851294" y="1139566"/>
                </a:lnTo>
                <a:lnTo>
                  <a:pt x="3875951" y="1139566"/>
                </a:lnTo>
                <a:lnTo>
                  <a:pt x="3875951" y="1022294"/>
                </a:lnTo>
                <a:close/>
                <a:moveTo>
                  <a:pt x="3384570" y="1022294"/>
                </a:moveTo>
                <a:lnTo>
                  <a:pt x="3384570" y="1139566"/>
                </a:lnTo>
                <a:lnTo>
                  <a:pt x="3409226" y="1139566"/>
                </a:lnTo>
                <a:lnTo>
                  <a:pt x="3409226" y="1022294"/>
                </a:lnTo>
                <a:close/>
                <a:moveTo>
                  <a:pt x="2313302" y="1022294"/>
                </a:moveTo>
                <a:lnTo>
                  <a:pt x="2313302" y="1070643"/>
                </a:lnTo>
                <a:cubicBezTo>
                  <a:pt x="2313276" y="1084176"/>
                  <a:pt x="2310242" y="1095212"/>
                  <a:pt x="2304201" y="1103750"/>
                </a:cubicBezTo>
                <a:cubicBezTo>
                  <a:pt x="2298160" y="1112289"/>
                  <a:pt x="2289272" y="1116694"/>
                  <a:pt x="2277538" y="1116967"/>
                </a:cubicBezTo>
                <a:cubicBezTo>
                  <a:pt x="2267273" y="1116795"/>
                  <a:pt x="2259243" y="1113345"/>
                  <a:pt x="2253449" y="1106616"/>
                </a:cubicBezTo>
                <a:cubicBezTo>
                  <a:pt x="2247654" y="1099886"/>
                  <a:pt x="2244706" y="1090906"/>
                  <a:pt x="2244604" y="1079676"/>
                </a:cubicBezTo>
                <a:lnTo>
                  <a:pt x="2244604" y="1022326"/>
                </a:lnTo>
                <a:lnTo>
                  <a:pt x="2219948" y="1022326"/>
                </a:lnTo>
                <a:lnTo>
                  <a:pt x="2219948" y="1081734"/>
                </a:lnTo>
                <a:cubicBezTo>
                  <a:pt x="2219861" y="1098969"/>
                  <a:pt x="2223951" y="1113161"/>
                  <a:pt x="2232218" y="1124312"/>
                </a:cubicBezTo>
                <a:cubicBezTo>
                  <a:pt x="2240484" y="1135463"/>
                  <a:pt x="2253447" y="1141234"/>
                  <a:pt x="2271106" y="1141623"/>
                </a:cubicBezTo>
                <a:cubicBezTo>
                  <a:pt x="2280519" y="1141527"/>
                  <a:pt x="2288774" y="1139344"/>
                  <a:pt x="2295871" y="1135074"/>
                </a:cubicBezTo>
                <a:cubicBezTo>
                  <a:pt x="2302968" y="1130804"/>
                  <a:pt x="2308778" y="1125025"/>
                  <a:pt x="2313302" y="1117737"/>
                </a:cubicBezTo>
                <a:lnTo>
                  <a:pt x="2313302" y="1139566"/>
                </a:lnTo>
                <a:lnTo>
                  <a:pt x="2337959" y="1139566"/>
                </a:lnTo>
                <a:lnTo>
                  <a:pt x="2337959" y="1022294"/>
                </a:lnTo>
                <a:close/>
                <a:moveTo>
                  <a:pt x="1980674" y="1022294"/>
                </a:moveTo>
                <a:lnTo>
                  <a:pt x="1940564" y="1110280"/>
                </a:lnTo>
                <a:lnTo>
                  <a:pt x="1900453" y="1022326"/>
                </a:lnTo>
                <a:lnTo>
                  <a:pt x="1871142" y="1022326"/>
                </a:lnTo>
                <a:lnTo>
                  <a:pt x="1927451" y="1139566"/>
                </a:lnTo>
                <a:lnTo>
                  <a:pt x="1953934" y="1139566"/>
                </a:lnTo>
                <a:lnTo>
                  <a:pt x="2009985" y="1022294"/>
                </a:lnTo>
                <a:close/>
                <a:moveTo>
                  <a:pt x="6182249" y="1020751"/>
                </a:moveTo>
                <a:cubicBezTo>
                  <a:pt x="6173060" y="1021828"/>
                  <a:pt x="6164884" y="1024818"/>
                  <a:pt x="6157721" y="1029720"/>
                </a:cubicBezTo>
                <a:cubicBezTo>
                  <a:pt x="6150557" y="1034623"/>
                  <a:pt x="6144760" y="1041148"/>
                  <a:pt x="6140330" y="1049298"/>
                </a:cubicBezTo>
                <a:lnTo>
                  <a:pt x="6140330" y="1022294"/>
                </a:lnTo>
                <a:lnTo>
                  <a:pt x="6115673" y="1022294"/>
                </a:lnTo>
                <a:lnTo>
                  <a:pt x="6115673" y="1139566"/>
                </a:lnTo>
                <a:lnTo>
                  <a:pt x="6140330" y="1139566"/>
                </a:lnTo>
                <a:lnTo>
                  <a:pt x="6140330" y="1093275"/>
                </a:lnTo>
                <a:cubicBezTo>
                  <a:pt x="6140308" y="1079462"/>
                  <a:pt x="6143758" y="1068768"/>
                  <a:pt x="6150681" y="1061192"/>
                </a:cubicBezTo>
                <a:cubicBezTo>
                  <a:pt x="6157603" y="1053616"/>
                  <a:pt x="6168126" y="1050251"/>
                  <a:pt x="6182249" y="1051098"/>
                </a:cubicBezTo>
                <a:close/>
                <a:moveTo>
                  <a:pt x="2667524" y="1020751"/>
                </a:moveTo>
                <a:cubicBezTo>
                  <a:pt x="2658335" y="1021828"/>
                  <a:pt x="2650159" y="1024818"/>
                  <a:pt x="2642996" y="1029720"/>
                </a:cubicBezTo>
                <a:cubicBezTo>
                  <a:pt x="2635832" y="1034623"/>
                  <a:pt x="2630035" y="1041148"/>
                  <a:pt x="2625604" y="1049298"/>
                </a:cubicBezTo>
                <a:lnTo>
                  <a:pt x="2625604" y="1022294"/>
                </a:lnTo>
                <a:lnTo>
                  <a:pt x="2600948" y="1022294"/>
                </a:lnTo>
                <a:lnTo>
                  <a:pt x="2600948" y="1139566"/>
                </a:lnTo>
                <a:lnTo>
                  <a:pt x="2625604" y="1139566"/>
                </a:lnTo>
                <a:lnTo>
                  <a:pt x="2625604" y="1093275"/>
                </a:lnTo>
                <a:cubicBezTo>
                  <a:pt x="2625583" y="1079462"/>
                  <a:pt x="2629033" y="1068768"/>
                  <a:pt x="2635956" y="1061192"/>
                </a:cubicBezTo>
                <a:cubicBezTo>
                  <a:pt x="2642878" y="1053616"/>
                  <a:pt x="2653401" y="1050251"/>
                  <a:pt x="2667524" y="1051098"/>
                </a:cubicBezTo>
                <a:close/>
                <a:moveTo>
                  <a:pt x="6954051" y="1020269"/>
                </a:moveTo>
                <a:cubicBezTo>
                  <a:pt x="6944638" y="1020365"/>
                  <a:pt x="6936383" y="1022548"/>
                  <a:pt x="6929286" y="1026818"/>
                </a:cubicBezTo>
                <a:cubicBezTo>
                  <a:pt x="6922189" y="1031088"/>
                  <a:pt x="6916378" y="1036867"/>
                  <a:pt x="6911854" y="1044155"/>
                </a:cubicBezTo>
                <a:lnTo>
                  <a:pt x="6911854" y="1022324"/>
                </a:lnTo>
                <a:lnTo>
                  <a:pt x="6887198" y="1022324"/>
                </a:lnTo>
                <a:lnTo>
                  <a:pt x="6887198" y="1139566"/>
                </a:lnTo>
                <a:lnTo>
                  <a:pt x="6911854" y="1139566"/>
                </a:lnTo>
                <a:lnTo>
                  <a:pt x="6911854" y="1091217"/>
                </a:lnTo>
                <a:cubicBezTo>
                  <a:pt x="6911881" y="1077699"/>
                  <a:pt x="6914915" y="1066673"/>
                  <a:pt x="6920956" y="1058138"/>
                </a:cubicBezTo>
                <a:cubicBezTo>
                  <a:pt x="6926997" y="1049603"/>
                  <a:pt x="6935884" y="1045199"/>
                  <a:pt x="6947618" y="1044926"/>
                </a:cubicBezTo>
                <a:cubicBezTo>
                  <a:pt x="6957894" y="1045092"/>
                  <a:pt x="6965967" y="1048553"/>
                  <a:pt x="6971836" y="1055309"/>
                </a:cubicBezTo>
                <a:cubicBezTo>
                  <a:pt x="6977706" y="1062065"/>
                  <a:pt x="6980696" y="1071120"/>
                  <a:pt x="6980809" y="1082473"/>
                </a:cubicBezTo>
                <a:lnTo>
                  <a:pt x="6980809" y="1139566"/>
                </a:lnTo>
                <a:lnTo>
                  <a:pt x="7005466" y="1139566"/>
                </a:lnTo>
                <a:lnTo>
                  <a:pt x="7005466" y="1080416"/>
                </a:lnTo>
                <a:cubicBezTo>
                  <a:pt x="7005558" y="1063058"/>
                  <a:pt x="7001457" y="1048790"/>
                  <a:pt x="6993164" y="1037612"/>
                </a:cubicBezTo>
                <a:cubicBezTo>
                  <a:pt x="6984870" y="1026434"/>
                  <a:pt x="6971833" y="1020653"/>
                  <a:pt x="6954051" y="1020269"/>
                </a:cubicBezTo>
                <a:close/>
                <a:moveTo>
                  <a:pt x="6654153" y="1020269"/>
                </a:moveTo>
                <a:cubicBezTo>
                  <a:pt x="6642521" y="1020399"/>
                  <a:pt x="6631970" y="1023165"/>
                  <a:pt x="6622498" y="1028567"/>
                </a:cubicBezTo>
                <a:cubicBezTo>
                  <a:pt x="6613027" y="1033970"/>
                  <a:pt x="6605471" y="1041231"/>
                  <a:pt x="6599830" y="1050350"/>
                </a:cubicBezTo>
                <a:cubicBezTo>
                  <a:pt x="6594190" y="1059469"/>
                  <a:pt x="6591300" y="1069668"/>
                  <a:pt x="6591161" y="1080946"/>
                </a:cubicBezTo>
                <a:cubicBezTo>
                  <a:pt x="6591300" y="1092306"/>
                  <a:pt x="6594190" y="1102543"/>
                  <a:pt x="6599830" y="1111657"/>
                </a:cubicBezTo>
                <a:cubicBezTo>
                  <a:pt x="6605471" y="1120772"/>
                  <a:pt x="6613027" y="1128013"/>
                  <a:pt x="6622498" y="1133382"/>
                </a:cubicBezTo>
                <a:cubicBezTo>
                  <a:pt x="6631969" y="1138751"/>
                  <a:pt x="6642521" y="1141499"/>
                  <a:pt x="6654153" y="1141623"/>
                </a:cubicBezTo>
                <a:cubicBezTo>
                  <a:pt x="6665780" y="1141499"/>
                  <a:pt x="6676310" y="1138751"/>
                  <a:pt x="6685740" y="1133382"/>
                </a:cubicBezTo>
                <a:cubicBezTo>
                  <a:pt x="6695170" y="1128013"/>
                  <a:pt x="6702685" y="1120772"/>
                  <a:pt x="6708284" y="1111657"/>
                </a:cubicBezTo>
                <a:cubicBezTo>
                  <a:pt x="6713883" y="1102543"/>
                  <a:pt x="6716751" y="1092306"/>
                  <a:pt x="6716887" y="1080946"/>
                </a:cubicBezTo>
                <a:cubicBezTo>
                  <a:pt x="6716751" y="1069668"/>
                  <a:pt x="6713883" y="1059469"/>
                  <a:pt x="6708284" y="1050350"/>
                </a:cubicBezTo>
                <a:cubicBezTo>
                  <a:pt x="6702685" y="1041231"/>
                  <a:pt x="6695170" y="1033970"/>
                  <a:pt x="6685740" y="1028567"/>
                </a:cubicBezTo>
                <a:cubicBezTo>
                  <a:pt x="6676310" y="1023165"/>
                  <a:pt x="6665780" y="1020399"/>
                  <a:pt x="6654153" y="1020269"/>
                </a:cubicBezTo>
                <a:close/>
                <a:moveTo>
                  <a:pt x="6435587" y="1020269"/>
                </a:moveTo>
                <a:cubicBezTo>
                  <a:pt x="6426972" y="1020360"/>
                  <a:pt x="6419499" y="1022297"/>
                  <a:pt x="6413168" y="1026080"/>
                </a:cubicBezTo>
                <a:cubicBezTo>
                  <a:pt x="6406837" y="1029863"/>
                  <a:pt x="6401616" y="1034946"/>
                  <a:pt x="6397505" y="1041330"/>
                </a:cubicBezTo>
                <a:lnTo>
                  <a:pt x="6397505" y="1022324"/>
                </a:lnTo>
                <a:lnTo>
                  <a:pt x="6372848" y="1022324"/>
                </a:lnTo>
                <a:lnTo>
                  <a:pt x="6372848" y="1139566"/>
                </a:lnTo>
                <a:lnTo>
                  <a:pt x="6397505" y="1139566"/>
                </a:lnTo>
                <a:lnTo>
                  <a:pt x="6397505" y="1089160"/>
                </a:lnTo>
                <a:cubicBezTo>
                  <a:pt x="6397461" y="1081975"/>
                  <a:pt x="6398462" y="1075028"/>
                  <a:pt x="6400506" y="1068319"/>
                </a:cubicBezTo>
                <a:cubicBezTo>
                  <a:pt x="6402551" y="1061610"/>
                  <a:pt x="6405895" y="1056073"/>
                  <a:pt x="6410542" y="1051707"/>
                </a:cubicBezTo>
                <a:cubicBezTo>
                  <a:pt x="6415187" y="1047342"/>
                  <a:pt x="6421392" y="1045081"/>
                  <a:pt x="6429154" y="1044926"/>
                </a:cubicBezTo>
                <a:cubicBezTo>
                  <a:pt x="6439248" y="1045220"/>
                  <a:pt x="6446592" y="1048939"/>
                  <a:pt x="6451186" y="1056081"/>
                </a:cubicBezTo>
                <a:cubicBezTo>
                  <a:pt x="6455780" y="1063223"/>
                  <a:pt x="6458042" y="1072020"/>
                  <a:pt x="6457973" y="1082473"/>
                </a:cubicBezTo>
                <a:lnTo>
                  <a:pt x="6457973" y="1139566"/>
                </a:lnTo>
                <a:lnTo>
                  <a:pt x="6482629" y="1139566"/>
                </a:lnTo>
                <a:lnTo>
                  <a:pt x="6482629" y="1089160"/>
                </a:lnTo>
                <a:cubicBezTo>
                  <a:pt x="6482585" y="1081975"/>
                  <a:pt x="6483589" y="1075028"/>
                  <a:pt x="6485641" y="1068319"/>
                </a:cubicBezTo>
                <a:cubicBezTo>
                  <a:pt x="6487693" y="1061610"/>
                  <a:pt x="6491060" y="1056073"/>
                  <a:pt x="6495743" y="1051707"/>
                </a:cubicBezTo>
                <a:cubicBezTo>
                  <a:pt x="6500425" y="1047342"/>
                  <a:pt x="6506689" y="1045081"/>
                  <a:pt x="6514536" y="1044926"/>
                </a:cubicBezTo>
                <a:cubicBezTo>
                  <a:pt x="6524517" y="1045220"/>
                  <a:pt x="6531829" y="1048939"/>
                  <a:pt x="6536472" y="1056081"/>
                </a:cubicBezTo>
                <a:cubicBezTo>
                  <a:pt x="6541114" y="1063223"/>
                  <a:pt x="6543408" y="1072020"/>
                  <a:pt x="6543355" y="1082473"/>
                </a:cubicBezTo>
                <a:lnTo>
                  <a:pt x="6543355" y="1139566"/>
                </a:lnTo>
                <a:lnTo>
                  <a:pt x="6568012" y="1139566"/>
                </a:lnTo>
                <a:lnTo>
                  <a:pt x="6568012" y="1080416"/>
                </a:lnTo>
                <a:cubicBezTo>
                  <a:pt x="6568189" y="1063058"/>
                  <a:pt x="6564431" y="1048790"/>
                  <a:pt x="6556737" y="1037612"/>
                </a:cubicBezTo>
                <a:cubicBezTo>
                  <a:pt x="6549043" y="1026434"/>
                  <a:pt x="6536348" y="1020653"/>
                  <a:pt x="6518653" y="1020269"/>
                </a:cubicBezTo>
                <a:cubicBezTo>
                  <a:pt x="6509105" y="1020387"/>
                  <a:pt x="6500733" y="1022720"/>
                  <a:pt x="6493534" y="1027268"/>
                </a:cubicBezTo>
                <a:cubicBezTo>
                  <a:pt x="6486336" y="1031816"/>
                  <a:pt x="6480475" y="1037874"/>
                  <a:pt x="6475952" y="1045440"/>
                </a:cubicBezTo>
                <a:cubicBezTo>
                  <a:pt x="6472378" y="1037649"/>
                  <a:pt x="6467453" y="1031527"/>
                  <a:pt x="6461177" y="1027075"/>
                </a:cubicBezTo>
                <a:cubicBezTo>
                  <a:pt x="6454902" y="1022623"/>
                  <a:pt x="6446372" y="1020355"/>
                  <a:pt x="6435587" y="1020269"/>
                </a:cubicBezTo>
                <a:close/>
                <a:moveTo>
                  <a:pt x="6025502" y="1020269"/>
                </a:moveTo>
                <a:cubicBezTo>
                  <a:pt x="6013871" y="1020399"/>
                  <a:pt x="6003320" y="1023165"/>
                  <a:pt x="5993848" y="1028567"/>
                </a:cubicBezTo>
                <a:cubicBezTo>
                  <a:pt x="5984377" y="1033970"/>
                  <a:pt x="5976821" y="1041231"/>
                  <a:pt x="5971180" y="1050350"/>
                </a:cubicBezTo>
                <a:cubicBezTo>
                  <a:pt x="5965540" y="1059469"/>
                  <a:pt x="5962650" y="1069668"/>
                  <a:pt x="5962510" y="1080946"/>
                </a:cubicBezTo>
                <a:cubicBezTo>
                  <a:pt x="5962650" y="1092306"/>
                  <a:pt x="5965540" y="1102543"/>
                  <a:pt x="5971180" y="1111657"/>
                </a:cubicBezTo>
                <a:cubicBezTo>
                  <a:pt x="5976821" y="1120772"/>
                  <a:pt x="5984377" y="1128013"/>
                  <a:pt x="5993848" y="1133382"/>
                </a:cubicBezTo>
                <a:cubicBezTo>
                  <a:pt x="6003320" y="1138751"/>
                  <a:pt x="6013871" y="1141499"/>
                  <a:pt x="6025502" y="1141623"/>
                </a:cubicBezTo>
                <a:cubicBezTo>
                  <a:pt x="6037131" y="1141499"/>
                  <a:pt x="6047660" y="1138751"/>
                  <a:pt x="6057090" y="1133382"/>
                </a:cubicBezTo>
                <a:cubicBezTo>
                  <a:pt x="6066520" y="1128013"/>
                  <a:pt x="6074035" y="1120772"/>
                  <a:pt x="6079634" y="1111657"/>
                </a:cubicBezTo>
                <a:cubicBezTo>
                  <a:pt x="6085233" y="1102543"/>
                  <a:pt x="6088101" y="1092306"/>
                  <a:pt x="6088237" y="1080946"/>
                </a:cubicBezTo>
                <a:cubicBezTo>
                  <a:pt x="6088101" y="1069668"/>
                  <a:pt x="6085233" y="1059469"/>
                  <a:pt x="6079634" y="1050350"/>
                </a:cubicBezTo>
                <a:cubicBezTo>
                  <a:pt x="6074035" y="1041231"/>
                  <a:pt x="6066520" y="1033970"/>
                  <a:pt x="6057090" y="1028567"/>
                </a:cubicBezTo>
                <a:cubicBezTo>
                  <a:pt x="6047660" y="1023165"/>
                  <a:pt x="6037131" y="1020399"/>
                  <a:pt x="6025502" y="1020269"/>
                </a:cubicBezTo>
                <a:close/>
                <a:moveTo>
                  <a:pt x="5868986" y="1020269"/>
                </a:moveTo>
                <a:cubicBezTo>
                  <a:pt x="5857649" y="1020399"/>
                  <a:pt x="5847568" y="1023165"/>
                  <a:pt x="5838743" y="1028567"/>
                </a:cubicBezTo>
                <a:cubicBezTo>
                  <a:pt x="5829918" y="1033970"/>
                  <a:pt x="5822965" y="1041231"/>
                  <a:pt x="5817885" y="1050350"/>
                </a:cubicBezTo>
                <a:cubicBezTo>
                  <a:pt x="5812805" y="1059469"/>
                  <a:pt x="5810213" y="1069668"/>
                  <a:pt x="5810110" y="1080946"/>
                </a:cubicBezTo>
                <a:cubicBezTo>
                  <a:pt x="5810457" y="1098220"/>
                  <a:pt x="5816057" y="1112546"/>
                  <a:pt x="5826910" y="1123924"/>
                </a:cubicBezTo>
                <a:cubicBezTo>
                  <a:pt x="5837762" y="1135302"/>
                  <a:pt x="5851788" y="1141202"/>
                  <a:pt x="5868986" y="1141623"/>
                </a:cubicBezTo>
                <a:cubicBezTo>
                  <a:pt x="5877138" y="1141538"/>
                  <a:pt x="5884632" y="1139783"/>
                  <a:pt x="5891466" y="1136358"/>
                </a:cubicBezTo>
                <a:cubicBezTo>
                  <a:pt x="5898301" y="1132934"/>
                  <a:pt x="5904186" y="1128353"/>
                  <a:pt x="5909123" y="1122617"/>
                </a:cubicBezTo>
                <a:lnTo>
                  <a:pt x="5909123" y="1134432"/>
                </a:lnTo>
                <a:cubicBezTo>
                  <a:pt x="5909134" y="1140218"/>
                  <a:pt x="5907768" y="1145824"/>
                  <a:pt x="5905025" y="1151250"/>
                </a:cubicBezTo>
                <a:cubicBezTo>
                  <a:pt x="5902282" y="1156677"/>
                  <a:pt x="5898096" y="1161160"/>
                  <a:pt x="5892466" y="1164701"/>
                </a:cubicBezTo>
                <a:cubicBezTo>
                  <a:pt x="5886835" y="1168241"/>
                  <a:pt x="5879695" y="1170075"/>
                  <a:pt x="5871044" y="1170202"/>
                </a:cubicBezTo>
                <a:cubicBezTo>
                  <a:pt x="5860511" y="1169912"/>
                  <a:pt x="5852182" y="1168110"/>
                  <a:pt x="5846055" y="1164795"/>
                </a:cubicBezTo>
                <a:cubicBezTo>
                  <a:pt x="5839929" y="1161480"/>
                  <a:pt x="5835910" y="1158391"/>
                  <a:pt x="5833999" y="1155527"/>
                </a:cubicBezTo>
                <a:lnTo>
                  <a:pt x="5813964" y="1169172"/>
                </a:lnTo>
                <a:cubicBezTo>
                  <a:pt x="5818056" y="1175648"/>
                  <a:pt x="5824834" y="1181513"/>
                  <a:pt x="5834298" y="1186768"/>
                </a:cubicBezTo>
                <a:cubicBezTo>
                  <a:pt x="5843761" y="1192023"/>
                  <a:pt x="5856009" y="1194806"/>
                  <a:pt x="5871044" y="1195116"/>
                </a:cubicBezTo>
                <a:cubicBezTo>
                  <a:pt x="5889192" y="1194903"/>
                  <a:pt x="5904086" y="1189421"/>
                  <a:pt x="5915726" y="1178669"/>
                </a:cubicBezTo>
                <a:cubicBezTo>
                  <a:pt x="5927367" y="1167917"/>
                  <a:pt x="5933385" y="1153172"/>
                  <a:pt x="5933779" y="1134432"/>
                </a:cubicBezTo>
                <a:lnTo>
                  <a:pt x="5933779" y="1022324"/>
                </a:lnTo>
                <a:lnTo>
                  <a:pt x="5909123" y="1022324"/>
                </a:lnTo>
                <a:lnTo>
                  <a:pt x="5909123" y="1039532"/>
                </a:lnTo>
                <a:cubicBezTo>
                  <a:pt x="5904186" y="1033785"/>
                  <a:pt x="5898301" y="1029162"/>
                  <a:pt x="5891466" y="1025663"/>
                </a:cubicBezTo>
                <a:cubicBezTo>
                  <a:pt x="5884632" y="1022163"/>
                  <a:pt x="5877138" y="1020365"/>
                  <a:pt x="5868986" y="1020269"/>
                </a:cubicBezTo>
                <a:close/>
                <a:moveTo>
                  <a:pt x="5675145" y="1020269"/>
                </a:moveTo>
                <a:cubicBezTo>
                  <a:pt x="5665238" y="1020494"/>
                  <a:pt x="5656043" y="1022484"/>
                  <a:pt x="5647558" y="1026241"/>
                </a:cubicBezTo>
                <a:cubicBezTo>
                  <a:pt x="5639074" y="1029997"/>
                  <a:pt x="5632071" y="1034170"/>
                  <a:pt x="5626549" y="1038761"/>
                </a:cubicBezTo>
                <a:lnTo>
                  <a:pt x="5638363" y="1058574"/>
                </a:lnTo>
                <a:cubicBezTo>
                  <a:pt x="5641270" y="1056090"/>
                  <a:pt x="5645929" y="1053268"/>
                  <a:pt x="5652344" y="1050108"/>
                </a:cubicBezTo>
                <a:cubicBezTo>
                  <a:pt x="5658758" y="1046948"/>
                  <a:pt x="5665672" y="1045221"/>
                  <a:pt x="5673086" y="1044926"/>
                </a:cubicBezTo>
                <a:cubicBezTo>
                  <a:pt x="5682914" y="1044979"/>
                  <a:pt x="5689701" y="1047061"/>
                  <a:pt x="5693448" y="1051171"/>
                </a:cubicBezTo>
                <a:cubicBezTo>
                  <a:pt x="5697195" y="1055280"/>
                  <a:pt x="5699158" y="1061096"/>
                  <a:pt x="5699335" y="1068618"/>
                </a:cubicBezTo>
                <a:lnTo>
                  <a:pt x="5680807" y="1068618"/>
                </a:lnTo>
                <a:cubicBezTo>
                  <a:pt x="5672549" y="1068486"/>
                  <a:pt x="5663937" y="1069349"/>
                  <a:pt x="5654971" y="1071206"/>
                </a:cubicBezTo>
                <a:cubicBezTo>
                  <a:pt x="5646006" y="1073064"/>
                  <a:pt x="5638369" y="1076707"/>
                  <a:pt x="5632063" y="1082135"/>
                </a:cubicBezTo>
                <a:cubicBezTo>
                  <a:pt x="5625756" y="1087564"/>
                  <a:pt x="5622463" y="1095569"/>
                  <a:pt x="5622182" y="1106150"/>
                </a:cubicBezTo>
                <a:cubicBezTo>
                  <a:pt x="5622476" y="1116969"/>
                  <a:pt x="5626640" y="1125550"/>
                  <a:pt x="5634676" y="1131893"/>
                </a:cubicBezTo>
                <a:cubicBezTo>
                  <a:pt x="5642711" y="1138236"/>
                  <a:pt x="5652855" y="1141480"/>
                  <a:pt x="5665109" y="1141623"/>
                </a:cubicBezTo>
                <a:cubicBezTo>
                  <a:pt x="5673065" y="1141538"/>
                  <a:pt x="5679863" y="1140168"/>
                  <a:pt x="5685503" y="1137515"/>
                </a:cubicBezTo>
                <a:cubicBezTo>
                  <a:pt x="5691143" y="1134862"/>
                  <a:pt x="5695753" y="1131438"/>
                  <a:pt x="5699335" y="1127244"/>
                </a:cubicBezTo>
                <a:lnTo>
                  <a:pt x="5699335" y="1139566"/>
                </a:lnTo>
                <a:lnTo>
                  <a:pt x="5723992" y="1139566"/>
                </a:lnTo>
                <a:lnTo>
                  <a:pt x="5723992" y="1072213"/>
                </a:lnTo>
                <a:cubicBezTo>
                  <a:pt x="5724046" y="1055301"/>
                  <a:pt x="5720084" y="1042430"/>
                  <a:pt x="5712106" y="1033600"/>
                </a:cubicBezTo>
                <a:cubicBezTo>
                  <a:pt x="5704129" y="1024770"/>
                  <a:pt x="5691809" y="1020327"/>
                  <a:pt x="5675145" y="1020269"/>
                </a:cubicBezTo>
                <a:close/>
                <a:moveTo>
                  <a:pt x="5454002" y="1020269"/>
                </a:moveTo>
                <a:cubicBezTo>
                  <a:pt x="5442371" y="1020399"/>
                  <a:pt x="5431820" y="1023165"/>
                  <a:pt x="5422348" y="1028567"/>
                </a:cubicBezTo>
                <a:cubicBezTo>
                  <a:pt x="5412877" y="1033970"/>
                  <a:pt x="5405321" y="1041231"/>
                  <a:pt x="5399680" y="1050350"/>
                </a:cubicBezTo>
                <a:cubicBezTo>
                  <a:pt x="5394040" y="1059469"/>
                  <a:pt x="5391150" y="1069668"/>
                  <a:pt x="5391011" y="1080946"/>
                </a:cubicBezTo>
                <a:cubicBezTo>
                  <a:pt x="5391150" y="1092306"/>
                  <a:pt x="5394040" y="1102543"/>
                  <a:pt x="5399680" y="1111657"/>
                </a:cubicBezTo>
                <a:cubicBezTo>
                  <a:pt x="5405321" y="1120772"/>
                  <a:pt x="5412877" y="1128013"/>
                  <a:pt x="5422348" y="1133382"/>
                </a:cubicBezTo>
                <a:cubicBezTo>
                  <a:pt x="5431819" y="1138751"/>
                  <a:pt x="5442371" y="1141499"/>
                  <a:pt x="5454002" y="1141623"/>
                </a:cubicBezTo>
                <a:cubicBezTo>
                  <a:pt x="5465631" y="1141499"/>
                  <a:pt x="5476160" y="1138751"/>
                  <a:pt x="5485590" y="1133382"/>
                </a:cubicBezTo>
                <a:cubicBezTo>
                  <a:pt x="5495020" y="1128013"/>
                  <a:pt x="5502535" y="1120772"/>
                  <a:pt x="5508134" y="1111657"/>
                </a:cubicBezTo>
                <a:cubicBezTo>
                  <a:pt x="5513733" y="1102543"/>
                  <a:pt x="5516601" y="1092306"/>
                  <a:pt x="5516737" y="1080946"/>
                </a:cubicBezTo>
                <a:cubicBezTo>
                  <a:pt x="5516601" y="1069668"/>
                  <a:pt x="5513733" y="1059469"/>
                  <a:pt x="5508134" y="1050350"/>
                </a:cubicBezTo>
                <a:cubicBezTo>
                  <a:pt x="5502535" y="1041231"/>
                  <a:pt x="5495020" y="1033970"/>
                  <a:pt x="5485590" y="1028567"/>
                </a:cubicBezTo>
                <a:cubicBezTo>
                  <a:pt x="5476160" y="1023165"/>
                  <a:pt x="5465631" y="1020399"/>
                  <a:pt x="5454002" y="1020269"/>
                </a:cubicBezTo>
                <a:close/>
                <a:moveTo>
                  <a:pt x="5168252" y="1020269"/>
                </a:moveTo>
                <a:cubicBezTo>
                  <a:pt x="5156621" y="1020399"/>
                  <a:pt x="5146070" y="1023165"/>
                  <a:pt x="5136598" y="1028567"/>
                </a:cubicBezTo>
                <a:cubicBezTo>
                  <a:pt x="5127127" y="1033970"/>
                  <a:pt x="5119571" y="1041231"/>
                  <a:pt x="5113930" y="1050350"/>
                </a:cubicBezTo>
                <a:cubicBezTo>
                  <a:pt x="5108290" y="1059469"/>
                  <a:pt x="5105400" y="1069668"/>
                  <a:pt x="5105260" y="1080946"/>
                </a:cubicBezTo>
                <a:cubicBezTo>
                  <a:pt x="5105400" y="1092306"/>
                  <a:pt x="5108290" y="1102543"/>
                  <a:pt x="5113930" y="1111657"/>
                </a:cubicBezTo>
                <a:cubicBezTo>
                  <a:pt x="5119571" y="1120772"/>
                  <a:pt x="5127127" y="1128013"/>
                  <a:pt x="5136598" y="1133382"/>
                </a:cubicBezTo>
                <a:cubicBezTo>
                  <a:pt x="5146070" y="1138751"/>
                  <a:pt x="5156621" y="1141499"/>
                  <a:pt x="5168252" y="1141623"/>
                </a:cubicBezTo>
                <a:cubicBezTo>
                  <a:pt x="5179881" y="1141499"/>
                  <a:pt x="5190410" y="1138751"/>
                  <a:pt x="5199840" y="1133382"/>
                </a:cubicBezTo>
                <a:cubicBezTo>
                  <a:pt x="5209270" y="1128013"/>
                  <a:pt x="5216785" y="1120772"/>
                  <a:pt x="5222384" y="1111657"/>
                </a:cubicBezTo>
                <a:cubicBezTo>
                  <a:pt x="5227983" y="1102543"/>
                  <a:pt x="5230851" y="1092306"/>
                  <a:pt x="5230987" y="1080946"/>
                </a:cubicBezTo>
                <a:cubicBezTo>
                  <a:pt x="5230851" y="1069668"/>
                  <a:pt x="5227983" y="1059469"/>
                  <a:pt x="5222384" y="1050350"/>
                </a:cubicBezTo>
                <a:cubicBezTo>
                  <a:pt x="5216785" y="1041231"/>
                  <a:pt x="5209270" y="1033970"/>
                  <a:pt x="5199840" y="1028567"/>
                </a:cubicBezTo>
                <a:cubicBezTo>
                  <a:pt x="5190410" y="1023165"/>
                  <a:pt x="5179881" y="1020399"/>
                  <a:pt x="5168252" y="1020269"/>
                </a:cubicBezTo>
                <a:close/>
                <a:moveTo>
                  <a:pt x="4877601" y="1020269"/>
                </a:moveTo>
                <a:cubicBezTo>
                  <a:pt x="4868188" y="1020365"/>
                  <a:pt x="4859933" y="1022548"/>
                  <a:pt x="4852836" y="1026818"/>
                </a:cubicBezTo>
                <a:cubicBezTo>
                  <a:pt x="4845739" y="1031088"/>
                  <a:pt x="4839928" y="1036867"/>
                  <a:pt x="4835404" y="1044155"/>
                </a:cubicBezTo>
                <a:lnTo>
                  <a:pt x="4835404" y="1022324"/>
                </a:lnTo>
                <a:lnTo>
                  <a:pt x="4810748" y="1022324"/>
                </a:lnTo>
                <a:lnTo>
                  <a:pt x="4810748" y="1139566"/>
                </a:lnTo>
                <a:lnTo>
                  <a:pt x="4835404" y="1139566"/>
                </a:lnTo>
                <a:lnTo>
                  <a:pt x="4835404" y="1091217"/>
                </a:lnTo>
                <a:cubicBezTo>
                  <a:pt x="4835431" y="1077699"/>
                  <a:pt x="4838465" y="1066673"/>
                  <a:pt x="4844506" y="1058138"/>
                </a:cubicBezTo>
                <a:cubicBezTo>
                  <a:pt x="4850547" y="1049603"/>
                  <a:pt x="4859435" y="1045199"/>
                  <a:pt x="4871169" y="1044926"/>
                </a:cubicBezTo>
                <a:cubicBezTo>
                  <a:pt x="4881444" y="1045092"/>
                  <a:pt x="4889517" y="1048553"/>
                  <a:pt x="4895386" y="1055309"/>
                </a:cubicBezTo>
                <a:cubicBezTo>
                  <a:pt x="4901256" y="1062065"/>
                  <a:pt x="4904247" y="1071120"/>
                  <a:pt x="4904359" y="1082473"/>
                </a:cubicBezTo>
                <a:lnTo>
                  <a:pt x="4904359" y="1139566"/>
                </a:lnTo>
                <a:lnTo>
                  <a:pt x="4929016" y="1139566"/>
                </a:lnTo>
                <a:lnTo>
                  <a:pt x="4929016" y="1080416"/>
                </a:lnTo>
                <a:cubicBezTo>
                  <a:pt x="4929108" y="1063058"/>
                  <a:pt x="4925007" y="1048790"/>
                  <a:pt x="4916714" y="1037612"/>
                </a:cubicBezTo>
                <a:cubicBezTo>
                  <a:pt x="4908420" y="1026434"/>
                  <a:pt x="4895383" y="1020653"/>
                  <a:pt x="4877601" y="1020269"/>
                </a:cubicBezTo>
                <a:close/>
                <a:moveTo>
                  <a:pt x="4629951" y="1020269"/>
                </a:moveTo>
                <a:cubicBezTo>
                  <a:pt x="4620538" y="1020365"/>
                  <a:pt x="4612283" y="1022548"/>
                  <a:pt x="4605186" y="1026818"/>
                </a:cubicBezTo>
                <a:cubicBezTo>
                  <a:pt x="4598089" y="1031088"/>
                  <a:pt x="4592278" y="1036867"/>
                  <a:pt x="4587754" y="1044155"/>
                </a:cubicBezTo>
                <a:lnTo>
                  <a:pt x="4587754" y="1022324"/>
                </a:lnTo>
                <a:lnTo>
                  <a:pt x="4563098" y="1022324"/>
                </a:lnTo>
                <a:lnTo>
                  <a:pt x="4563098" y="1139566"/>
                </a:lnTo>
                <a:lnTo>
                  <a:pt x="4587754" y="1139566"/>
                </a:lnTo>
                <a:lnTo>
                  <a:pt x="4587754" y="1091217"/>
                </a:lnTo>
                <a:cubicBezTo>
                  <a:pt x="4587781" y="1077699"/>
                  <a:pt x="4590815" y="1066673"/>
                  <a:pt x="4596856" y="1058138"/>
                </a:cubicBezTo>
                <a:cubicBezTo>
                  <a:pt x="4602897" y="1049603"/>
                  <a:pt x="4611785" y="1045199"/>
                  <a:pt x="4623519" y="1044926"/>
                </a:cubicBezTo>
                <a:cubicBezTo>
                  <a:pt x="4633794" y="1045092"/>
                  <a:pt x="4641867" y="1048553"/>
                  <a:pt x="4647736" y="1055309"/>
                </a:cubicBezTo>
                <a:cubicBezTo>
                  <a:pt x="4653606" y="1062065"/>
                  <a:pt x="4656597" y="1071120"/>
                  <a:pt x="4656709" y="1082473"/>
                </a:cubicBezTo>
                <a:lnTo>
                  <a:pt x="4656709" y="1139566"/>
                </a:lnTo>
                <a:lnTo>
                  <a:pt x="4681366" y="1139566"/>
                </a:lnTo>
                <a:lnTo>
                  <a:pt x="4681366" y="1080416"/>
                </a:lnTo>
                <a:cubicBezTo>
                  <a:pt x="4681458" y="1063058"/>
                  <a:pt x="4677357" y="1048790"/>
                  <a:pt x="4669064" y="1037612"/>
                </a:cubicBezTo>
                <a:cubicBezTo>
                  <a:pt x="4660770" y="1026434"/>
                  <a:pt x="4647733" y="1020653"/>
                  <a:pt x="4629951" y="1020269"/>
                </a:cubicBezTo>
                <a:close/>
                <a:moveTo>
                  <a:pt x="3960646" y="1020269"/>
                </a:moveTo>
                <a:cubicBezTo>
                  <a:pt x="3950738" y="1020494"/>
                  <a:pt x="3941543" y="1022484"/>
                  <a:pt x="3933058" y="1026241"/>
                </a:cubicBezTo>
                <a:cubicBezTo>
                  <a:pt x="3924574" y="1029997"/>
                  <a:pt x="3917571" y="1034170"/>
                  <a:pt x="3912049" y="1038761"/>
                </a:cubicBezTo>
                <a:lnTo>
                  <a:pt x="3923863" y="1058574"/>
                </a:lnTo>
                <a:cubicBezTo>
                  <a:pt x="3926769" y="1056090"/>
                  <a:pt x="3931430" y="1053268"/>
                  <a:pt x="3937844" y="1050108"/>
                </a:cubicBezTo>
                <a:cubicBezTo>
                  <a:pt x="3944258" y="1046948"/>
                  <a:pt x="3951172" y="1045221"/>
                  <a:pt x="3958587" y="1044926"/>
                </a:cubicBezTo>
                <a:cubicBezTo>
                  <a:pt x="3968414" y="1044979"/>
                  <a:pt x="3975201" y="1047061"/>
                  <a:pt x="3978948" y="1051171"/>
                </a:cubicBezTo>
                <a:cubicBezTo>
                  <a:pt x="3982696" y="1055280"/>
                  <a:pt x="3984658" y="1061096"/>
                  <a:pt x="3984835" y="1068618"/>
                </a:cubicBezTo>
                <a:lnTo>
                  <a:pt x="3966307" y="1068618"/>
                </a:lnTo>
                <a:cubicBezTo>
                  <a:pt x="3958049" y="1068486"/>
                  <a:pt x="3949437" y="1069349"/>
                  <a:pt x="3940471" y="1071206"/>
                </a:cubicBezTo>
                <a:cubicBezTo>
                  <a:pt x="3931506" y="1073064"/>
                  <a:pt x="3923870" y="1076707"/>
                  <a:pt x="3917563" y="1082135"/>
                </a:cubicBezTo>
                <a:cubicBezTo>
                  <a:pt x="3911257" y="1087564"/>
                  <a:pt x="3907963" y="1095569"/>
                  <a:pt x="3907683" y="1106150"/>
                </a:cubicBezTo>
                <a:cubicBezTo>
                  <a:pt x="3907976" y="1116969"/>
                  <a:pt x="3912141" y="1125550"/>
                  <a:pt x="3920176" y="1131893"/>
                </a:cubicBezTo>
                <a:cubicBezTo>
                  <a:pt x="3928211" y="1138236"/>
                  <a:pt x="3938356" y="1141480"/>
                  <a:pt x="3950610" y="1141623"/>
                </a:cubicBezTo>
                <a:cubicBezTo>
                  <a:pt x="3958565" y="1141538"/>
                  <a:pt x="3965363" y="1140168"/>
                  <a:pt x="3971003" y="1137515"/>
                </a:cubicBezTo>
                <a:cubicBezTo>
                  <a:pt x="3976643" y="1134862"/>
                  <a:pt x="3981254" y="1131438"/>
                  <a:pt x="3984835" y="1127244"/>
                </a:cubicBezTo>
                <a:lnTo>
                  <a:pt x="3984835" y="1139566"/>
                </a:lnTo>
                <a:lnTo>
                  <a:pt x="4009492" y="1139566"/>
                </a:lnTo>
                <a:lnTo>
                  <a:pt x="4009492" y="1072213"/>
                </a:lnTo>
                <a:cubicBezTo>
                  <a:pt x="4009546" y="1055301"/>
                  <a:pt x="4005585" y="1042430"/>
                  <a:pt x="3997607" y="1033600"/>
                </a:cubicBezTo>
                <a:cubicBezTo>
                  <a:pt x="3989629" y="1024770"/>
                  <a:pt x="3977309" y="1020327"/>
                  <a:pt x="3960646" y="1020269"/>
                </a:cubicBezTo>
                <a:close/>
                <a:moveTo>
                  <a:pt x="3767804" y="1020269"/>
                </a:moveTo>
                <a:cubicBezTo>
                  <a:pt x="3756262" y="1020399"/>
                  <a:pt x="3745775" y="1023165"/>
                  <a:pt x="3736342" y="1028567"/>
                </a:cubicBezTo>
                <a:cubicBezTo>
                  <a:pt x="3726909" y="1033970"/>
                  <a:pt x="3719377" y="1041231"/>
                  <a:pt x="3713745" y="1050350"/>
                </a:cubicBezTo>
                <a:cubicBezTo>
                  <a:pt x="3708113" y="1059469"/>
                  <a:pt x="3705227" y="1069668"/>
                  <a:pt x="3705086" y="1080946"/>
                </a:cubicBezTo>
                <a:cubicBezTo>
                  <a:pt x="3705227" y="1092306"/>
                  <a:pt x="3708113" y="1102543"/>
                  <a:pt x="3713745" y="1111657"/>
                </a:cubicBezTo>
                <a:cubicBezTo>
                  <a:pt x="3719377" y="1120772"/>
                  <a:pt x="3726909" y="1128013"/>
                  <a:pt x="3736342" y="1133382"/>
                </a:cubicBezTo>
                <a:cubicBezTo>
                  <a:pt x="3745775" y="1138751"/>
                  <a:pt x="3756262" y="1141499"/>
                  <a:pt x="3767804" y="1141623"/>
                </a:cubicBezTo>
                <a:cubicBezTo>
                  <a:pt x="3779115" y="1141511"/>
                  <a:pt x="3789412" y="1138910"/>
                  <a:pt x="3798697" y="1133821"/>
                </a:cubicBezTo>
                <a:cubicBezTo>
                  <a:pt x="3807983" y="1128732"/>
                  <a:pt x="3815515" y="1121827"/>
                  <a:pt x="3821297" y="1113107"/>
                </a:cubicBezTo>
                <a:lnTo>
                  <a:pt x="3798665" y="1099986"/>
                </a:lnTo>
                <a:cubicBezTo>
                  <a:pt x="3795386" y="1105196"/>
                  <a:pt x="3791079" y="1109312"/>
                  <a:pt x="3785742" y="1112336"/>
                </a:cubicBezTo>
                <a:cubicBezTo>
                  <a:pt x="3780406" y="1115359"/>
                  <a:pt x="3774427" y="1116903"/>
                  <a:pt x="3767804" y="1116967"/>
                </a:cubicBezTo>
                <a:cubicBezTo>
                  <a:pt x="3757640" y="1116720"/>
                  <a:pt x="3749164" y="1113225"/>
                  <a:pt x="3742376" y="1106482"/>
                </a:cubicBezTo>
                <a:cubicBezTo>
                  <a:pt x="3735588" y="1099739"/>
                  <a:pt x="3732062" y="1091227"/>
                  <a:pt x="3731800" y="1080946"/>
                </a:cubicBezTo>
                <a:cubicBezTo>
                  <a:pt x="3732062" y="1070778"/>
                  <a:pt x="3735588" y="1062298"/>
                  <a:pt x="3742376" y="1055507"/>
                </a:cubicBezTo>
                <a:cubicBezTo>
                  <a:pt x="3749164" y="1048715"/>
                  <a:pt x="3757640" y="1045188"/>
                  <a:pt x="3767804" y="1044926"/>
                </a:cubicBezTo>
                <a:cubicBezTo>
                  <a:pt x="3774427" y="1045006"/>
                  <a:pt x="3780406" y="1046582"/>
                  <a:pt x="3785742" y="1049654"/>
                </a:cubicBezTo>
                <a:cubicBezTo>
                  <a:pt x="3791079" y="1052725"/>
                  <a:pt x="3795386" y="1056809"/>
                  <a:pt x="3798665" y="1061907"/>
                </a:cubicBezTo>
                <a:lnTo>
                  <a:pt x="3821297" y="1048785"/>
                </a:lnTo>
                <a:cubicBezTo>
                  <a:pt x="3815515" y="1040178"/>
                  <a:pt x="3807983" y="1033305"/>
                  <a:pt x="3798697" y="1028168"/>
                </a:cubicBezTo>
                <a:cubicBezTo>
                  <a:pt x="3789412" y="1023030"/>
                  <a:pt x="3779115" y="1020397"/>
                  <a:pt x="3767804" y="1020269"/>
                </a:cubicBezTo>
                <a:close/>
                <a:moveTo>
                  <a:pt x="3627270" y="1020269"/>
                </a:moveTo>
                <a:cubicBezTo>
                  <a:pt x="3617364" y="1020494"/>
                  <a:pt x="3608168" y="1022484"/>
                  <a:pt x="3599683" y="1026241"/>
                </a:cubicBezTo>
                <a:cubicBezTo>
                  <a:pt x="3591199" y="1029997"/>
                  <a:pt x="3584196" y="1034170"/>
                  <a:pt x="3578674" y="1038761"/>
                </a:cubicBezTo>
                <a:lnTo>
                  <a:pt x="3590489" y="1058574"/>
                </a:lnTo>
                <a:cubicBezTo>
                  <a:pt x="3593395" y="1056090"/>
                  <a:pt x="3598055" y="1053268"/>
                  <a:pt x="3604469" y="1050108"/>
                </a:cubicBezTo>
                <a:cubicBezTo>
                  <a:pt x="3610883" y="1046948"/>
                  <a:pt x="3617797" y="1045221"/>
                  <a:pt x="3625212" y="1044926"/>
                </a:cubicBezTo>
                <a:cubicBezTo>
                  <a:pt x="3635039" y="1044979"/>
                  <a:pt x="3641826" y="1047061"/>
                  <a:pt x="3645573" y="1051171"/>
                </a:cubicBezTo>
                <a:cubicBezTo>
                  <a:pt x="3649321" y="1055280"/>
                  <a:pt x="3651283" y="1061096"/>
                  <a:pt x="3651460" y="1068618"/>
                </a:cubicBezTo>
                <a:lnTo>
                  <a:pt x="3632932" y="1068618"/>
                </a:lnTo>
                <a:cubicBezTo>
                  <a:pt x="3624674" y="1068486"/>
                  <a:pt x="3616062" y="1069349"/>
                  <a:pt x="3607096" y="1071206"/>
                </a:cubicBezTo>
                <a:cubicBezTo>
                  <a:pt x="3598131" y="1073064"/>
                  <a:pt x="3590495" y="1076707"/>
                  <a:pt x="3584188" y="1082135"/>
                </a:cubicBezTo>
                <a:cubicBezTo>
                  <a:pt x="3577882" y="1087564"/>
                  <a:pt x="3574588" y="1095569"/>
                  <a:pt x="3574308" y="1106150"/>
                </a:cubicBezTo>
                <a:cubicBezTo>
                  <a:pt x="3574601" y="1116969"/>
                  <a:pt x="3578766" y="1125550"/>
                  <a:pt x="3586801" y="1131893"/>
                </a:cubicBezTo>
                <a:cubicBezTo>
                  <a:pt x="3594836" y="1138236"/>
                  <a:pt x="3604981" y="1141480"/>
                  <a:pt x="3617235" y="1141623"/>
                </a:cubicBezTo>
                <a:cubicBezTo>
                  <a:pt x="3625190" y="1141538"/>
                  <a:pt x="3631988" y="1140168"/>
                  <a:pt x="3637628" y="1137515"/>
                </a:cubicBezTo>
                <a:cubicBezTo>
                  <a:pt x="3643268" y="1134862"/>
                  <a:pt x="3647879" y="1131438"/>
                  <a:pt x="3651460" y="1127244"/>
                </a:cubicBezTo>
                <a:lnTo>
                  <a:pt x="3651460" y="1139566"/>
                </a:lnTo>
                <a:lnTo>
                  <a:pt x="3676117" y="1139566"/>
                </a:lnTo>
                <a:lnTo>
                  <a:pt x="3676117" y="1072213"/>
                </a:lnTo>
                <a:cubicBezTo>
                  <a:pt x="3676171" y="1055301"/>
                  <a:pt x="3672210" y="1042430"/>
                  <a:pt x="3664232" y="1033600"/>
                </a:cubicBezTo>
                <a:cubicBezTo>
                  <a:pt x="3656254" y="1024770"/>
                  <a:pt x="3643934" y="1020327"/>
                  <a:pt x="3627270" y="1020269"/>
                </a:cubicBezTo>
                <a:close/>
                <a:moveTo>
                  <a:pt x="3501105" y="1020269"/>
                </a:moveTo>
                <a:cubicBezTo>
                  <a:pt x="3489562" y="1020399"/>
                  <a:pt x="3479075" y="1023165"/>
                  <a:pt x="3469643" y="1028567"/>
                </a:cubicBezTo>
                <a:cubicBezTo>
                  <a:pt x="3460210" y="1033970"/>
                  <a:pt x="3452677" y="1041231"/>
                  <a:pt x="3447046" y="1050350"/>
                </a:cubicBezTo>
                <a:cubicBezTo>
                  <a:pt x="3441413" y="1059469"/>
                  <a:pt x="3438527" y="1069668"/>
                  <a:pt x="3438386" y="1080946"/>
                </a:cubicBezTo>
                <a:cubicBezTo>
                  <a:pt x="3438527" y="1092306"/>
                  <a:pt x="3441413" y="1102543"/>
                  <a:pt x="3447046" y="1111657"/>
                </a:cubicBezTo>
                <a:cubicBezTo>
                  <a:pt x="3452677" y="1120772"/>
                  <a:pt x="3460210" y="1128013"/>
                  <a:pt x="3469643" y="1133382"/>
                </a:cubicBezTo>
                <a:cubicBezTo>
                  <a:pt x="3479075" y="1138751"/>
                  <a:pt x="3489562" y="1141499"/>
                  <a:pt x="3501105" y="1141623"/>
                </a:cubicBezTo>
                <a:cubicBezTo>
                  <a:pt x="3512415" y="1141511"/>
                  <a:pt x="3522713" y="1138910"/>
                  <a:pt x="3531998" y="1133821"/>
                </a:cubicBezTo>
                <a:cubicBezTo>
                  <a:pt x="3541283" y="1128732"/>
                  <a:pt x="3548816" y="1121827"/>
                  <a:pt x="3554597" y="1113107"/>
                </a:cubicBezTo>
                <a:lnTo>
                  <a:pt x="3531966" y="1099986"/>
                </a:lnTo>
                <a:cubicBezTo>
                  <a:pt x="3528687" y="1105196"/>
                  <a:pt x="3524379" y="1109312"/>
                  <a:pt x="3519043" y="1112336"/>
                </a:cubicBezTo>
                <a:cubicBezTo>
                  <a:pt x="3513706" y="1115359"/>
                  <a:pt x="3507727" y="1116903"/>
                  <a:pt x="3501105" y="1116967"/>
                </a:cubicBezTo>
                <a:cubicBezTo>
                  <a:pt x="3490941" y="1116720"/>
                  <a:pt x="3482465" y="1113225"/>
                  <a:pt x="3475676" y="1106482"/>
                </a:cubicBezTo>
                <a:cubicBezTo>
                  <a:pt x="3468888" y="1099739"/>
                  <a:pt x="3465363" y="1091227"/>
                  <a:pt x="3465100" y="1080946"/>
                </a:cubicBezTo>
                <a:cubicBezTo>
                  <a:pt x="3465363" y="1070778"/>
                  <a:pt x="3468888" y="1062298"/>
                  <a:pt x="3475676" y="1055507"/>
                </a:cubicBezTo>
                <a:cubicBezTo>
                  <a:pt x="3482465" y="1048715"/>
                  <a:pt x="3490941" y="1045188"/>
                  <a:pt x="3501105" y="1044926"/>
                </a:cubicBezTo>
                <a:cubicBezTo>
                  <a:pt x="3507727" y="1045006"/>
                  <a:pt x="3513706" y="1046582"/>
                  <a:pt x="3519043" y="1049654"/>
                </a:cubicBezTo>
                <a:cubicBezTo>
                  <a:pt x="3524379" y="1052725"/>
                  <a:pt x="3528687" y="1056809"/>
                  <a:pt x="3531966" y="1061907"/>
                </a:cubicBezTo>
                <a:lnTo>
                  <a:pt x="3554597" y="1048785"/>
                </a:lnTo>
                <a:cubicBezTo>
                  <a:pt x="3548816" y="1040178"/>
                  <a:pt x="3541283" y="1033305"/>
                  <a:pt x="3531998" y="1028168"/>
                </a:cubicBezTo>
                <a:cubicBezTo>
                  <a:pt x="3522713" y="1023030"/>
                  <a:pt x="3512415" y="1020397"/>
                  <a:pt x="3501105" y="1020269"/>
                </a:cubicBezTo>
                <a:close/>
                <a:moveTo>
                  <a:pt x="3089487" y="1020269"/>
                </a:moveTo>
                <a:cubicBezTo>
                  <a:pt x="3077650" y="1020399"/>
                  <a:pt x="3067188" y="1023165"/>
                  <a:pt x="3058102" y="1028568"/>
                </a:cubicBezTo>
                <a:cubicBezTo>
                  <a:pt x="3049016" y="1033971"/>
                  <a:pt x="3041887" y="1041232"/>
                  <a:pt x="3036714" y="1050351"/>
                </a:cubicBezTo>
                <a:cubicBezTo>
                  <a:pt x="3031542" y="1059470"/>
                  <a:pt x="3028908" y="1069668"/>
                  <a:pt x="3028811" y="1080945"/>
                </a:cubicBezTo>
                <a:cubicBezTo>
                  <a:pt x="3029073" y="1098219"/>
                  <a:pt x="3035169" y="1112545"/>
                  <a:pt x="3047097" y="1123923"/>
                </a:cubicBezTo>
                <a:cubicBezTo>
                  <a:pt x="3059026" y="1135302"/>
                  <a:pt x="3075213" y="1141202"/>
                  <a:pt x="3095658" y="1141623"/>
                </a:cubicBezTo>
                <a:cubicBezTo>
                  <a:pt x="3107779" y="1141468"/>
                  <a:pt x="3118246" y="1138825"/>
                  <a:pt x="3127057" y="1133692"/>
                </a:cubicBezTo>
                <a:cubicBezTo>
                  <a:pt x="3135868" y="1128560"/>
                  <a:pt x="3142799" y="1121869"/>
                  <a:pt x="3147850" y="1113620"/>
                </a:cubicBezTo>
                <a:lnTo>
                  <a:pt x="3127282" y="1101003"/>
                </a:lnTo>
                <a:cubicBezTo>
                  <a:pt x="3125289" y="1104484"/>
                  <a:pt x="3121754" y="1107949"/>
                  <a:pt x="3116676" y="1111399"/>
                </a:cubicBezTo>
                <a:cubicBezTo>
                  <a:pt x="3111599" y="1114848"/>
                  <a:pt x="3104593" y="1116704"/>
                  <a:pt x="3095658" y="1116967"/>
                </a:cubicBezTo>
                <a:cubicBezTo>
                  <a:pt x="3084721" y="1116784"/>
                  <a:pt x="3076000" y="1114188"/>
                  <a:pt x="3069497" y="1109178"/>
                </a:cubicBezTo>
                <a:cubicBezTo>
                  <a:pt x="3062995" y="1104168"/>
                  <a:pt x="3058774" y="1097838"/>
                  <a:pt x="3056835" y="1090188"/>
                </a:cubicBezTo>
                <a:lnTo>
                  <a:pt x="3148621" y="1090188"/>
                </a:lnTo>
                <a:cubicBezTo>
                  <a:pt x="3150087" y="1075725"/>
                  <a:pt x="3148329" y="1063283"/>
                  <a:pt x="3143347" y="1052861"/>
                </a:cubicBezTo>
                <a:cubicBezTo>
                  <a:pt x="3138365" y="1042439"/>
                  <a:pt x="3131141" y="1034418"/>
                  <a:pt x="3121674" y="1028796"/>
                </a:cubicBezTo>
                <a:cubicBezTo>
                  <a:pt x="3112207" y="1023175"/>
                  <a:pt x="3101478" y="1020332"/>
                  <a:pt x="3089487" y="1020269"/>
                </a:cubicBezTo>
                <a:close/>
                <a:moveTo>
                  <a:pt x="2746588" y="1020269"/>
                </a:moveTo>
                <a:cubicBezTo>
                  <a:pt x="2734749" y="1020399"/>
                  <a:pt x="2724288" y="1023165"/>
                  <a:pt x="2715202" y="1028568"/>
                </a:cubicBezTo>
                <a:cubicBezTo>
                  <a:pt x="2706116" y="1033971"/>
                  <a:pt x="2698987" y="1041232"/>
                  <a:pt x="2693814" y="1050351"/>
                </a:cubicBezTo>
                <a:cubicBezTo>
                  <a:pt x="2688642" y="1059470"/>
                  <a:pt x="2686008" y="1069668"/>
                  <a:pt x="2685911" y="1080945"/>
                </a:cubicBezTo>
                <a:cubicBezTo>
                  <a:pt x="2686173" y="1098219"/>
                  <a:pt x="2692269" y="1112545"/>
                  <a:pt x="2704198" y="1123923"/>
                </a:cubicBezTo>
                <a:cubicBezTo>
                  <a:pt x="2716126" y="1135302"/>
                  <a:pt x="2732313" y="1141202"/>
                  <a:pt x="2752758" y="1141623"/>
                </a:cubicBezTo>
                <a:cubicBezTo>
                  <a:pt x="2764879" y="1141468"/>
                  <a:pt x="2775346" y="1138825"/>
                  <a:pt x="2784157" y="1133692"/>
                </a:cubicBezTo>
                <a:cubicBezTo>
                  <a:pt x="2792968" y="1128560"/>
                  <a:pt x="2799899" y="1121869"/>
                  <a:pt x="2804950" y="1113620"/>
                </a:cubicBezTo>
                <a:lnTo>
                  <a:pt x="2784382" y="1101003"/>
                </a:lnTo>
                <a:cubicBezTo>
                  <a:pt x="2782389" y="1104484"/>
                  <a:pt x="2778854" y="1107949"/>
                  <a:pt x="2773776" y="1111399"/>
                </a:cubicBezTo>
                <a:cubicBezTo>
                  <a:pt x="2768698" y="1114848"/>
                  <a:pt x="2761692" y="1116704"/>
                  <a:pt x="2752758" y="1116967"/>
                </a:cubicBezTo>
                <a:cubicBezTo>
                  <a:pt x="2741820" y="1116784"/>
                  <a:pt x="2733100" y="1114188"/>
                  <a:pt x="2726597" y="1109178"/>
                </a:cubicBezTo>
                <a:cubicBezTo>
                  <a:pt x="2720095" y="1104168"/>
                  <a:pt x="2715874" y="1097838"/>
                  <a:pt x="2713935" y="1090188"/>
                </a:cubicBezTo>
                <a:lnTo>
                  <a:pt x="2805721" y="1090188"/>
                </a:lnTo>
                <a:cubicBezTo>
                  <a:pt x="2807187" y="1075725"/>
                  <a:pt x="2805429" y="1063283"/>
                  <a:pt x="2800447" y="1052861"/>
                </a:cubicBezTo>
                <a:cubicBezTo>
                  <a:pt x="2795465" y="1042439"/>
                  <a:pt x="2788241" y="1034418"/>
                  <a:pt x="2778774" y="1028796"/>
                </a:cubicBezTo>
                <a:cubicBezTo>
                  <a:pt x="2769306" y="1023175"/>
                  <a:pt x="2758578" y="1020332"/>
                  <a:pt x="2746588" y="1020269"/>
                </a:cubicBezTo>
                <a:close/>
                <a:moveTo>
                  <a:pt x="2512846" y="1020269"/>
                </a:moveTo>
                <a:cubicBezTo>
                  <a:pt x="2502939" y="1020494"/>
                  <a:pt x="2493743" y="1022484"/>
                  <a:pt x="2485259" y="1026241"/>
                </a:cubicBezTo>
                <a:cubicBezTo>
                  <a:pt x="2476774" y="1029997"/>
                  <a:pt x="2469771" y="1034170"/>
                  <a:pt x="2464249" y="1038761"/>
                </a:cubicBezTo>
                <a:lnTo>
                  <a:pt x="2476064" y="1058574"/>
                </a:lnTo>
                <a:cubicBezTo>
                  <a:pt x="2478970" y="1056090"/>
                  <a:pt x="2483630" y="1053268"/>
                  <a:pt x="2490044" y="1050108"/>
                </a:cubicBezTo>
                <a:cubicBezTo>
                  <a:pt x="2496458" y="1046948"/>
                  <a:pt x="2503372" y="1045221"/>
                  <a:pt x="2510787" y="1044926"/>
                </a:cubicBezTo>
                <a:cubicBezTo>
                  <a:pt x="2520614" y="1044979"/>
                  <a:pt x="2527401" y="1047061"/>
                  <a:pt x="2531149" y="1051171"/>
                </a:cubicBezTo>
                <a:cubicBezTo>
                  <a:pt x="2534896" y="1055280"/>
                  <a:pt x="2536858" y="1061096"/>
                  <a:pt x="2537035" y="1068618"/>
                </a:cubicBezTo>
                <a:lnTo>
                  <a:pt x="2518507" y="1068618"/>
                </a:lnTo>
                <a:cubicBezTo>
                  <a:pt x="2510249" y="1068486"/>
                  <a:pt x="2501637" y="1069349"/>
                  <a:pt x="2492672" y="1071206"/>
                </a:cubicBezTo>
                <a:cubicBezTo>
                  <a:pt x="2483706" y="1073064"/>
                  <a:pt x="2476070" y="1076707"/>
                  <a:pt x="2469763" y="1082135"/>
                </a:cubicBezTo>
                <a:cubicBezTo>
                  <a:pt x="2463457" y="1087564"/>
                  <a:pt x="2460163" y="1095569"/>
                  <a:pt x="2459882" y="1106150"/>
                </a:cubicBezTo>
                <a:cubicBezTo>
                  <a:pt x="2460176" y="1116969"/>
                  <a:pt x="2464341" y="1125550"/>
                  <a:pt x="2472376" y="1131893"/>
                </a:cubicBezTo>
                <a:cubicBezTo>
                  <a:pt x="2480411" y="1138236"/>
                  <a:pt x="2490556" y="1141480"/>
                  <a:pt x="2502809" y="1141623"/>
                </a:cubicBezTo>
                <a:cubicBezTo>
                  <a:pt x="2510765" y="1141538"/>
                  <a:pt x="2517564" y="1140168"/>
                  <a:pt x="2523203" y="1137515"/>
                </a:cubicBezTo>
                <a:cubicBezTo>
                  <a:pt x="2528843" y="1134862"/>
                  <a:pt x="2533454" y="1131438"/>
                  <a:pt x="2537035" y="1127244"/>
                </a:cubicBezTo>
                <a:lnTo>
                  <a:pt x="2537035" y="1139566"/>
                </a:lnTo>
                <a:lnTo>
                  <a:pt x="2561692" y="1139566"/>
                </a:lnTo>
                <a:lnTo>
                  <a:pt x="2561692" y="1072213"/>
                </a:lnTo>
                <a:cubicBezTo>
                  <a:pt x="2561746" y="1055301"/>
                  <a:pt x="2557784" y="1042430"/>
                  <a:pt x="2549807" y="1033600"/>
                </a:cubicBezTo>
                <a:cubicBezTo>
                  <a:pt x="2541830" y="1024770"/>
                  <a:pt x="2529509" y="1020327"/>
                  <a:pt x="2512846" y="1020269"/>
                </a:cubicBezTo>
                <a:close/>
                <a:moveTo>
                  <a:pt x="2074696" y="1020269"/>
                </a:moveTo>
                <a:cubicBezTo>
                  <a:pt x="2064789" y="1020494"/>
                  <a:pt x="2055593" y="1022484"/>
                  <a:pt x="2047109" y="1026241"/>
                </a:cubicBezTo>
                <a:cubicBezTo>
                  <a:pt x="2038624" y="1029997"/>
                  <a:pt x="2031621" y="1034170"/>
                  <a:pt x="2026099" y="1038761"/>
                </a:cubicBezTo>
                <a:lnTo>
                  <a:pt x="2037914" y="1058574"/>
                </a:lnTo>
                <a:cubicBezTo>
                  <a:pt x="2040820" y="1056090"/>
                  <a:pt x="2045480" y="1053268"/>
                  <a:pt x="2051894" y="1050108"/>
                </a:cubicBezTo>
                <a:cubicBezTo>
                  <a:pt x="2058308" y="1046948"/>
                  <a:pt x="2065223" y="1045221"/>
                  <a:pt x="2072637" y="1044926"/>
                </a:cubicBezTo>
                <a:cubicBezTo>
                  <a:pt x="2082464" y="1044979"/>
                  <a:pt x="2089251" y="1047061"/>
                  <a:pt x="2092998" y="1051171"/>
                </a:cubicBezTo>
                <a:cubicBezTo>
                  <a:pt x="2096746" y="1055280"/>
                  <a:pt x="2098708" y="1061096"/>
                  <a:pt x="2098885" y="1068618"/>
                </a:cubicBezTo>
                <a:lnTo>
                  <a:pt x="2080357" y="1068618"/>
                </a:lnTo>
                <a:cubicBezTo>
                  <a:pt x="2072099" y="1068486"/>
                  <a:pt x="2063487" y="1069349"/>
                  <a:pt x="2054521" y="1071206"/>
                </a:cubicBezTo>
                <a:cubicBezTo>
                  <a:pt x="2045556" y="1073064"/>
                  <a:pt x="2037920" y="1076707"/>
                  <a:pt x="2031613" y="1082135"/>
                </a:cubicBezTo>
                <a:cubicBezTo>
                  <a:pt x="2025307" y="1087564"/>
                  <a:pt x="2022013" y="1095569"/>
                  <a:pt x="2021733" y="1106150"/>
                </a:cubicBezTo>
                <a:cubicBezTo>
                  <a:pt x="2022026" y="1116969"/>
                  <a:pt x="2026191" y="1125550"/>
                  <a:pt x="2034226" y="1131893"/>
                </a:cubicBezTo>
                <a:cubicBezTo>
                  <a:pt x="2042261" y="1138236"/>
                  <a:pt x="2052406" y="1141480"/>
                  <a:pt x="2064660" y="1141623"/>
                </a:cubicBezTo>
                <a:cubicBezTo>
                  <a:pt x="2072615" y="1141538"/>
                  <a:pt x="2079413" y="1140168"/>
                  <a:pt x="2085053" y="1137515"/>
                </a:cubicBezTo>
                <a:cubicBezTo>
                  <a:pt x="2090693" y="1134862"/>
                  <a:pt x="2095304" y="1131438"/>
                  <a:pt x="2098885" y="1127244"/>
                </a:cubicBezTo>
                <a:lnTo>
                  <a:pt x="2098885" y="1139566"/>
                </a:lnTo>
                <a:lnTo>
                  <a:pt x="2123542" y="1139566"/>
                </a:lnTo>
                <a:lnTo>
                  <a:pt x="2123542" y="1072213"/>
                </a:lnTo>
                <a:cubicBezTo>
                  <a:pt x="2123596" y="1055301"/>
                  <a:pt x="2119635" y="1042430"/>
                  <a:pt x="2111657" y="1033600"/>
                </a:cubicBezTo>
                <a:cubicBezTo>
                  <a:pt x="2103679" y="1024770"/>
                  <a:pt x="2091359" y="1020327"/>
                  <a:pt x="2074696" y="1020269"/>
                </a:cubicBezTo>
                <a:close/>
                <a:moveTo>
                  <a:pt x="6288399" y="987865"/>
                </a:moveTo>
                <a:lnTo>
                  <a:pt x="6288399" y="1022326"/>
                </a:lnTo>
                <a:lnTo>
                  <a:pt x="6262167" y="1022326"/>
                </a:lnTo>
                <a:lnTo>
                  <a:pt x="6262167" y="1046983"/>
                </a:lnTo>
                <a:lnTo>
                  <a:pt x="6288399" y="1046983"/>
                </a:lnTo>
                <a:lnTo>
                  <a:pt x="6288399" y="1098442"/>
                </a:lnTo>
                <a:cubicBezTo>
                  <a:pt x="6288217" y="1111788"/>
                  <a:pt x="6291278" y="1122164"/>
                  <a:pt x="6297583" y="1129571"/>
                </a:cubicBezTo>
                <a:cubicBezTo>
                  <a:pt x="6303889" y="1136979"/>
                  <a:pt x="6314533" y="1140739"/>
                  <a:pt x="6329515" y="1140852"/>
                </a:cubicBezTo>
                <a:cubicBezTo>
                  <a:pt x="6331160" y="1140847"/>
                  <a:pt x="6333078" y="1140793"/>
                  <a:pt x="6335269" y="1140691"/>
                </a:cubicBezTo>
                <a:cubicBezTo>
                  <a:pt x="6337461" y="1140589"/>
                  <a:pt x="6339314" y="1140472"/>
                  <a:pt x="6340830" y="1140338"/>
                </a:cubicBezTo>
                <a:lnTo>
                  <a:pt x="6340830" y="1116710"/>
                </a:lnTo>
                <a:cubicBezTo>
                  <a:pt x="6330672" y="1117844"/>
                  <a:pt x="6323471" y="1116857"/>
                  <a:pt x="6319228" y="1113749"/>
                </a:cubicBezTo>
                <a:cubicBezTo>
                  <a:pt x="6314984" y="1110641"/>
                  <a:pt x="6312927" y="1105539"/>
                  <a:pt x="6313056" y="1098442"/>
                </a:cubicBezTo>
                <a:lnTo>
                  <a:pt x="6313056" y="1046983"/>
                </a:lnTo>
                <a:lnTo>
                  <a:pt x="6344688" y="1046983"/>
                </a:lnTo>
                <a:lnTo>
                  <a:pt x="6344688" y="1022326"/>
                </a:lnTo>
                <a:lnTo>
                  <a:pt x="6313056" y="1022326"/>
                </a:lnTo>
                <a:lnTo>
                  <a:pt x="6313056" y="987865"/>
                </a:lnTo>
                <a:close/>
                <a:moveTo>
                  <a:pt x="2383149" y="987865"/>
                </a:moveTo>
                <a:lnTo>
                  <a:pt x="2383149" y="1022326"/>
                </a:lnTo>
                <a:lnTo>
                  <a:pt x="2356917" y="1022326"/>
                </a:lnTo>
                <a:lnTo>
                  <a:pt x="2356917" y="1046983"/>
                </a:lnTo>
                <a:lnTo>
                  <a:pt x="2383149" y="1046983"/>
                </a:lnTo>
                <a:lnTo>
                  <a:pt x="2383149" y="1098442"/>
                </a:lnTo>
                <a:cubicBezTo>
                  <a:pt x="2382967" y="1111788"/>
                  <a:pt x="2386028" y="1122164"/>
                  <a:pt x="2392334" y="1129571"/>
                </a:cubicBezTo>
                <a:cubicBezTo>
                  <a:pt x="2398639" y="1136979"/>
                  <a:pt x="2409283" y="1140739"/>
                  <a:pt x="2424265" y="1140852"/>
                </a:cubicBezTo>
                <a:cubicBezTo>
                  <a:pt x="2425910" y="1140847"/>
                  <a:pt x="2427828" y="1140793"/>
                  <a:pt x="2430019" y="1140691"/>
                </a:cubicBezTo>
                <a:cubicBezTo>
                  <a:pt x="2432210" y="1140589"/>
                  <a:pt x="2434065" y="1140472"/>
                  <a:pt x="2435581" y="1140338"/>
                </a:cubicBezTo>
                <a:lnTo>
                  <a:pt x="2435581" y="1116710"/>
                </a:lnTo>
                <a:cubicBezTo>
                  <a:pt x="2425422" y="1117844"/>
                  <a:pt x="2418221" y="1116857"/>
                  <a:pt x="2413978" y="1113749"/>
                </a:cubicBezTo>
                <a:cubicBezTo>
                  <a:pt x="2409735" y="1110641"/>
                  <a:pt x="2407677" y="1105539"/>
                  <a:pt x="2407806" y="1098442"/>
                </a:cubicBezTo>
                <a:lnTo>
                  <a:pt x="2407806" y="1046983"/>
                </a:lnTo>
                <a:lnTo>
                  <a:pt x="2439438" y="1046983"/>
                </a:lnTo>
                <a:lnTo>
                  <a:pt x="2439438" y="1022326"/>
                </a:lnTo>
                <a:lnTo>
                  <a:pt x="2407806" y="1022326"/>
                </a:lnTo>
                <a:lnTo>
                  <a:pt x="2407806" y="987865"/>
                </a:lnTo>
                <a:close/>
                <a:moveTo>
                  <a:pt x="6835422" y="974749"/>
                </a:moveTo>
                <a:cubicBezTo>
                  <a:pt x="6831205" y="974845"/>
                  <a:pt x="6827694" y="976258"/>
                  <a:pt x="6824889" y="978988"/>
                </a:cubicBezTo>
                <a:cubicBezTo>
                  <a:pt x="6822085" y="981717"/>
                  <a:pt x="6820630" y="985185"/>
                  <a:pt x="6820523" y="989392"/>
                </a:cubicBezTo>
                <a:cubicBezTo>
                  <a:pt x="6820630" y="993609"/>
                  <a:pt x="6822085" y="997120"/>
                  <a:pt x="6824889" y="999925"/>
                </a:cubicBezTo>
                <a:cubicBezTo>
                  <a:pt x="6827694" y="1002729"/>
                  <a:pt x="6831205" y="1004185"/>
                  <a:pt x="6835422" y="1004292"/>
                </a:cubicBezTo>
                <a:cubicBezTo>
                  <a:pt x="6839517" y="1004185"/>
                  <a:pt x="6842952" y="1002729"/>
                  <a:pt x="6845730" y="999925"/>
                </a:cubicBezTo>
                <a:cubicBezTo>
                  <a:pt x="6848508" y="997120"/>
                  <a:pt x="6849953" y="993609"/>
                  <a:pt x="6850066" y="989392"/>
                </a:cubicBezTo>
                <a:cubicBezTo>
                  <a:pt x="6849953" y="985185"/>
                  <a:pt x="6848508" y="981717"/>
                  <a:pt x="6845730" y="978988"/>
                </a:cubicBezTo>
                <a:cubicBezTo>
                  <a:pt x="6842952" y="976258"/>
                  <a:pt x="6839517" y="974845"/>
                  <a:pt x="6835422" y="974749"/>
                </a:cubicBezTo>
                <a:close/>
                <a:moveTo>
                  <a:pt x="6225823" y="974749"/>
                </a:moveTo>
                <a:cubicBezTo>
                  <a:pt x="6221605" y="974845"/>
                  <a:pt x="6218094" y="976258"/>
                  <a:pt x="6215290" y="978988"/>
                </a:cubicBezTo>
                <a:cubicBezTo>
                  <a:pt x="6212486" y="981717"/>
                  <a:pt x="6211030" y="985185"/>
                  <a:pt x="6210922" y="989392"/>
                </a:cubicBezTo>
                <a:cubicBezTo>
                  <a:pt x="6211030" y="993609"/>
                  <a:pt x="6212485" y="997120"/>
                  <a:pt x="6215290" y="999925"/>
                </a:cubicBezTo>
                <a:cubicBezTo>
                  <a:pt x="6218094" y="1002729"/>
                  <a:pt x="6221605" y="1004185"/>
                  <a:pt x="6225823" y="1004292"/>
                </a:cubicBezTo>
                <a:cubicBezTo>
                  <a:pt x="6229917" y="1004185"/>
                  <a:pt x="6233353" y="1002729"/>
                  <a:pt x="6236131" y="999925"/>
                </a:cubicBezTo>
                <a:cubicBezTo>
                  <a:pt x="6238908" y="997120"/>
                  <a:pt x="6240353" y="993609"/>
                  <a:pt x="6240466" y="989392"/>
                </a:cubicBezTo>
                <a:cubicBezTo>
                  <a:pt x="6240353" y="985185"/>
                  <a:pt x="6238908" y="981717"/>
                  <a:pt x="6236131" y="978988"/>
                </a:cubicBezTo>
                <a:cubicBezTo>
                  <a:pt x="6233353" y="976258"/>
                  <a:pt x="6229917" y="974845"/>
                  <a:pt x="6225823" y="974749"/>
                </a:cubicBezTo>
                <a:close/>
                <a:moveTo>
                  <a:pt x="4273198" y="974749"/>
                </a:moveTo>
                <a:cubicBezTo>
                  <a:pt x="4268981" y="974845"/>
                  <a:pt x="4265469" y="976258"/>
                  <a:pt x="4262665" y="978988"/>
                </a:cubicBezTo>
                <a:cubicBezTo>
                  <a:pt x="4259860" y="981717"/>
                  <a:pt x="4258405" y="985185"/>
                  <a:pt x="4258298" y="989392"/>
                </a:cubicBezTo>
                <a:cubicBezTo>
                  <a:pt x="4258405" y="993609"/>
                  <a:pt x="4259860" y="997120"/>
                  <a:pt x="4262665" y="999925"/>
                </a:cubicBezTo>
                <a:cubicBezTo>
                  <a:pt x="4265469" y="1002729"/>
                  <a:pt x="4268981" y="1004185"/>
                  <a:pt x="4273198" y="1004292"/>
                </a:cubicBezTo>
                <a:cubicBezTo>
                  <a:pt x="4277292" y="1004185"/>
                  <a:pt x="4280728" y="1002729"/>
                  <a:pt x="4283505" y="999925"/>
                </a:cubicBezTo>
                <a:cubicBezTo>
                  <a:pt x="4286283" y="997120"/>
                  <a:pt x="4287728" y="993609"/>
                  <a:pt x="4287841" y="989392"/>
                </a:cubicBezTo>
                <a:cubicBezTo>
                  <a:pt x="4287728" y="985185"/>
                  <a:pt x="4286283" y="981717"/>
                  <a:pt x="4283505" y="978988"/>
                </a:cubicBezTo>
                <a:cubicBezTo>
                  <a:pt x="4280728" y="976258"/>
                  <a:pt x="4277292" y="974845"/>
                  <a:pt x="4273198" y="974749"/>
                </a:cubicBezTo>
                <a:close/>
                <a:moveTo>
                  <a:pt x="3863623" y="974749"/>
                </a:moveTo>
                <a:cubicBezTo>
                  <a:pt x="3859406" y="974845"/>
                  <a:pt x="3855894" y="976258"/>
                  <a:pt x="3853090" y="978988"/>
                </a:cubicBezTo>
                <a:cubicBezTo>
                  <a:pt x="3850286" y="981717"/>
                  <a:pt x="3848830" y="985185"/>
                  <a:pt x="3848722" y="989392"/>
                </a:cubicBezTo>
                <a:cubicBezTo>
                  <a:pt x="3848830" y="993609"/>
                  <a:pt x="3850286" y="997120"/>
                  <a:pt x="3853090" y="999925"/>
                </a:cubicBezTo>
                <a:cubicBezTo>
                  <a:pt x="3855894" y="1002729"/>
                  <a:pt x="3859406" y="1004185"/>
                  <a:pt x="3863623" y="1004292"/>
                </a:cubicBezTo>
                <a:cubicBezTo>
                  <a:pt x="3867717" y="1004185"/>
                  <a:pt x="3871153" y="1002729"/>
                  <a:pt x="3873931" y="999925"/>
                </a:cubicBezTo>
                <a:cubicBezTo>
                  <a:pt x="3876708" y="997120"/>
                  <a:pt x="3878153" y="993609"/>
                  <a:pt x="3878265" y="989392"/>
                </a:cubicBezTo>
                <a:cubicBezTo>
                  <a:pt x="3878153" y="985185"/>
                  <a:pt x="3876708" y="981717"/>
                  <a:pt x="3873931" y="978988"/>
                </a:cubicBezTo>
                <a:cubicBezTo>
                  <a:pt x="3871153" y="976258"/>
                  <a:pt x="3867717" y="974845"/>
                  <a:pt x="3863623" y="974749"/>
                </a:cubicBezTo>
                <a:close/>
                <a:moveTo>
                  <a:pt x="3396898" y="974749"/>
                </a:moveTo>
                <a:cubicBezTo>
                  <a:pt x="3392681" y="974845"/>
                  <a:pt x="3389170" y="976258"/>
                  <a:pt x="3386365" y="978988"/>
                </a:cubicBezTo>
                <a:cubicBezTo>
                  <a:pt x="3383561" y="981717"/>
                  <a:pt x="3382105" y="985185"/>
                  <a:pt x="3381998" y="989392"/>
                </a:cubicBezTo>
                <a:cubicBezTo>
                  <a:pt x="3382105" y="993609"/>
                  <a:pt x="3383561" y="997120"/>
                  <a:pt x="3386365" y="999925"/>
                </a:cubicBezTo>
                <a:cubicBezTo>
                  <a:pt x="3389170" y="1002729"/>
                  <a:pt x="3392681" y="1004185"/>
                  <a:pt x="3396898" y="1004292"/>
                </a:cubicBezTo>
                <a:cubicBezTo>
                  <a:pt x="3400992" y="1004185"/>
                  <a:pt x="3404428" y="1002729"/>
                  <a:pt x="3407206" y="999925"/>
                </a:cubicBezTo>
                <a:cubicBezTo>
                  <a:pt x="3409983" y="997120"/>
                  <a:pt x="3411429" y="993609"/>
                  <a:pt x="3411541" y="989392"/>
                </a:cubicBezTo>
                <a:cubicBezTo>
                  <a:pt x="3411429" y="985185"/>
                  <a:pt x="3409983" y="981717"/>
                  <a:pt x="3407206" y="978988"/>
                </a:cubicBezTo>
                <a:cubicBezTo>
                  <a:pt x="3404428" y="976258"/>
                  <a:pt x="3400992" y="974845"/>
                  <a:pt x="3396898" y="974749"/>
                </a:cubicBezTo>
                <a:close/>
                <a:moveTo>
                  <a:pt x="2990141" y="959576"/>
                </a:moveTo>
                <a:lnTo>
                  <a:pt x="2960326" y="1024384"/>
                </a:lnTo>
                <a:lnTo>
                  <a:pt x="2981145" y="1024384"/>
                </a:lnTo>
                <a:lnTo>
                  <a:pt x="3016358" y="959576"/>
                </a:lnTo>
                <a:close/>
                <a:moveTo>
                  <a:pt x="3327751" y="953516"/>
                </a:moveTo>
                <a:cubicBezTo>
                  <a:pt x="3322105" y="953984"/>
                  <a:pt x="3317191" y="955223"/>
                  <a:pt x="3313010" y="957235"/>
                </a:cubicBezTo>
                <a:cubicBezTo>
                  <a:pt x="3304647" y="961259"/>
                  <a:pt x="3298670" y="967413"/>
                  <a:pt x="3295077" y="975695"/>
                </a:cubicBezTo>
                <a:cubicBezTo>
                  <a:pt x="3291485" y="983978"/>
                  <a:pt x="3289734" y="993431"/>
                  <a:pt x="3289824" y="1004054"/>
                </a:cubicBezTo>
                <a:lnTo>
                  <a:pt x="3289824" y="1022326"/>
                </a:lnTo>
                <a:lnTo>
                  <a:pt x="3264364" y="1022326"/>
                </a:lnTo>
                <a:lnTo>
                  <a:pt x="3264364" y="1046983"/>
                </a:lnTo>
                <a:lnTo>
                  <a:pt x="3289824" y="1046983"/>
                </a:lnTo>
                <a:lnTo>
                  <a:pt x="3289824" y="1139566"/>
                </a:lnTo>
                <a:lnTo>
                  <a:pt x="3314481" y="1139566"/>
                </a:lnTo>
                <a:lnTo>
                  <a:pt x="3314481" y="1046983"/>
                </a:lnTo>
                <a:lnTo>
                  <a:pt x="3349200" y="1046983"/>
                </a:lnTo>
                <a:lnTo>
                  <a:pt x="3349200" y="1022326"/>
                </a:lnTo>
                <a:lnTo>
                  <a:pt x="3314481" y="1022326"/>
                </a:lnTo>
                <a:lnTo>
                  <a:pt x="3314481" y="1004054"/>
                </a:lnTo>
                <a:cubicBezTo>
                  <a:pt x="3314256" y="994125"/>
                  <a:pt x="3316506" y="986769"/>
                  <a:pt x="3321232" y="981988"/>
                </a:cubicBezTo>
                <a:cubicBezTo>
                  <a:pt x="3325958" y="977207"/>
                  <a:pt x="3334509" y="975898"/>
                  <a:pt x="3346885" y="978061"/>
                </a:cubicBezTo>
                <a:lnTo>
                  <a:pt x="3346885" y="954431"/>
                </a:lnTo>
                <a:cubicBezTo>
                  <a:pt x="3339775" y="953354"/>
                  <a:pt x="3333397" y="953049"/>
                  <a:pt x="3327751" y="953516"/>
                </a:cubicBezTo>
                <a:close/>
                <a:moveTo>
                  <a:pt x="3222976" y="953516"/>
                </a:moveTo>
                <a:cubicBezTo>
                  <a:pt x="3217330" y="953984"/>
                  <a:pt x="3212416" y="955223"/>
                  <a:pt x="3208235" y="957235"/>
                </a:cubicBezTo>
                <a:cubicBezTo>
                  <a:pt x="3199872" y="961259"/>
                  <a:pt x="3193894" y="967413"/>
                  <a:pt x="3190302" y="975695"/>
                </a:cubicBezTo>
                <a:cubicBezTo>
                  <a:pt x="3186710" y="983978"/>
                  <a:pt x="3184959" y="993431"/>
                  <a:pt x="3185049" y="1004054"/>
                </a:cubicBezTo>
                <a:lnTo>
                  <a:pt x="3185049" y="1022326"/>
                </a:lnTo>
                <a:lnTo>
                  <a:pt x="3159589" y="1022326"/>
                </a:lnTo>
                <a:lnTo>
                  <a:pt x="3159589" y="1046983"/>
                </a:lnTo>
                <a:lnTo>
                  <a:pt x="3185049" y="1046983"/>
                </a:lnTo>
                <a:lnTo>
                  <a:pt x="3185049" y="1139566"/>
                </a:lnTo>
                <a:lnTo>
                  <a:pt x="3209706" y="1139566"/>
                </a:lnTo>
                <a:lnTo>
                  <a:pt x="3209706" y="1046983"/>
                </a:lnTo>
                <a:lnTo>
                  <a:pt x="3244425" y="1046983"/>
                </a:lnTo>
                <a:lnTo>
                  <a:pt x="3244425" y="1022326"/>
                </a:lnTo>
                <a:lnTo>
                  <a:pt x="3209706" y="1022326"/>
                </a:lnTo>
                <a:lnTo>
                  <a:pt x="3209706" y="1004054"/>
                </a:lnTo>
                <a:cubicBezTo>
                  <a:pt x="3209481" y="994125"/>
                  <a:pt x="3211731" y="986769"/>
                  <a:pt x="3216457" y="981988"/>
                </a:cubicBezTo>
                <a:cubicBezTo>
                  <a:pt x="3221183" y="977207"/>
                  <a:pt x="3229734" y="975898"/>
                  <a:pt x="3242110" y="978061"/>
                </a:cubicBezTo>
                <a:lnTo>
                  <a:pt x="3242110" y="954431"/>
                </a:lnTo>
                <a:cubicBezTo>
                  <a:pt x="3235000" y="953354"/>
                  <a:pt x="3228622" y="953049"/>
                  <a:pt x="3222976" y="953516"/>
                </a:cubicBezTo>
                <a:close/>
                <a:moveTo>
                  <a:pt x="4194623" y="928715"/>
                </a:moveTo>
                <a:lnTo>
                  <a:pt x="4194623" y="1039532"/>
                </a:lnTo>
                <a:cubicBezTo>
                  <a:pt x="4189686" y="1033785"/>
                  <a:pt x="4183801" y="1029162"/>
                  <a:pt x="4176966" y="1025663"/>
                </a:cubicBezTo>
                <a:cubicBezTo>
                  <a:pt x="4170132" y="1022163"/>
                  <a:pt x="4162639" y="1020365"/>
                  <a:pt x="4154486" y="1020269"/>
                </a:cubicBezTo>
                <a:cubicBezTo>
                  <a:pt x="4143149" y="1020399"/>
                  <a:pt x="4133068" y="1023165"/>
                  <a:pt x="4124243" y="1028566"/>
                </a:cubicBezTo>
                <a:cubicBezTo>
                  <a:pt x="4115418" y="1033968"/>
                  <a:pt x="4108465" y="1041228"/>
                  <a:pt x="4103385" y="1050344"/>
                </a:cubicBezTo>
                <a:cubicBezTo>
                  <a:pt x="4098305" y="1059461"/>
                  <a:pt x="4095713" y="1069656"/>
                  <a:pt x="4095611" y="1080930"/>
                </a:cubicBezTo>
                <a:cubicBezTo>
                  <a:pt x="4095957" y="1098212"/>
                  <a:pt x="4101557" y="1112543"/>
                  <a:pt x="4112410" y="1123922"/>
                </a:cubicBezTo>
                <a:cubicBezTo>
                  <a:pt x="4123263" y="1135302"/>
                  <a:pt x="4137288" y="1141202"/>
                  <a:pt x="4154486" y="1141623"/>
                </a:cubicBezTo>
                <a:cubicBezTo>
                  <a:pt x="4162639" y="1141538"/>
                  <a:pt x="4170132" y="1139783"/>
                  <a:pt x="4176966" y="1136358"/>
                </a:cubicBezTo>
                <a:cubicBezTo>
                  <a:pt x="4183801" y="1132934"/>
                  <a:pt x="4189686" y="1128353"/>
                  <a:pt x="4194623" y="1122617"/>
                </a:cubicBezTo>
                <a:lnTo>
                  <a:pt x="4194623" y="1139566"/>
                </a:lnTo>
                <a:lnTo>
                  <a:pt x="4219280" y="1139566"/>
                </a:lnTo>
                <a:lnTo>
                  <a:pt x="4219280" y="928715"/>
                </a:lnTo>
                <a:close/>
                <a:moveTo>
                  <a:pt x="5763248" y="928683"/>
                </a:moveTo>
                <a:lnTo>
                  <a:pt x="5763248" y="1139566"/>
                </a:lnTo>
                <a:lnTo>
                  <a:pt x="5787904" y="1139566"/>
                </a:lnTo>
                <a:lnTo>
                  <a:pt x="5787904" y="928683"/>
                </a:lnTo>
                <a:close/>
                <a:moveTo>
                  <a:pt x="2905748" y="928683"/>
                </a:moveTo>
                <a:lnTo>
                  <a:pt x="2905748" y="1139566"/>
                </a:lnTo>
                <a:lnTo>
                  <a:pt x="2930404" y="1139566"/>
                </a:lnTo>
                <a:lnTo>
                  <a:pt x="2930404" y="928683"/>
                </a:lnTo>
                <a:close/>
                <a:moveTo>
                  <a:pt x="2162798" y="928683"/>
                </a:moveTo>
                <a:lnTo>
                  <a:pt x="2162798" y="1139566"/>
                </a:lnTo>
                <a:lnTo>
                  <a:pt x="2187455" y="1139566"/>
                </a:lnTo>
                <a:lnTo>
                  <a:pt x="2187455" y="928683"/>
                </a:lnTo>
                <a:close/>
                <a:moveTo>
                  <a:pt x="5659698" y="784103"/>
                </a:moveTo>
                <a:lnTo>
                  <a:pt x="5680285" y="784103"/>
                </a:lnTo>
                <a:lnTo>
                  <a:pt x="5680285" y="795172"/>
                </a:lnTo>
                <a:cubicBezTo>
                  <a:pt x="5679271" y="799994"/>
                  <a:pt x="5676280" y="804638"/>
                  <a:pt x="5671310" y="809106"/>
                </a:cubicBezTo>
                <a:cubicBezTo>
                  <a:pt x="5666340" y="813573"/>
                  <a:pt x="5659296" y="815965"/>
                  <a:pt x="5650177" y="816282"/>
                </a:cubicBezTo>
                <a:cubicBezTo>
                  <a:pt x="5644076" y="816239"/>
                  <a:pt x="5638907" y="814909"/>
                  <a:pt x="5634673" y="812291"/>
                </a:cubicBezTo>
                <a:cubicBezTo>
                  <a:pt x="5630437" y="809674"/>
                  <a:pt x="5628228" y="806027"/>
                  <a:pt x="5628046" y="801350"/>
                </a:cubicBezTo>
                <a:cubicBezTo>
                  <a:pt x="5628046" y="795564"/>
                  <a:pt x="5630684" y="791241"/>
                  <a:pt x="5635959" y="788382"/>
                </a:cubicBezTo>
                <a:cubicBezTo>
                  <a:pt x="5641234" y="785524"/>
                  <a:pt x="5649147" y="784097"/>
                  <a:pt x="5659698" y="784103"/>
                </a:cubicBezTo>
                <a:close/>
                <a:moveTo>
                  <a:pt x="6911328" y="740126"/>
                </a:moveTo>
                <a:cubicBezTo>
                  <a:pt x="6921496" y="740388"/>
                  <a:pt x="6929975" y="743915"/>
                  <a:pt x="6936767" y="750707"/>
                </a:cubicBezTo>
                <a:cubicBezTo>
                  <a:pt x="6943558" y="757498"/>
                  <a:pt x="6947085" y="765978"/>
                  <a:pt x="6947348" y="776146"/>
                </a:cubicBezTo>
                <a:cubicBezTo>
                  <a:pt x="6947085" y="786427"/>
                  <a:pt x="6943558" y="794939"/>
                  <a:pt x="6936767" y="801682"/>
                </a:cubicBezTo>
                <a:cubicBezTo>
                  <a:pt x="6929975" y="808425"/>
                  <a:pt x="6921496" y="811920"/>
                  <a:pt x="6911328" y="812167"/>
                </a:cubicBezTo>
                <a:cubicBezTo>
                  <a:pt x="6901036" y="811920"/>
                  <a:pt x="6892481" y="808425"/>
                  <a:pt x="6885662" y="801682"/>
                </a:cubicBezTo>
                <a:cubicBezTo>
                  <a:pt x="6878845" y="794939"/>
                  <a:pt x="6875307" y="786427"/>
                  <a:pt x="6875050" y="776146"/>
                </a:cubicBezTo>
                <a:cubicBezTo>
                  <a:pt x="6875307" y="765978"/>
                  <a:pt x="6878845" y="757498"/>
                  <a:pt x="6885662" y="750707"/>
                </a:cubicBezTo>
                <a:cubicBezTo>
                  <a:pt x="6892481" y="743915"/>
                  <a:pt x="6901036" y="740388"/>
                  <a:pt x="6911328" y="740126"/>
                </a:cubicBezTo>
                <a:close/>
                <a:moveTo>
                  <a:pt x="6673202" y="740126"/>
                </a:moveTo>
                <a:cubicBezTo>
                  <a:pt x="6683371" y="740388"/>
                  <a:pt x="6691850" y="743915"/>
                  <a:pt x="6698642" y="750707"/>
                </a:cubicBezTo>
                <a:cubicBezTo>
                  <a:pt x="6705433" y="757498"/>
                  <a:pt x="6708960" y="765978"/>
                  <a:pt x="6709223" y="776146"/>
                </a:cubicBezTo>
                <a:cubicBezTo>
                  <a:pt x="6708960" y="786427"/>
                  <a:pt x="6705433" y="794939"/>
                  <a:pt x="6698642" y="801682"/>
                </a:cubicBezTo>
                <a:cubicBezTo>
                  <a:pt x="6691850" y="808425"/>
                  <a:pt x="6683371" y="811920"/>
                  <a:pt x="6673202" y="812167"/>
                </a:cubicBezTo>
                <a:cubicBezTo>
                  <a:pt x="6662911" y="811920"/>
                  <a:pt x="6654356" y="808425"/>
                  <a:pt x="6647538" y="801682"/>
                </a:cubicBezTo>
                <a:cubicBezTo>
                  <a:pt x="6640720" y="794939"/>
                  <a:pt x="6637182" y="786427"/>
                  <a:pt x="6636925" y="776146"/>
                </a:cubicBezTo>
                <a:cubicBezTo>
                  <a:pt x="6637182" y="765978"/>
                  <a:pt x="6640720" y="757498"/>
                  <a:pt x="6647538" y="750707"/>
                </a:cubicBezTo>
                <a:cubicBezTo>
                  <a:pt x="6654356" y="743915"/>
                  <a:pt x="6662911" y="740388"/>
                  <a:pt x="6673202" y="740126"/>
                </a:cubicBezTo>
                <a:close/>
                <a:moveTo>
                  <a:pt x="6120753" y="740126"/>
                </a:moveTo>
                <a:cubicBezTo>
                  <a:pt x="6130921" y="740388"/>
                  <a:pt x="6139400" y="743915"/>
                  <a:pt x="6146192" y="750707"/>
                </a:cubicBezTo>
                <a:cubicBezTo>
                  <a:pt x="6152983" y="757498"/>
                  <a:pt x="6156510" y="765978"/>
                  <a:pt x="6156773" y="776146"/>
                </a:cubicBezTo>
                <a:cubicBezTo>
                  <a:pt x="6156510" y="786427"/>
                  <a:pt x="6152983" y="794939"/>
                  <a:pt x="6146192" y="801682"/>
                </a:cubicBezTo>
                <a:cubicBezTo>
                  <a:pt x="6139400" y="808425"/>
                  <a:pt x="6130921" y="811920"/>
                  <a:pt x="6120753" y="812167"/>
                </a:cubicBezTo>
                <a:cubicBezTo>
                  <a:pt x="6110461" y="811920"/>
                  <a:pt x="6101906" y="808425"/>
                  <a:pt x="6095088" y="801682"/>
                </a:cubicBezTo>
                <a:cubicBezTo>
                  <a:pt x="6088270" y="794939"/>
                  <a:pt x="6084732" y="786427"/>
                  <a:pt x="6084475" y="776146"/>
                </a:cubicBezTo>
                <a:cubicBezTo>
                  <a:pt x="6084732" y="765978"/>
                  <a:pt x="6088270" y="757498"/>
                  <a:pt x="6095088" y="750707"/>
                </a:cubicBezTo>
                <a:cubicBezTo>
                  <a:pt x="6101906" y="743915"/>
                  <a:pt x="6110461" y="740388"/>
                  <a:pt x="6120753" y="740126"/>
                </a:cubicBezTo>
                <a:close/>
                <a:moveTo>
                  <a:pt x="5892152" y="740126"/>
                </a:moveTo>
                <a:cubicBezTo>
                  <a:pt x="5902320" y="740388"/>
                  <a:pt x="5910800" y="743915"/>
                  <a:pt x="5917592" y="750707"/>
                </a:cubicBezTo>
                <a:cubicBezTo>
                  <a:pt x="5924383" y="757498"/>
                  <a:pt x="5927910" y="765978"/>
                  <a:pt x="5928173" y="776146"/>
                </a:cubicBezTo>
                <a:cubicBezTo>
                  <a:pt x="5927910" y="786427"/>
                  <a:pt x="5924383" y="794939"/>
                  <a:pt x="5917592" y="801682"/>
                </a:cubicBezTo>
                <a:cubicBezTo>
                  <a:pt x="5910800" y="808425"/>
                  <a:pt x="5902320" y="811920"/>
                  <a:pt x="5892152" y="812167"/>
                </a:cubicBezTo>
                <a:cubicBezTo>
                  <a:pt x="5881861" y="811920"/>
                  <a:pt x="5873306" y="808425"/>
                  <a:pt x="5866488" y="801682"/>
                </a:cubicBezTo>
                <a:cubicBezTo>
                  <a:pt x="5859670" y="794939"/>
                  <a:pt x="5856132" y="786427"/>
                  <a:pt x="5855875" y="776146"/>
                </a:cubicBezTo>
                <a:cubicBezTo>
                  <a:pt x="5856132" y="765978"/>
                  <a:pt x="5859670" y="757498"/>
                  <a:pt x="5866488" y="750707"/>
                </a:cubicBezTo>
                <a:cubicBezTo>
                  <a:pt x="5873306" y="743915"/>
                  <a:pt x="5881861" y="740388"/>
                  <a:pt x="5892152" y="740126"/>
                </a:cubicBezTo>
                <a:close/>
                <a:moveTo>
                  <a:pt x="5015852" y="740126"/>
                </a:moveTo>
                <a:cubicBezTo>
                  <a:pt x="5026020" y="740388"/>
                  <a:pt x="5034500" y="743915"/>
                  <a:pt x="5041292" y="750707"/>
                </a:cubicBezTo>
                <a:cubicBezTo>
                  <a:pt x="5048083" y="757498"/>
                  <a:pt x="5051610" y="765978"/>
                  <a:pt x="5051873" y="776146"/>
                </a:cubicBezTo>
                <a:cubicBezTo>
                  <a:pt x="5051610" y="786427"/>
                  <a:pt x="5048083" y="794939"/>
                  <a:pt x="5041292" y="801682"/>
                </a:cubicBezTo>
                <a:cubicBezTo>
                  <a:pt x="5034500" y="808425"/>
                  <a:pt x="5026020" y="811920"/>
                  <a:pt x="5015852" y="812167"/>
                </a:cubicBezTo>
                <a:cubicBezTo>
                  <a:pt x="5005561" y="811920"/>
                  <a:pt x="4997006" y="808425"/>
                  <a:pt x="4990188" y="801682"/>
                </a:cubicBezTo>
                <a:cubicBezTo>
                  <a:pt x="4983370" y="794939"/>
                  <a:pt x="4979832" y="786427"/>
                  <a:pt x="4979574" y="776146"/>
                </a:cubicBezTo>
                <a:cubicBezTo>
                  <a:pt x="4979832" y="765978"/>
                  <a:pt x="4983370" y="757498"/>
                  <a:pt x="4990188" y="750707"/>
                </a:cubicBezTo>
                <a:cubicBezTo>
                  <a:pt x="4997006" y="743915"/>
                  <a:pt x="5005561" y="740388"/>
                  <a:pt x="5015852" y="740126"/>
                </a:cubicBezTo>
                <a:close/>
                <a:moveTo>
                  <a:pt x="4796777" y="740126"/>
                </a:moveTo>
                <a:cubicBezTo>
                  <a:pt x="4806945" y="740388"/>
                  <a:pt x="4815425" y="743915"/>
                  <a:pt x="4822217" y="750707"/>
                </a:cubicBezTo>
                <a:cubicBezTo>
                  <a:pt x="4829008" y="757498"/>
                  <a:pt x="4832535" y="765978"/>
                  <a:pt x="4832798" y="776146"/>
                </a:cubicBezTo>
                <a:cubicBezTo>
                  <a:pt x="4832535" y="786427"/>
                  <a:pt x="4829008" y="794939"/>
                  <a:pt x="4822217" y="801682"/>
                </a:cubicBezTo>
                <a:cubicBezTo>
                  <a:pt x="4815425" y="808425"/>
                  <a:pt x="4806945" y="811920"/>
                  <a:pt x="4796777" y="812167"/>
                </a:cubicBezTo>
                <a:cubicBezTo>
                  <a:pt x="4786486" y="811920"/>
                  <a:pt x="4777931" y="808425"/>
                  <a:pt x="4771113" y="801682"/>
                </a:cubicBezTo>
                <a:cubicBezTo>
                  <a:pt x="4764295" y="794939"/>
                  <a:pt x="4760757" y="786427"/>
                  <a:pt x="4760499" y="776146"/>
                </a:cubicBezTo>
                <a:cubicBezTo>
                  <a:pt x="4760757" y="765978"/>
                  <a:pt x="4764295" y="757498"/>
                  <a:pt x="4771113" y="750707"/>
                </a:cubicBezTo>
                <a:cubicBezTo>
                  <a:pt x="4777931" y="743915"/>
                  <a:pt x="4786486" y="740388"/>
                  <a:pt x="4796777" y="740126"/>
                </a:cubicBezTo>
                <a:close/>
                <a:moveTo>
                  <a:pt x="4215752" y="740126"/>
                </a:moveTo>
                <a:cubicBezTo>
                  <a:pt x="4225920" y="740388"/>
                  <a:pt x="4234401" y="743915"/>
                  <a:pt x="4241192" y="750707"/>
                </a:cubicBezTo>
                <a:cubicBezTo>
                  <a:pt x="4247983" y="757498"/>
                  <a:pt x="4251510" y="765978"/>
                  <a:pt x="4251773" y="776146"/>
                </a:cubicBezTo>
                <a:cubicBezTo>
                  <a:pt x="4251510" y="786427"/>
                  <a:pt x="4247983" y="794939"/>
                  <a:pt x="4241192" y="801682"/>
                </a:cubicBezTo>
                <a:cubicBezTo>
                  <a:pt x="4234401" y="808425"/>
                  <a:pt x="4225920" y="811920"/>
                  <a:pt x="4215752" y="812167"/>
                </a:cubicBezTo>
                <a:cubicBezTo>
                  <a:pt x="4205461" y="811920"/>
                  <a:pt x="4196906" y="808425"/>
                  <a:pt x="4190088" y="801682"/>
                </a:cubicBezTo>
                <a:cubicBezTo>
                  <a:pt x="4183270" y="794939"/>
                  <a:pt x="4179732" y="786427"/>
                  <a:pt x="4179475" y="776146"/>
                </a:cubicBezTo>
                <a:cubicBezTo>
                  <a:pt x="4179732" y="765978"/>
                  <a:pt x="4183270" y="757498"/>
                  <a:pt x="4190088" y="750707"/>
                </a:cubicBezTo>
                <a:cubicBezTo>
                  <a:pt x="4196906" y="743915"/>
                  <a:pt x="4205461" y="740388"/>
                  <a:pt x="4215752" y="740126"/>
                </a:cubicBezTo>
                <a:close/>
                <a:moveTo>
                  <a:pt x="3577577" y="740126"/>
                </a:moveTo>
                <a:cubicBezTo>
                  <a:pt x="3587746" y="740388"/>
                  <a:pt x="3596226" y="743915"/>
                  <a:pt x="3603017" y="750707"/>
                </a:cubicBezTo>
                <a:cubicBezTo>
                  <a:pt x="3609808" y="757498"/>
                  <a:pt x="3613335" y="765978"/>
                  <a:pt x="3613598" y="776146"/>
                </a:cubicBezTo>
                <a:cubicBezTo>
                  <a:pt x="3613335" y="786427"/>
                  <a:pt x="3609808" y="794939"/>
                  <a:pt x="3603017" y="801682"/>
                </a:cubicBezTo>
                <a:cubicBezTo>
                  <a:pt x="3596226" y="808425"/>
                  <a:pt x="3587746" y="811920"/>
                  <a:pt x="3577577" y="812167"/>
                </a:cubicBezTo>
                <a:cubicBezTo>
                  <a:pt x="3567286" y="811920"/>
                  <a:pt x="3558731" y="808425"/>
                  <a:pt x="3551913" y="801682"/>
                </a:cubicBezTo>
                <a:cubicBezTo>
                  <a:pt x="3545095" y="794939"/>
                  <a:pt x="3541557" y="786427"/>
                  <a:pt x="3541300" y="776146"/>
                </a:cubicBezTo>
                <a:cubicBezTo>
                  <a:pt x="3541557" y="765978"/>
                  <a:pt x="3545095" y="757498"/>
                  <a:pt x="3551913" y="750707"/>
                </a:cubicBezTo>
                <a:cubicBezTo>
                  <a:pt x="3558731" y="743915"/>
                  <a:pt x="3567286" y="740388"/>
                  <a:pt x="3577577" y="740126"/>
                </a:cubicBezTo>
                <a:close/>
                <a:moveTo>
                  <a:pt x="3272778" y="740126"/>
                </a:moveTo>
                <a:cubicBezTo>
                  <a:pt x="3282946" y="740388"/>
                  <a:pt x="3291426" y="743915"/>
                  <a:pt x="3298217" y="750707"/>
                </a:cubicBezTo>
                <a:cubicBezTo>
                  <a:pt x="3305009" y="757498"/>
                  <a:pt x="3308536" y="765978"/>
                  <a:pt x="3308798" y="776146"/>
                </a:cubicBezTo>
                <a:cubicBezTo>
                  <a:pt x="3308536" y="786427"/>
                  <a:pt x="3305009" y="794939"/>
                  <a:pt x="3298217" y="801682"/>
                </a:cubicBezTo>
                <a:cubicBezTo>
                  <a:pt x="3291426" y="808425"/>
                  <a:pt x="3282946" y="811920"/>
                  <a:pt x="3272778" y="812167"/>
                </a:cubicBezTo>
                <a:cubicBezTo>
                  <a:pt x="3262486" y="811920"/>
                  <a:pt x="3253931" y="808425"/>
                  <a:pt x="3247113" y="801682"/>
                </a:cubicBezTo>
                <a:cubicBezTo>
                  <a:pt x="3240295" y="794939"/>
                  <a:pt x="3236757" y="786427"/>
                  <a:pt x="3236500" y="776146"/>
                </a:cubicBezTo>
                <a:cubicBezTo>
                  <a:pt x="3236757" y="765978"/>
                  <a:pt x="3240295" y="757498"/>
                  <a:pt x="3247113" y="750707"/>
                </a:cubicBezTo>
                <a:cubicBezTo>
                  <a:pt x="3253931" y="743915"/>
                  <a:pt x="3262486" y="740388"/>
                  <a:pt x="3272778" y="740126"/>
                </a:cubicBezTo>
                <a:close/>
                <a:moveTo>
                  <a:pt x="3053703" y="740126"/>
                </a:moveTo>
                <a:cubicBezTo>
                  <a:pt x="3063871" y="740388"/>
                  <a:pt x="3072351" y="743915"/>
                  <a:pt x="3079142" y="750707"/>
                </a:cubicBezTo>
                <a:cubicBezTo>
                  <a:pt x="3085934" y="757498"/>
                  <a:pt x="3089461" y="765978"/>
                  <a:pt x="3089723" y="776146"/>
                </a:cubicBezTo>
                <a:cubicBezTo>
                  <a:pt x="3089461" y="786427"/>
                  <a:pt x="3085934" y="794939"/>
                  <a:pt x="3079142" y="801682"/>
                </a:cubicBezTo>
                <a:cubicBezTo>
                  <a:pt x="3072351" y="808425"/>
                  <a:pt x="3063871" y="811920"/>
                  <a:pt x="3053703" y="812167"/>
                </a:cubicBezTo>
                <a:cubicBezTo>
                  <a:pt x="3043411" y="811920"/>
                  <a:pt x="3034856" y="808425"/>
                  <a:pt x="3028038" y="801682"/>
                </a:cubicBezTo>
                <a:cubicBezTo>
                  <a:pt x="3021220" y="794939"/>
                  <a:pt x="3017682" y="786427"/>
                  <a:pt x="3017425" y="776146"/>
                </a:cubicBezTo>
                <a:cubicBezTo>
                  <a:pt x="3017682" y="765978"/>
                  <a:pt x="3021220" y="757498"/>
                  <a:pt x="3028038" y="750707"/>
                </a:cubicBezTo>
                <a:cubicBezTo>
                  <a:pt x="3034856" y="743915"/>
                  <a:pt x="3043411" y="740388"/>
                  <a:pt x="3053703" y="740126"/>
                </a:cubicBezTo>
                <a:close/>
                <a:moveTo>
                  <a:pt x="2309457" y="740126"/>
                </a:moveTo>
                <a:cubicBezTo>
                  <a:pt x="2319749" y="740388"/>
                  <a:pt x="2328304" y="743915"/>
                  <a:pt x="2335122" y="750707"/>
                </a:cubicBezTo>
                <a:cubicBezTo>
                  <a:pt x="2341940" y="757498"/>
                  <a:pt x="2345478" y="765978"/>
                  <a:pt x="2345735" y="776146"/>
                </a:cubicBezTo>
                <a:cubicBezTo>
                  <a:pt x="2345478" y="786427"/>
                  <a:pt x="2341940" y="794939"/>
                  <a:pt x="2335122" y="801682"/>
                </a:cubicBezTo>
                <a:cubicBezTo>
                  <a:pt x="2328304" y="808425"/>
                  <a:pt x="2319749" y="811920"/>
                  <a:pt x="2309457" y="812167"/>
                </a:cubicBezTo>
                <a:cubicBezTo>
                  <a:pt x="2299278" y="811920"/>
                  <a:pt x="2290755" y="808425"/>
                  <a:pt x="2283889" y="801682"/>
                </a:cubicBezTo>
                <a:cubicBezTo>
                  <a:pt x="2277023" y="794939"/>
                  <a:pt x="2273453" y="786427"/>
                  <a:pt x="2273180" y="776146"/>
                </a:cubicBezTo>
                <a:cubicBezTo>
                  <a:pt x="2273453" y="765978"/>
                  <a:pt x="2277023" y="757498"/>
                  <a:pt x="2283889" y="750707"/>
                </a:cubicBezTo>
                <a:cubicBezTo>
                  <a:pt x="2290755" y="743915"/>
                  <a:pt x="2299278" y="740388"/>
                  <a:pt x="2309457" y="740126"/>
                </a:cubicBezTo>
                <a:close/>
                <a:moveTo>
                  <a:pt x="2158353" y="740126"/>
                </a:moveTo>
                <a:cubicBezTo>
                  <a:pt x="2168521" y="740388"/>
                  <a:pt x="2177001" y="743915"/>
                  <a:pt x="2183792" y="750707"/>
                </a:cubicBezTo>
                <a:cubicBezTo>
                  <a:pt x="2190584" y="757498"/>
                  <a:pt x="2194111" y="765978"/>
                  <a:pt x="2194373" y="776146"/>
                </a:cubicBezTo>
                <a:cubicBezTo>
                  <a:pt x="2194111" y="786427"/>
                  <a:pt x="2190584" y="794939"/>
                  <a:pt x="2183792" y="801682"/>
                </a:cubicBezTo>
                <a:cubicBezTo>
                  <a:pt x="2177001" y="808425"/>
                  <a:pt x="2168521" y="811920"/>
                  <a:pt x="2158353" y="812167"/>
                </a:cubicBezTo>
                <a:cubicBezTo>
                  <a:pt x="2148061" y="811920"/>
                  <a:pt x="2139506" y="808425"/>
                  <a:pt x="2132688" y="801682"/>
                </a:cubicBezTo>
                <a:cubicBezTo>
                  <a:pt x="2125870" y="794939"/>
                  <a:pt x="2122332" y="786427"/>
                  <a:pt x="2122075" y="776146"/>
                </a:cubicBezTo>
                <a:cubicBezTo>
                  <a:pt x="2122332" y="765978"/>
                  <a:pt x="2125870" y="757498"/>
                  <a:pt x="2132688" y="750707"/>
                </a:cubicBezTo>
                <a:cubicBezTo>
                  <a:pt x="2139506" y="743915"/>
                  <a:pt x="2148061" y="740388"/>
                  <a:pt x="2158353" y="740126"/>
                </a:cubicBezTo>
                <a:close/>
                <a:moveTo>
                  <a:pt x="6423237" y="738068"/>
                </a:moveTo>
                <a:cubicBezTo>
                  <a:pt x="6432954" y="738149"/>
                  <a:pt x="6440838" y="740627"/>
                  <a:pt x="6446891" y="745503"/>
                </a:cubicBezTo>
                <a:cubicBezTo>
                  <a:pt x="6452943" y="750379"/>
                  <a:pt x="6456714" y="757169"/>
                  <a:pt x="6458204" y="765875"/>
                </a:cubicBezTo>
                <a:lnTo>
                  <a:pt x="6390585" y="765875"/>
                </a:lnTo>
                <a:cubicBezTo>
                  <a:pt x="6392363" y="758521"/>
                  <a:pt x="6395941" y="752117"/>
                  <a:pt x="6401319" y="746661"/>
                </a:cubicBezTo>
                <a:cubicBezTo>
                  <a:pt x="6406697" y="741206"/>
                  <a:pt x="6414003" y="738342"/>
                  <a:pt x="6423237" y="738068"/>
                </a:cubicBezTo>
                <a:close/>
                <a:moveTo>
                  <a:pt x="5242137" y="738068"/>
                </a:moveTo>
                <a:cubicBezTo>
                  <a:pt x="5251853" y="738149"/>
                  <a:pt x="5259738" y="740627"/>
                  <a:pt x="5265791" y="745503"/>
                </a:cubicBezTo>
                <a:cubicBezTo>
                  <a:pt x="5271843" y="750379"/>
                  <a:pt x="5275614" y="757169"/>
                  <a:pt x="5277103" y="765875"/>
                </a:cubicBezTo>
                <a:lnTo>
                  <a:pt x="5209485" y="765875"/>
                </a:lnTo>
                <a:cubicBezTo>
                  <a:pt x="5211263" y="758521"/>
                  <a:pt x="5214841" y="752117"/>
                  <a:pt x="5220219" y="746661"/>
                </a:cubicBezTo>
                <a:cubicBezTo>
                  <a:pt x="5225597" y="741206"/>
                  <a:pt x="5232903" y="738342"/>
                  <a:pt x="5242137" y="738068"/>
                </a:cubicBezTo>
                <a:close/>
                <a:moveTo>
                  <a:pt x="3880062" y="738068"/>
                </a:moveTo>
                <a:cubicBezTo>
                  <a:pt x="3889779" y="738149"/>
                  <a:pt x="3897663" y="740627"/>
                  <a:pt x="3903716" y="745503"/>
                </a:cubicBezTo>
                <a:cubicBezTo>
                  <a:pt x="3909768" y="750379"/>
                  <a:pt x="3913539" y="757169"/>
                  <a:pt x="3915028" y="765875"/>
                </a:cubicBezTo>
                <a:lnTo>
                  <a:pt x="3847410" y="765875"/>
                </a:lnTo>
                <a:cubicBezTo>
                  <a:pt x="3849188" y="758521"/>
                  <a:pt x="3852766" y="752117"/>
                  <a:pt x="3858144" y="746661"/>
                </a:cubicBezTo>
                <a:cubicBezTo>
                  <a:pt x="3863522" y="741206"/>
                  <a:pt x="3870828" y="738342"/>
                  <a:pt x="3880062" y="738068"/>
                </a:cubicBezTo>
                <a:close/>
                <a:moveTo>
                  <a:pt x="2517988" y="738068"/>
                </a:moveTo>
                <a:cubicBezTo>
                  <a:pt x="2527704" y="738149"/>
                  <a:pt x="2535588" y="740627"/>
                  <a:pt x="2541641" y="745503"/>
                </a:cubicBezTo>
                <a:cubicBezTo>
                  <a:pt x="2547694" y="750379"/>
                  <a:pt x="2551465" y="757169"/>
                  <a:pt x="2552953" y="765875"/>
                </a:cubicBezTo>
                <a:lnTo>
                  <a:pt x="2485335" y="765875"/>
                </a:lnTo>
                <a:cubicBezTo>
                  <a:pt x="2487113" y="758521"/>
                  <a:pt x="2490692" y="752117"/>
                  <a:pt x="2496069" y="746661"/>
                </a:cubicBezTo>
                <a:cubicBezTo>
                  <a:pt x="2501447" y="741206"/>
                  <a:pt x="2508753" y="738342"/>
                  <a:pt x="2517988" y="738068"/>
                </a:cubicBezTo>
                <a:close/>
                <a:moveTo>
                  <a:pt x="7013595" y="717494"/>
                </a:moveTo>
                <a:lnTo>
                  <a:pt x="7013595" y="834766"/>
                </a:lnTo>
                <a:lnTo>
                  <a:pt x="7038251" y="834766"/>
                </a:lnTo>
                <a:lnTo>
                  <a:pt x="7038251" y="717494"/>
                </a:lnTo>
                <a:close/>
                <a:moveTo>
                  <a:pt x="6313802" y="717494"/>
                </a:moveTo>
                <a:lnTo>
                  <a:pt x="6313802" y="765843"/>
                </a:lnTo>
                <a:cubicBezTo>
                  <a:pt x="6313775" y="779376"/>
                  <a:pt x="6310742" y="790412"/>
                  <a:pt x="6304700" y="798950"/>
                </a:cubicBezTo>
                <a:cubicBezTo>
                  <a:pt x="6298659" y="807489"/>
                  <a:pt x="6289772" y="811894"/>
                  <a:pt x="6278038" y="812167"/>
                </a:cubicBezTo>
                <a:cubicBezTo>
                  <a:pt x="6267773" y="811995"/>
                  <a:pt x="6259744" y="808545"/>
                  <a:pt x="6253949" y="801816"/>
                </a:cubicBezTo>
                <a:cubicBezTo>
                  <a:pt x="6248154" y="795086"/>
                  <a:pt x="6245206" y="786106"/>
                  <a:pt x="6245104" y="774876"/>
                </a:cubicBezTo>
                <a:lnTo>
                  <a:pt x="6245104" y="717526"/>
                </a:lnTo>
                <a:lnTo>
                  <a:pt x="6220448" y="717526"/>
                </a:lnTo>
                <a:lnTo>
                  <a:pt x="6220448" y="776934"/>
                </a:lnTo>
                <a:cubicBezTo>
                  <a:pt x="6220361" y="794169"/>
                  <a:pt x="6224451" y="808361"/>
                  <a:pt x="6232718" y="819512"/>
                </a:cubicBezTo>
                <a:cubicBezTo>
                  <a:pt x="6240984" y="830663"/>
                  <a:pt x="6253947" y="836434"/>
                  <a:pt x="6271606" y="836823"/>
                </a:cubicBezTo>
                <a:cubicBezTo>
                  <a:pt x="6281019" y="836727"/>
                  <a:pt x="6289273" y="834544"/>
                  <a:pt x="6296371" y="830274"/>
                </a:cubicBezTo>
                <a:cubicBezTo>
                  <a:pt x="6303468" y="826004"/>
                  <a:pt x="6309278" y="820225"/>
                  <a:pt x="6313802" y="812937"/>
                </a:cubicBezTo>
                <a:lnTo>
                  <a:pt x="6313802" y="834766"/>
                </a:lnTo>
                <a:lnTo>
                  <a:pt x="6338459" y="834766"/>
                </a:lnTo>
                <a:lnTo>
                  <a:pt x="6338459" y="717494"/>
                </a:lnTo>
                <a:close/>
                <a:moveTo>
                  <a:pt x="4899044" y="717494"/>
                </a:moveTo>
                <a:lnTo>
                  <a:pt x="4899044" y="834766"/>
                </a:lnTo>
                <a:lnTo>
                  <a:pt x="4923701" y="834766"/>
                </a:lnTo>
                <a:lnTo>
                  <a:pt x="4923701" y="717494"/>
                </a:lnTo>
                <a:close/>
                <a:moveTo>
                  <a:pt x="4685027" y="717494"/>
                </a:moveTo>
                <a:lnTo>
                  <a:pt x="4685027" y="765843"/>
                </a:lnTo>
                <a:cubicBezTo>
                  <a:pt x="4685000" y="779376"/>
                  <a:pt x="4681966" y="790412"/>
                  <a:pt x="4675925" y="798950"/>
                </a:cubicBezTo>
                <a:cubicBezTo>
                  <a:pt x="4669884" y="807489"/>
                  <a:pt x="4660997" y="811894"/>
                  <a:pt x="4649263" y="812167"/>
                </a:cubicBezTo>
                <a:cubicBezTo>
                  <a:pt x="4638998" y="811995"/>
                  <a:pt x="4630968" y="808545"/>
                  <a:pt x="4625174" y="801816"/>
                </a:cubicBezTo>
                <a:cubicBezTo>
                  <a:pt x="4619379" y="795086"/>
                  <a:pt x="4616431" y="786106"/>
                  <a:pt x="4616329" y="774876"/>
                </a:cubicBezTo>
                <a:lnTo>
                  <a:pt x="4616329" y="717526"/>
                </a:lnTo>
                <a:lnTo>
                  <a:pt x="4591673" y="717526"/>
                </a:lnTo>
                <a:lnTo>
                  <a:pt x="4591673" y="776934"/>
                </a:lnTo>
                <a:cubicBezTo>
                  <a:pt x="4591586" y="794169"/>
                  <a:pt x="4595676" y="808361"/>
                  <a:pt x="4603942" y="819512"/>
                </a:cubicBezTo>
                <a:cubicBezTo>
                  <a:pt x="4612209" y="830663"/>
                  <a:pt x="4625172" y="836434"/>
                  <a:pt x="4642831" y="836823"/>
                </a:cubicBezTo>
                <a:cubicBezTo>
                  <a:pt x="4652243" y="836727"/>
                  <a:pt x="4660498" y="834544"/>
                  <a:pt x="4667595" y="830274"/>
                </a:cubicBezTo>
                <a:cubicBezTo>
                  <a:pt x="4674692" y="826004"/>
                  <a:pt x="4680503" y="820225"/>
                  <a:pt x="4685027" y="812937"/>
                </a:cubicBezTo>
                <a:lnTo>
                  <a:pt x="4685027" y="834766"/>
                </a:lnTo>
                <a:lnTo>
                  <a:pt x="4709684" y="834766"/>
                </a:lnTo>
                <a:lnTo>
                  <a:pt x="4709684" y="717494"/>
                </a:lnTo>
                <a:close/>
                <a:moveTo>
                  <a:pt x="3770627" y="717494"/>
                </a:moveTo>
                <a:lnTo>
                  <a:pt x="3770627" y="765843"/>
                </a:lnTo>
                <a:cubicBezTo>
                  <a:pt x="3770600" y="779376"/>
                  <a:pt x="3767566" y="790412"/>
                  <a:pt x="3761525" y="798950"/>
                </a:cubicBezTo>
                <a:cubicBezTo>
                  <a:pt x="3755484" y="807489"/>
                  <a:pt x="3746597" y="811894"/>
                  <a:pt x="3734863" y="812167"/>
                </a:cubicBezTo>
                <a:cubicBezTo>
                  <a:pt x="3724598" y="811995"/>
                  <a:pt x="3716568" y="808545"/>
                  <a:pt x="3710774" y="801816"/>
                </a:cubicBezTo>
                <a:cubicBezTo>
                  <a:pt x="3704979" y="795086"/>
                  <a:pt x="3702031" y="786106"/>
                  <a:pt x="3701929" y="774876"/>
                </a:cubicBezTo>
                <a:lnTo>
                  <a:pt x="3701929" y="717526"/>
                </a:lnTo>
                <a:lnTo>
                  <a:pt x="3677273" y="717526"/>
                </a:lnTo>
                <a:lnTo>
                  <a:pt x="3677273" y="776934"/>
                </a:lnTo>
                <a:cubicBezTo>
                  <a:pt x="3677186" y="794169"/>
                  <a:pt x="3681276" y="808361"/>
                  <a:pt x="3689543" y="819512"/>
                </a:cubicBezTo>
                <a:cubicBezTo>
                  <a:pt x="3697809" y="830663"/>
                  <a:pt x="3710772" y="836434"/>
                  <a:pt x="3728431" y="836823"/>
                </a:cubicBezTo>
                <a:cubicBezTo>
                  <a:pt x="3737844" y="836727"/>
                  <a:pt x="3746099" y="834544"/>
                  <a:pt x="3753196" y="830274"/>
                </a:cubicBezTo>
                <a:cubicBezTo>
                  <a:pt x="3760293" y="826004"/>
                  <a:pt x="3766103" y="820225"/>
                  <a:pt x="3770627" y="812937"/>
                </a:cubicBezTo>
                <a:lnTo>
                  <a:pt x="3770627" y="834766"/>
                </a:lnTo>
                <a:lnTo>
                  <a:pt x="3795284" y="834766"/>
                </a:lnTo>
                <a:lnTo>
                  <a:pt x="3795284" y="717494"/>
                </a:lnTo>
                <a:close/>
                <a:moveTo>
                  <a:pt x="3375045" y="717494"/>
                </a:moveTo>
                <a:lnTo>
                  <a:pt x="3375045" y="834766"/>
                </a:lnTo>
                <a:lnTo>
                  <a:pt x="3399701" y="834766"/>
                </a:lnTo>
                <a:lnTo>
                  <a:pt x="3399701" y="717494"/>
                </a:lnTo>
                <a:close/>
                <a:moveTo>
                  <a:pt x="2952224" y="717494"/>
                </a:moveTo>
                <a:lnTo>
                  <a:pt x="2912114" y="805480"/>
                </a:lnTo>
                <a:lnTo>
                  <a:pt x="2872004" y="717526"/>
                </a:lnTo>
                <a:lnTo>
                  <a:pt x="2842692" y="717526"/>
                </a:lnTo>
                <a:lnTo>
                  <a:pt x="2899001" y="834766"/>
                </a:lnTo>
                <a:lnTo>
                  <a:pt x="2925484" y="834766"/>
                </a:lnTo>
                <a:lnTo>
                  <a:pt x="2981535" y="717494"/>
                </a:lnTo>
                <a:close/>
                <a:moveTo>
                  <a:pt x="2794019" y="717494"/>
                </a:moveTo>
                <a:lnTo>
                  <a:pt x="2794019" y="834766"/>
                </a:lnTo>
                <a:lnTo>
                  <a:pt x="2818676" y="834766"/>
                </a:lnTo>
                <a:lnTo>
                  <a:pt x="2818676" y="717494"/>
                </a:lnTo>
                <a:close/>
                <a:moveTo>
                  <a:pt x="2403495" y="717494"/>
                </a:moveTo>
                <a:lnTo>
                  <a:pt x="2403495" y="834766"/>
                </a:lnTo>
                <a:lnTo>
                  <a:pt x="2428151" y="834766"/>
                </a:lnTo>
                <a:lnTo>
                  <a:pt x="2428151" y="717494"/>
                </a:lnTo>
                <a:close/>
                <a:moveTo>
                  <a:pt x="6673202" y="715469"/>
                </a:moveTo>
                <a:cubicBezTo>
                  <a:pt x="6661571" y="715599"/>
                  <a:pt x="6651019" y="718365"/>
                  <a:pt x="6641548" y="723767"/>
                </a:cubicBezTo>
                <a:cubicBezTo>
                  <a:pt x="6632077" y="729170"/>
                  <a:pt x="6624521" y="736431"/>
                  <a:pt x="6618880" y="745550"/>
                </a:cubicBezTo>
                <a:cubicBezTo>
                  <a:pt x="6613240" y="754669"/>
                  <a:pt x="6610350" y="764867"/>
                  <a:pt x="6610211" y="776146"/>
                </a:cubicBezTo>
                <a:cubicBezTo>
                  <a:pt x="6610350" y="787506"/>
                  <a:pt x="6613240" y="797743"/>
                  <a:pt x="6618880" y="806857"/>
                </a:cubicBezTo>
                <a:cubicBezTo>
                  <a:pt x="6624521" y="815972"/>
                  <a:pt x="6632077" y="823213"/>
                  <a:pt x="6641548" y="828582"/>
                </a:cubicBezTo>
                <a:cubicBezTo>
                  <a:pt x="6651019" y="833951"/>
                  <a:pt x="6661571" y="836699"/>
                  <a:pt x="6673202" y="836823"/>
                </a:cubicBezTo>
                <a:cubicBezTo>
                  <a:pt x="6684830" y="836699"/>
                  <a:pt x="6695359" y="833951"/>
                  <a:pt x="6704790" y="828582"/>
                </a:cubicBezTo>
                <a:cubicBezTo>
                  <a:pt x="6714220" y="823213"/>
                  <a:pt x="6721735" y="815972"/>
                  <a:pt x="6727334" y="806857"/>
                </a:cubicBezTo>
                <a:cubicBezTo>
                  <a:pt x="6732933" y="797743"/>
                  <a:pt x="6735801" y="787506"/>
                  <a:pt x="6735937" y="776146"/>
                </a:cubicBezTo>
                <a:cubicBezTo>
                  <a:pt x="6735801" y="764867"/>
                  <a:pt x="6732933" y="754669"/>
                  <a:pt x="6727334" y="745550"/>
                </a:cubicBezTo>
                <a:cubicBezTo>
                  <a:pt x="6721735" y="736431"/>
                  <a:pt x="6714220" y="729170"/>
                  <a:pt x="6704790" y="723767"/>
                </a:cubicBezTo>
                <a:cubicBezTo>
                  <a:pt x="6695359" y="718365"/>
                  <a:pt x="6684830" y="715599"/>
                  <a:pt x="6673202" y="715469"/>
                </a:cubicBezTo>
                <a:close/>
                <a:moveTo>
                  <a:pt x="6423237" y="715469"/>
                </a:moveTo>
                <a:cubicBezTo>
                  <a:pt x="6411399" y="715599"/>
                  <a:pt x="6400937" y="718365"/>
                  <a:pt x="6391851" y="723768"/>
                </a:cubicBezTo>
                <a:cubicBezTo>
                  <a:pt x="6382766" y="729171"/>
                  <a:pt x="6375636" y="736432"/>
                  <a:pt x="6370464" y="745551"/>
                </a:cubicBezTo>
                <a:cubicBezTo>
                  <a:pt x="6365292" y="754670"/>
                  <a:pt x="6362657" y="764868"/>
                  <a:pt x="6362561" y="776145"/>
                </a:cubicBezTo>
                <a:cubicBezTo>
                  <a:pt x="6362823" y="793419"/>
                  <a:pt x="6368919" y="807745"/>
                  <a:pt x="6380847" y="819123"/>
                </a:cubicBezTo>
                <a:cubicBezTo>
                  <a:pt x="6392776" y="830502"/>
                  <a:pt x="6408963" y="836402"/>
                  <a:pt x="6429408" y="836823"/>
                </a:cubicBezTo>
                <a:cubicBezTo>
                  <a:pt x="6441529" y="836668"/>
                  <a:pt x="6451995" y="834025"/>
                  <a:pt x="6460807" y="828892"/>
                </a:cubicBezTo>
                <a:cubicBezTo>
                  <a:pt x="6469618" y="823760"/>
                  <a:pt x="6476549" y="817069"/>
                  <a:pt x="6481600" y="808820"/>
                </a:cubicBezTo>
                <a:lnTo>
                  <a:pt x="6461032" y="796203"/>
                </a:lnTo>
                <a:cubicBezTo>
                  <a:pt x="6459039" y="799684"/>
                  <a:pt x="6455504" y="803149"/>
                  <a:pt x="6450426" y="806599"/>
                </a:cubicBezTo>
                <a:cubicBezTo>
                  <a:pt x="6445348" y="810048"/>
                  <a:pt x="6438342" y="811904"/>
                  <a:pt x="6429408" y="812167"/>
                </a:cubicBezTo>
                <a:cubicBezTo>
                  <a:pt x="6418470" y="811984"/>
                  <a:pt x="6409750" y="809388"/>
                  <a:pt x="6403247" y="804378"/>
                </a:cubicBezTo>
                <a:cubicBezTo>
                  <a:pt x="6396745" y="799368"/>
                  <a:pt x="6392524" y="793038"/>
                  <a:pt x="6390585" y="785388"/>
                </a:cubicBezTo>
                <a:lnTo>
                  <a:pt x="6482371" y="785388"/>
                </a:lnTo>
                <a:cubicBezTo>
                  <a:pt x="6483837" y="770925"/>
                  <a:pt x="6482079" y="758483"/>
                  <a:pt x="6477097" y="748061"/>
                </a:cubicBezTo>
                <a:cubicBezTo>
                  <a:pt x="6472115" y="737639"/>
                  <a:pt x="6464891" y="729618"/>
                  <a:pt x="6455423" y="723996"/>
                </a:cubicBezTo>
                <a:cubicBezTo>
                  <a:pt x="6445956" y="718375"/>
                  <a:pt x="6435228" y="715532"/>
                  <a:pt x="6423237" y="715469"/>
                </a:cubicBezTo>
                <a:close/>
                <a:moveTo>
                  <a:pt x="6116636" y="715469"/>
                </a:moveTo>
                <a:cubicBezTo>
                  <a:pt x="6105299" y="715599"/>
                  <a:pt x="6095218" y="718365"/>
                  <a:pt x="6086393" y="723767"/>
                </a:cubicBezTo>
                <a:cubicBezTo>
                  <a:pt x="6077568" y="729170"/>
                  <a:pt x="6070615" y="736431"/>
                  <a:pt x="6065535" y="745550"/>
                </a:cubicBezTo>
                <a:cubicBezTo>
                  <a:pt x="6060455" y="754669"/>
                  <a:pt x="6057863" y="764867"/>
                  <a:pt x="6057761" y="776146"/>
                </a:cubicBezTo>
                <a:cubicBezTo>
                  <a:pt x="6058107" y="793420"/>
                  <a:pt x="6063707" y="807746"/>
                  <a:pt x="6074560" y="819124"/>
                </a:cubicBezTo>
                <a:cubicBezTo>
                  <a:pt x="6085413" y="830502"/>
                  <a:pt x="6099438" y="836402"/>
                  <a:pt x="6116636" y="836823"/>
                </a:cubicBezTo>
                <a:cubicBezTo>
                  <a:pt x="6124789" y="836738"/>
                  <a:pt x="6132282" y="834983"/>
                  <a:pt x="6139116" y="831558"/>
                </a:cubicBezTo>
                <a:cubicBezTo>
                  <a:pt x="6145950" y="828134"/>
                  <a:pt x="6151836" y="823553"/>
                  <a:pt x="6156773" y="817817"/>
                </a:cubicBezTo>
                <a:lnTo>
                  <a:pt x="6156773" y="928378"/>
                </a:lnTo>
                <a:lnTo>
                  <a:pt x="6181430" y="928378"/>
                </a:lnTo>
                <a:lnTo>
                  <a:pt x="6181430" y="717524"/>
                </a:lnTo>
                <a:lnTo>
                  <a:pt x="6156773" y="717524"/>
                </a:lnTo>
                <a:lnTo>
                  <a:pt x="6156773" y="734732"/>
                </a:lnTo>
                <a:cubicBezTo>
                  <a:pt x="6151836" y="728985"/>
                  <a:pt x="6145950" y="724362"/>
                  <a:pt x="6139116" y="720863"/>
                </a:cubicBezTo>
                <a:cubicBezTo>
                  <a:pt x="6132282" y="717363"/>
                  <a:pt x="6124789" y="715565"/>
                  <a:pt x="6116636" y="715469"/>
                </a:cubicBezTo>
                <a:close/>
                <a:moveTo>
                  <a:pt x="5892152" y="715469"/>
                </a:moveTo>
                <a:cubicBezTo>
                  <a:pt x="5880521" y="715599"/>
                  <a:pt x="5869970" y="718365"/>
                  <a:pt x="5860498" y="723767"/>
                </a:cubicBezTo>
                <a:cubicBezTo>
                  <a:pt x="5851027" y="729170"/>
                  <a:pt x="5843471" y="736431"/>
                  <a:pt x="5837830" y="745550"/>
                </a:cubicBezTo>
                <a:cubicBezTo>
                  <a:pt x="5832190" y="754669"/>
                  <a:pt x="5829300" y="764867"/>
                  <a:pt x="5829161" y="776146"/>
                </a:cubicBezTo>
                <a:cubicBezTo>
                  <a:pt x="5829300" y="787506"/>
                  <a:pt x="5832190" y="797743"/>
                  <a:pt x="5837830" y="806857"/>
                </a:cubicBezTo>
                <a:cubicBezTo>
                  <a:pt x="5843471" y="815972"/>
                  <a:pt x="5851027" y="823213"/>
                  <a:pt x="5860498" y="828582"/>
                </a:cubicBezTo>
                <a:cubicBezTo>
                  <a:pt x="5869969" y="833951"/>
                  <a:pt x="5880521" y="836699"/>
                  <a:pt x="5892152" y="836823"/>
                </a:cubicBezTo>
                <a:cubicBezTo>
                  <a:pt x="5903781" y="836699"/>
                  <a:pt x="5914310" y="833951"/>
                  <a:pt x="5923740" y="828582"/>
                </a:cubicBezTo>
                <a:cubicBezTo>
                  <a:pt x="5933170" y="823213"/>
                  <a:pt x="5940685" y="815972"/>
                  <a:pt x="5946284" y="806857"/>
                </a:cubicBezTo>
                <a:cubicBezTo>
                  <a:pt x="5951883" y="797743"/>
                  <a:pt x="5954751" y="787506"/>
                  <a:pt x="5954887" y="776146"/>
                </a:cubicBezTo>
                <a:cubicBezTo>
                  <a:pt x="5954751" y="764867"/>
                  <a:pt x="5951883" y="754669"/>
                  <a:pt x="5946284" y="745550"/>
                </a:cubicBezTo>
                <a:cubicBezTo>
                  <a:pt x="5940685" y="736431"/>
                  <a:pt x="5933170" y="729170"/>
                  <a:pt x="5923740" y="723767"/>
                </a:cubicBezTo>
                <a:cubicBezTo>
                  <a:pt x="5914310" y="718365"/>
                  <a:pt x="5903781" y="715599"/>
                  <a:pt x="5892152" y="715469"/>
                </a:cubicBezTo>
                <a:close/>
                <a:moveTo>
                  <a:pt x="5656095" y="715469"/>
                </a:moveTo>
                <a:cubicBezTo>
                  <a:pt x="5646188" y="715694"/>
                  <a:pt x="5636992" y="717684"/>
                  <a:pt x="5628508" y="721441"/>
                </a:cubicBezTo>
                <a:cubicBezTo>
                  <a:pt x="5620024" y="725197"/>
                  <a:pt x="5613020" y="729370"/>
                  <a:pt x="5607499" y="733961"/>
                </a:cubicBezTo>
                <a:lnTo>
                  <a:pt x="5619314" y="753774"/>
                </a:lnTo>
                <a:cubicBezTo>
                  <a:pt x="5622219" y="751290"/>
                  <a:pt x="5626879" y="748468"/>
                  <a:pt x="5633294" y="745308"/>
                </a:cubicBezTo>
                <a:cubicBezTo>
                  <a:pt x="5639708" y="742148"/>
                  <a:pt x="5646622" y="740421"/>
                  <a:pt x="5654037" y="740126"/>
                </a:cubicBezTo>
                <a:cubicBezTo>
                  <a:pt x="5663864" y="740179"/>
                  <a:pt x="5670651" y="742261"/>
                  <a:pt x="5674398" y="746371"/>
                </a:cubicBezTo>
                <a:cubicBezTo>
                  <a:pt x="5678145" y="750480"/>
                  <a:pt x="5680108" y="756296"/>
                  <a:pt x="5680285" y="763818"/>
                </a:cubicBezTo>
                <a:lnTo>
                  <a:pt x="5661756" y="763818"/>
                </a:lnTo>
                <a:cubicBezTo>
                  <a:pt x="5653499" y="763686"/>
                  <a:pt x="5644887" y="764549"/>
                  <a:pt x="5635921" y="766406"/>
                </a:cubicBezTo>
                <a:cubicBezTo>
                  <a:pt x="5626955" y="768264"/>
                  <a:pt x="5619319" y="771907"/>
                  <a:pt x="5613013" y="777335"/>
                </a:cubicBezTo>
                <a:cubicBezTo>
                  <a:pt x="5606707" y="782764"/>
                  <a:pt x="5603413" y="790769"/>
                  <a:pt x="5603132" y="801350"/>
                </a:cubicBezTo>
                <a:cubicBezTo>
                  <a:pt x="5603426" y="812169"/>
                  <a:pt x="5607590" y="820750"/>
                  <a:pt x="5615625" y="827093"/>
                </a:cubicBezTo>
                <a:cubicBezTo>
                  <a:pt x="5623661" y="833436"/>
                  <a:pt x="5633805" y="836680"/>
                  <a:pt x="5646059" y="836823"/>
                </a:cubicBezTo>
                <a:cubicBezTo>
                  <a:pt x="5654015" y="836738"/>
                  <a:pt x="5660813" y="835368"/>
                  <a:pt x="5666453" y="832715"/>
                </a:cubicBezTo>
                <a:cubicBezTo>
                  <a:pt x="5672093" y="830062"/>
                  <a:pt x="5676703" y="826638"/>
                  <a:pt x="5680285" y="822444"/>
                </a:cubicBezTo>
                <a:lnTo>
                  <a:pt x="5680285" y="834766"/>
                </a:lnTo>
                <a:lnTo>
                  <a:pt x="5704941" y="834766"/>
                </a:lnTo>
                <a:lnTo>
                  <a:pt x="5704941" y="767413"/>
                </a:lnTo>
                <a:cubicBezTo>
                  <a:pt x="5704996" y="750501"/>
                  <a:pt x="5701034" y="737630"/>
                  <a:pt x="5693057" y="728800"/>
                </a:cubicBezTo>
                <a:cubicBezTo>
                  <a:pt x="5685079" y="719970"/>
                  <a:pt x="5672759" y="715527"/>
                  <a:pt x="5656095" y="715469"/>
                </a:cubicBezTo>
                <a:close/>
                <a:moveTo>
                  <a:pt x="5447580" y="715469"/>
                </a:moveTo>
                <a:cubicBezTo>
                  <a:pt x="5436557" y="715511"/>
                  <a:pt x="5427162" y="718508"/>
                  <a:pt x="5419394" y="724460"/>
                </a:cubicBezTo>
                <a:cubicBezTo>
                  <a:pt x="5411626" y="730412"/>
                  <a:pt x="5407569" y="739065"/>
                  <a:pt x="5407222" y="750418"/>
                </a:cubicBezTo>
                <a:cubicBezTo>
                  <a:pt x="5407434" y="758551"/>
                  <a:pt x="5409749" y="764983"/>
                  <a:pt x="5414167" y="769714"/>
                </a:cubicBezTo>
                <a:cubicBezTo>
                  <a:pt x="5418586" y="774446"/>
                  <a:pt x="5423833" y="778076"/>
                  <a:pt x="5429910" y="780606"/>
                </a:cubicBezTo>
                <a:cubicBezTo>
                  <a:pt x="5435986" y="783136"/>
                  <a:pt x="5441619" y="785166"/>
                  <a:pt x="5446808" y="786695"/>
                </a:cubicBezTo>
                <a:cubicBezTo>
                  <a:pt x="5454937" y="789209"/>
                  <a:pt x="5460686" y="791385"/>
                  <a:pt x="5464053" y="793224"/>
                </a:cubicBezTo>
                <a:cubicBezTo>
                  <a:pt x="5467421" y="795062"/>
                  <a:pt x="5469051" y="797688"/>
                  <a:pt x="5468944" y="801103"/>
                </a:cubicBezTo>
                <a:cubicBezTo>
                  <a:pt x="5468670" y="806050"/>
                  <a:pt x="5466579" y="809534"/>
                  <a:pt x="5462670" y="811555"/>
                </a:cubicBezTo>
                <a:cubicBezTo>
                  <a:pt x="5458760" y="813576"/>
                  <a:pt x="5454674" y="814551"/>
                  <a:pt x="5450411" y="814481"/>
                </a:cubicBezTo>
                <a:cubicBezTo>
                  <a:pt x="5441891" y="814149"/>
                  <a:pt x="5435127" y="812305"/>
                  <a:pt x="5430119" y="808950"/>
                </a:cubicBezTo>
                <a:cubicBezTo>
                  <a:pt x="5425112" y="805594"/>
                  <a:pt x="5422017" y="802721"/>
                  <a:pt x="5420835" y="800331"/>
                </a:cubicBezTo>
                <a:lnTo>
                  <a:pt x="5400535" y="812680"/>
                </a:lnTo>
                <a:cubicBezTo>
                  <a:pt x="5403524" y="818856"/>
                  <a:pt x="5409243" y="824357"/>
                  <a:pt x="5417691" y="829183"/>
                </a:cubicBezTo>
                <a:cubicBezTo>
                  <a:pt x="5426140" y="834009"/>
                  <a:pt x="5436360" y="836556"/>
                  <a:pt x="5448352" y="836823"/>
                </a:cubicBezTo>
                <a:cubicBezTo>
                  <a:pt x="5460718" y="836867"/>
                  <a:pt x="5471294" y="833891"/>
                  <a:pt x="5480079" y="827896"/>
                </a:cubicBezTo>
                <a:cubicBezTo>
                  <a:pt x="5488865" y="821901"/>
                  <a:pt x="5493458" y="812627"/>
                  <a:pt x="5493858" y="800074"/>
                </a:cubicBezTo>
                <a:cubicBezTo>
                  <a:pt x="5493644" y="791448"/>
                  <a:pt x="5491332" y="784743"/>
                  <a:pt x="5486922" y="779958"/>
                </a:cubicBezTo>
                <a:cubicBezTo>
                  <a:pt x="5482512" y="775173"/>
                  <a:pt x="5477287" y="771574"/>
                  <a:pt x="5471246" y="769162"/>
                </a:cubicBezTo>
                <a:cubicBezTo>
                  <a:pt x="5465206" y="766749"/>
                  <a:pt x="5459634" y="764790"/>
                  <a:pt x="5454529" y="763282"/>
                </a:cubicBezTo>
                <a:cubicBezTo>
                  <a:pt x="5446277" y="760592"/>
                  <a:pt x="5440453" y="758255"/>
                  <a:pt x="5437058" y="756272"/>
                </a:cubicBezTo>
                <a:cubicBezTo>
                  <a:pt x="5433664" y="754288"/>
                  <a:pt x="5432023" y="751823"/>
                  <a:pt x="5432136" y="748875"/>
                </a:cubicBezTo>
                <a:cubicBezTo>
                  <a:pt x="5432436" y="744351"/>
                  <a:pt x="5434409" y="741306"/>
                  <a:pt x="5438056" y="739741"/>
                </a:cubicBezTo>
                <a:cubicBezTo>
                  <a:pt x="5441703" y="738176"/>
                  <a:pt x="5445220" y="737447"/>
                  <a:pt x="5448609" y="737554"/>
                </a:cubicBezTo>
                <a:cubicBezTo>
                  <a:pt x="5455446" y="737849"/>
                  <a:pt x="5460947" y="739382"/>
                  <a:pt x="5465113" y="742153"/>
                </a:cubicBezTo>
                <a:cubicBezTo>
                  <a:pt x="5469277" y="744924"/>
                  <a:pt x="5472010" y="747165"/>
                  <a:pt x="5473310" y="748875"/>
                </a:cubicBezTo>
                <a:lnTo>
                  <a:pt x="5489235" y="734472"/>
                </a:lnTo>
                <a:cubicBezTo>
                  <a:pt x="5485479" y="729523"/>
                  <a:pt x="5480083" y="725169"/>
                  <a:pt x="5473046" y="721408"/>
                </a:cubicBezTo>
                <a:cubicBezTo>
                  <a:pt x="5466010" y="717646"/>
                  <a:pt x="5457521" y="715667"/>
                  <a:pt x="5447580" y="715469"/>
                </a:cubicBezTo>
                <a:close/>
                <a:moveTo>
                  <a:pt x="5242137" y="715469"/>
                </a:moveTo>
                <a:cubicBezTo>
                  <a:pt x="5230299" y="715599"/>
                  <a:pt x="5219837" y="718365"/>
                  <a:pt x="5210751" y="723768"/>
                </a:cubicBezTo>
                <a:cubicBezTo>
                  <a:pt x="5201665" y="729171"/>
                  <a:pt x="5194536" y="736432"/>
                  <a:pt x="5189364" y="745551"/>
                </a:cubicBezTo>
                <a:cubicBezTo>
                  <a:pt x="5184192" y="754670"/>
                  <a:pt x="5181557" y="764868"/>
                  <a:pt x="5181460" y="776145"/>
                </a:cubicBezTo>
                <a:cubicBezTo>
                  <a:pt x="5181723" y="793419"/>
                  <a:pt x="5187818" y="807745"/>
                  <a:pt x="5199747" y="819123"/>
                </a:cubicBezTo>
                <a:cubicBezTo>
                  <a:pt x="5211676" y="830502"/>
                  <a:pt x="5227863" y="836402"/>
                  <a:pt x="5248307" y="836823"/>
                </a:cubicBezTo>
                <a:cubicBezTo>
                  <a:pt x="5260429" y="836668"/>
                  <a:pt x="5270895" y="834025"/>
                  <a:pt x="5279706" y="828892"/>
                </a:cubicBezTo>
                <a:cubicBezTo>
                  <a:pt x="5288518" y="823760"/>
                  <a:pt x="5295449" y="817069"/>
                  <a:pt x="5300500" y="808820"/>
                </a:cubicBezTo>
                <a:lnTo>
                  <a:pt x="5279931" y="796203"/>
                </a:lnTo>
                <a:cubicBezTo>
                  <a:pt x="5277939" y="799684"/>
                  <a:pt x="5274404" y="803149"/>
                  <a:pt x="5269326" y="806599"/>
                </a:cubicBezTo>
                <a:cubicBezTo>
                  <a:pt x="5264248" y="810048"/>
                  <a:pt x="5257242" y="811904"/>
                  <a:pt x="5248307" y="812167"/>
                </a:cubicBezTo>
                <a:cubicBezTo>
                  <a:pt x="5237370" y="811984"/>
                  <a:pt x="5228650" y="809388"/>
                  <a:pt x="5222147" y="804378"/>
                </a:cubicBezTo>
                <a:cubicBezTo>
                  <a:pt x="5215645" y="799368"/>
                  <a:pt x="5211424" y="793038"/>
                  <a:pt x="5209485" y="785388"/>
                </a:cubicBezTo>
                <a:lnTo>
                  <a:pt x="5301271" y="785388"/>
                </a:lnTo>
                <a:cubicBezTo>
                  <a:pt x="5302737" y="770925"/>
                  <a:pt x="5300978" y="758483"/>
                  <a:pt x="5295996" y="748061"/>
                </a:cubicBezTo>
                <a:cubicBezTo>
                  <a:pt x="5291015" y="737639"/>
                  <a:pt x="5283790" y="729618"/>
                  <a:pt x="5274323" y="723996"/>
                </a:cubicBezTo>
                <a:cubicBezTo>
                  <a:pt x="5264856" y="718375"/>
                  <a:pt x="5254127" y="715532"/>
                  <a:pt x="5242137" y="715469"/>
                </a:cubicBezTo>
                <a:close/>
                <a:moveTo>
                  <a:pt x="5015852" y="715469"/>
                </a:moveTo>
                <a:cubicBezTo>
                  <a:pt x="5004221" y="715599"/>
                  <a:pt x="4993670" y="718365"/>
                  <a:pt x="4984198" y="723767"/>
                </a:cubicBezTo>
                <a:cubicBezTo>
                  <a:pt x="4974727" y="729170"/>
                  <a:pt x="4967171" y="736431"/>
                  <a:pt x="4961530" y="745550"/>
                </a:cubicBezTo>
                <a:cubicBezTo>
                  <a:pt x="4955890" y="754669"/>
                  <a:pt x="4953000" y="764867"/>
                  <a:pt x="4952861" y="776146"/>
                </a:cubicBezTo>
                <a:cubicBezTo>
                  <a:pt x="4953000" y="787506"/>
                  <a:pt x="4955890" y="797743"/>
                  <a:pt x="4961530" y="806857"/>
                </a:cubicBezTo>
                <a:cubicBezTo>
                  <a:pt x="4967171" y="815972"/>
                  <a:pt x="4974727" y="823213"/>
                  <a:pt x="4984198" y="828582"/>
                </a:cubicBezTo>
                <a:cubicBezTo>
                  <a:pt x="4993670" y="833951"/>
                  <a:pt x="5004221" y="836699"/>
                  <a:pt x="5015852" y="836823"/>
                </a:cubicBezTo>
                <a:cubicBezTo>
                  <a:pt x="5027481" y="836699"/>
                  <a:pt x="5038010" y="833951"/>
                  <a:pt x="5047440" y="828582"/>
                </a:cubicBezTo>
                <a:cubicBezTo>
                  <a:pt x="5056870" y="823213"/>
                  <a:pt x="5064384" y="815972"/>
                  <a:pt x="5069984" y="806857"/>
                </a:cubicBezTo>
                <a:cubicBezTo>
                  <a:pt x="5075583" y="797743"/>
                  <a:pt x="5078451" y="787506"/>
                  <a:pt x="5078587" y="776146"/>
                </a:cubicBezTo>
                <a:cubicBezTo>
                  <a:pt x="5078451" y="764867"/>
                  <a:pt x="5075583" y="754669"/>
                  <a:pt x="5069984" y="745550"/>
                </a:cubicBezTo>
                <a:cubicBezTo>
                  <a:pt x="5064384" y="736431"/>
                  <a:pt x="5056870" y="729170"/>
                  <a:pt x="5047440" y="723767"/>
                </a:cubicBezTo>
                <a:cubicBezTo>
                  <a:pt x="5038010" y="718365"/>
                  <a:pt x="5027481" y="715599"/>
                  <a:pt x="5015852" y="715469"/>
                </a:cubicBezTo>
                <a:close/>
                <a:moveTo>
                  <a:pt x="4428405" y="715469"/>
                </a:moveTo>
                <a:cubicBezTo>
                  <a:pt x="4417382" y="715511"/>
                  <a:pt x="4407987" y="718508"/>
                  <a:pt x="4400219" y="724460"/>
                </a:cubicBezTo>
                <a:cubicBezTo>
                  <a:pt x="4392452" y="730412"/>
                  <a:pt x="4388394" y="739065"/>
                  <a:pt x="4388047" y="750418"/>
                </a:cubicBezTo>
                <a:cubicBezTo>
                  <a:pt x="4388259" y="758551"/>
                  <a:pt x="4390575" y="764983"/>
                  <a:pt x="4394993" y="769714"/>
                </a:cubicBezTo>
                <a:cubicBezTo>
                  <a:pt x="4399410" y="774446"/>
                  <a:pt x="4404658" y="778076"/>
                  <a:pt x="4410735" y="780606"/>
                </a:cubicBezTo>
                <a:cubicBezTo>
                  <a:pt x="4416812" y="783136"/>
                  <a:pt x="4422444" y="785166"/>
                  <a:pt x="4427633" y="786695"/>
                </a:cubicBezTo>
                <a:cubicBezTo>
                  <a:pt x="4435762" y="789209"/>
                  <a:pt x="4441511" y="791385"/>
                  <a:pt x="4444878" y="793224"/>
                </a:cubicBezTo>
                <a:cubicBezTo>
                  <a:pt x="4448246" y="795062"/>
                  <a:pt x="4449876" y="797688"/>
                  <a:pt x="4449769" y="801103"/>
                </a:cubicBezTo>
                <a:cubicBezTo>
                  <a:pt x="4449495" y="806050"/>
                  <a:pt x="4447404" y="809534"/>
                  <a:pt x="4443495" y="811555"/>
                </a:cubicBezTo>
                <a:cubicBezTo>
                  <a:pt x="4439586" y="813576"/>
                  <a:pt x="4435500" y="814551"/>
                  <a:pt x="4431236" y="814481"/>
                </a:cubicBezTo>
                <a:cubicBezTo>
                  <a:pt x="4422716" y="814149"/>
                  <a:pt x="4415952" y="812305"/>
                  <a:pt x="4410944" y="808950"/>
                </a:cubicBezTo>
                <a:cubicBezTo>
                  <a:pt x="4405937" y="805594"/>
                  <a:pt x="4402842" y="802721"/>
                  <a:pt x="4401660" y="800331"/>
                </a:cubicBezTo>
                <a:lnTo>
                  <a:pt x="4381361" y="812680"/>
                </a:lnTo>
                <a:cubicBezTo>
                  <a:pt x="4384349" y="818856"/>
                  <a:pt x="4390068" y="824357"/>
                  <a:pt x="4398516" y="829183"/>
                </a:cubicBezTo>
                <a:cubicBezTo>
                  <a:pt x="4406965" y="834009"/>
                  <a:pt x="4417185" y="836556"/>
                  <a:pt x="4429177" y="836823"/>
                </a:cubicBezTo>
                <a:cubicBezTo>
                  <a:pt x="4441543" y="836867"/>
                  <a:pt x="4452119" y="833891"/>
                  <a:pt x="4460904" y="827896"/>
                </a:cubicBezTo>
                <a:cubicBezTo>
                  <a:pt x="4469690" y="821901"/>
                  <a:pt x="4474282" y="812627"/>
                  <a:pt x="4474683" y="800074"/>
                </a:cubicBezTo>
                <a:cubicBezTo>
                  <a:pt x="4474469" y="791448"/>
                  <a:pt x="4472157" y="784743"/>
                  <a:pt x="4467747" y="779958"/>
                </a:cubicBezTo>
                <a:cubicBezTo>
                  <a:pt x="4463337" y="775173"/>
                  <a:pt x="4458112" y="771574"/>
                  <a:pt x="4452071" y="769162"/>
                </a:cubicBezTo>
                <a:cubicBezTo>
                  <a:pt x="4446031" y="766749"/>
                  <a:pt x="4440459" y="764790"/>
                  <a:pt x="4435354" y="763282"/>
                </a:cubicBezTo>
                <a:cubicBezTo>
                  <a:pt x="4427102" y="760592"/>
                  <a:pt x="4421278" y="758255"/>
                  <a:pt x="4417884" y="756272"/>
                </a:cubicBezTo>
                <a:cubicBezTo>
                  <a:pt x="4414489" y="754288"/>
                  <a:pt x="4412848" y="751823"/>
                  <a:pt x="4412961" y="748875"/>
                </a:cubicBezTo>
                <a:cubicBezTo>
                  <a:pt x="4413261" y="744351"/>
                  <a:pt x="4415234" y="741306"/>
                  <a:pt x="4418881" y="739741"/>
                </a:cubicBezTo>
                <a:cubicBezTo>
                  <a:pt x="4422527" y="738176"/>
                  <a:pt x="4426045" y="737447"/>
                  <a:pt x="4429434" y="737554"/>
                </a:cubicBezTo>
                <a:cubicBezTo>
                  <a:pt x="4436272" y="737849"/>
                  <a:pt x="4441772" y="739382"/>
                  <a:pt x="4445938" y="742153"/>
                </a:cubicBezTo>
                <a:cubicBezTo>
                  <a:pt x="4450102" y="744924"/>
                  <a:pt x="4452835" y="747165"/>
                  <a:pt x="4454136" y="748875"/>
                </a:cubicBezTo>
                <a:lnTo>
                  <a:pt x="4470060" y="734472"/>
                </a:lnTo>
                <a:cubicBezTo>
                  <a:pt x="4466304" y="729523"/>
                  <a:pt x="4460908" y="725169"/>
                  <a:pt x="4453871" y="721408"/>
                </a:cubicBezTo>
                <a:cubicBezTo>
                  <a:pt x="4446835" y="717646"/>
                  <a:pt x="4438346" y="715667"/>
                  <a:pt x="4428405" y="715469"/>
                </a:cubicBezTo>
                <a:close/>
                <a:moveTo>
                  <a:pt x="4215752" y="715469"/>
                </a:moveTo>
                <a:cubicBezTo>
                  <a:pt x="4204121" y="715599"/>
                  <a:pt x="4193569" y="718365"/>
                  <a:pt x="4184098" y="723767"/>
                </a:cubicBezTo>
                <a:cubicBezTo>
                  <a:pt x="4174627" y="729170"/>
                  <a:pt x="4167071" y="736431"/>
                  <a:pt x="4161430" y="745550"/>
                </a:cubicBezTo>
                <a:cubicBezTo>
                  <a:pt x="4155790" y="754669"/>
                  <a:pt x="4152900" y="764867"/>
                  <a:pt x="4152761" y="776146"/>
                </a:cubicBezTo>
                <a:cubicBezTo>
                  <a:pt x="4152900" y="787506"/>
                  <a:pt x="4155790" y="797743"/>
                  <a:pt x="4161430" y="806857"/>
                </a:cubicBezTo>
                <a:cubicBezTo>
                  <a:pt x="4167071" y="815972"/>
                  <a:pt x="4174627" y="823213"/>
                  <a:pt x="4184098" y="828582"/>
                </a:cubicBezTo>
                <a:cubicBezTo>
                  <a:pt x="4193569" y="833951"/>
                  <a:pt x="4204121" y="836699"/>
                  <a:pt x="4215752" y="836823"/>
                </a:cubicBezTo>
                <a:cubicBezTo>
                  <a:pt x="4227381" y="836699"/>
                  <a:pt x="4237910" y="833951"/>
                  <a:pt x="4247340" y="828582"/>
                </a:cubicBezTo>
                <a:cubicBezTo>
                  <a:pt x="4256770" y="823213"/>
                  <a:pt x="4264285" y="815972"/>
                  <a:pt x="4269884" y="806857"/>
                </a:cubicBezTo>
                <a:cubicBezTo>
                  <a:pt x="4275483" y="797743"/>
                  <a:pt x="4278351" y="787506"/>
                  <a:pt x="4278487" y="776146"/>
                </a:cubicBezTo>
                <a:cubicBezTo>
                  <a:pt x="4278351" y="764867"/>
                  <a:pt x="4275483" y="754669"/>
                  <a:pt x="4269884" y="745550"/>
                </a:cubicBezTo>
                <a:cubicBezTo>
                  <a:pt x="4264285" y="736431"/>
                  <a:pt x="4256770" y="729170"/>
                  <a:pt x="4247340" y="723767"/>
                </a:cubicBezTo>
                <a:cubicBezTo>
                  <a:pt x="4237910" y="718365"/>
                  <a:pt x="4227381" y="715599"/>
                  <a:pt x="4215752" y="715469"/>
                </a:cubicBezTo>
                <a:close/>
                <a:moveTo>
                  <a:pt x="3999780" y="715469"/>
                </a:moveTo>
                <a:cubicBezTo>
                  <a:pt x="3988757" y="715511"/>
                  <a:pt x="3979362" y="718508"/>
                  <a:pt x="3971595" y="724460"/>
                </a:cubicBezTo>
                <a:cubicBezTo>
                  <a:pt x="3963827" y="730412"/>
                  <a:pt x="3959769" y="739065"/>
                  <a:pt x="3959422" y="750418"/>
                </a:cubicBezTo>
                <a:cubicBezTo>
                  <a:pt x="3959635" y="758551"/>
                  <a:pt x="3961950" y="764983"/>
                  <a:pt x="3966368" y="769714"/>
                </a:cubicBezTo>
                <a:cubicBezTo>
                  <a:pt x="3970786" y="774446"/>
                  <a:pt x="3976033" y="778076"/>
                  <a:pt x="3982110" y="780606"/>
                </a:cubicBezTo>
                <a:cubicBezTo>
                  <a:pt x="3988187" y="783136"/>
                  <a:pt x="3993819" y="785166"/>
                  <a:pt x="3999008" y="786695"/>
                </a:cubicBezTo>
                <a:cubicBezTo>
                  <a:pt x="4007137" y="789209"/>
                  <a:pt x="4012886" y="791385"/>
                  <a:pt x="4016254" y="793224"/>
                </a:cubicBezTo>
                <a:cubicBezTo>
                  <a:pt x="4019621" y="795062"/>
                  <a:pt x="4021252" y="797688"/>
                  <a:pt x="4021144" y="801103"/>
                </a:cubicBezTo>
                <a:cubicBezTo>
                  <a:pt x="4020870" y="806050"/>
                  <a:pt x="4018779" y="809534"/>
                  <a:pt x="4014870" y="811555"/>
                </a:cubicBezTo>
                <a:cubicBezTo>
                  <a:pt x="4010961" y="813576"/>
                  <a:pt x="4006874" y="814551"/>
                  <a:pt x="4002612" y="814481"/>
                </a:cubicBezTo>
                <a:cubicBezTo>
                  <a:pt x="3994091" y="814149"/>
                  <a:pt x="3987327" y="812305"/>
                  <a:pt x="3982319" y="808950"/>
                </a:cubicBezTo>
                <a:cubicBezTo>
                  <a:pt x="3977312" y="805594"/>
                  <a:pt x="3974217" y="802721"/>
                  <a:pt x="3973035" y="800331"/>
                </a:cubicBezTo>
                <a:lnTo>
                  <a:pt x="3952736" y="812680"/>
                </a:lnTo>
                <a:cubicBezTo>
                  <a:pt x="3955724" y="818856"/>
                  <a:pt x="3961443" y="824357"/>
                  <a:pt x="3969892" y="829183"/>
                </a:cubicBezTo>
                <a:cubicBezTo>
                  <a:pt x="3978340" y="834009"/>
                  <a:pt x="3988560" y="836556"/>
                  <a:pt x="4000552" y="836823"/>
                </a:cubicBezTo>
                <a:cubicBezTo>
                  <a:pt x="4012918" y="836867"/>
                  <a:pt x="4023494" y="833891"/>
                  <a:pt x="4032279" y="827896"/>
                </a:cubicBezTo>
                <a:cubicBezTo>
                  <a:pt x="4041065" y="821901"/>
                  <a:pt x="4045657" y="812627"/>
                  <a:pt x="4046058" y="800074"/>
                </a:cubicBezTo>
                <a:cubicBezTo>
                  <a:pt x="4045844" y="791448"/>
                  <a:pt x="4043532" y="784743"/>
                  <a:pt x="4039122" y="779958"/>
                </a:cubicBezTo>
                <a:cubicBezTo>
                  <a:pt x="4034712" y="775173"/>
                  <a:pt x="4029487" y="771574"/>
                  <a:pt x="4023447" y="769162"/>
                </a:cubicBezTo>
                <a:cubicBezTo>
                  <a:pt x="4017406" y="766749"/>
                  <a:pt x="4011834" y="764790"/>
                  <a:pt x="4006730" y="763282"/>
                </a:cubicBezTo>
                <a:cubicBezTo>
                  <a:pt x="3998477" y="760592"/>
                  <a:pt x="3992653" y="758255"/>
                  <a:pt x="3989259" y="756272"/>
                </a:cubicBezTo>
                <a:cubicBezTo>
                  <a:pt x="3985864" y="754288"/>
                  <a:pt x="3984224" y="751823"/>
                  <a:pt x="3984336" y="748875"/>
                </a:cubicBezTo>
                <a:cubicBezTo>
                  <a:pt x="3984636" y="744351"/>
                  <a:pt x="3986610" y="741306"/>
                  <a:pt x="3990256" y="739741"/>
                </a:cubicBezTo>
                <a:cubicBezTo>
                  <a:pt x="3993903" y="738176"/>
                  <a:pt x="3997421" y="737447"/>
                  <a:pt x="4000809" y="737554"/>
                </a:cubicBezTo>
                <a:cubicBezTo>
                  <a:pt x="4007647" y="737849"/>
                  <a:pt x="4013148" y="739382"/>
                  <a:pt x="4017313" y="742153"/>
                </a:cubicBezTo>
                <a:cubicBezTo>
                  <a:pt x="4021478" y="744924"/>
                  <a:pt x="4024210" y="747165"/>
                  <a:pt x="4025510" y="748875"/>
                </a:cubicBezTo>
                <a:lnTo>
                  <a:pt x="4041435" y="734472"/>
                </a:lnTo>
                <a:cubicBezTo>
                  <a:pt x="4037680" y="729523"/>
                  <a:pt x="4032283" y="725169"/>
                  <a:pt x="4025247" y="721408"/>
                </a:cubicBezTo>
                <a:cubicBezTo>
                  <a:pt x="4018210" y="717646"/>
                  <a:pt x="4009721" y="715667"/>
                  <a:pt x="3999780" y="715469"/>
                </a:cubicBezTo>
                <a:close/>
                <a:moveTo>
                  <a:pt x="3880062" y="715469"/>
                </a:moveTo>
                <a:cubicBezTo>
                  <a:pt x="3868224" y="715599"/>
                  <a:pt x="3857762" y="718365"/>
                  <a:pt x="3848676" y="723768"/>
                </a:cubicBezTo>
                <a:cubicBezTo>
                  <a:pt x="3839591" y="729171"/>
                  <a:pt x="3832462" y="736432"/>
                  <a:pt x="3827289" y="745551"/>
                </a:cubicBezTo>
                <a:cubicBezTo>
                  <a:pt x="3822117" y="754670"/>
                  <a:pt x="3819482" y="764868"/>
                  <a:pt x="3819386" y="776145"/>
                </a:cubicBezTo>
                <a:cubicBezTo>
                  <a:pt x="3819648" y="793419"/>
                  <a:pt x="3825744" y="807745"/>
                  <a:pt x="3837672" y="819123"/>
                </a:cubicBezTo>
                <a:cubicBezTo>
                  <a:pt x="3849601" y="830502"/>
                  <a:pt x="3865788" y="836402"/>
                  <a:pt x="3886233" y="836823"/>
                </a:cubicBezTo>
                <a:cubicBezTo>
                  <a:pt x="3898354" y="836668"/>
                  <a:pt x="3908821" y="834025"/>
                  <a:pt x="3917632" y="828892"/>
                </a:cubicBezTo>
                <a:cubicBezTo>
                  <a:pt x="3926443" y="823760"/>
                  <a:pt x="3933374" y="817069"/>
                  <a:pt x="3938425" y="808820"/>
                </a:cubicBezTo>
                <a:lnTo>
                  <a:pt x="3917857" y="796203"/>
                </a:lnTo>
                <a:cubicBezTo>
                  <a:pt x="3915864" y="799684"/>
                  <a:pt x="3912329" y="803149"/>
                  <a:pt x="3907251" y="806599"/>
                </a:cubicBezTo>
                <a:cubicBezTo>
                  <a:pt x="3902173" y="810048"/>
                  <a:pt x="3895167" y="811904"/>
                  <a:pt x="3886233" y="812167"/>
                </a:cubicBezTo>
                <a:cubicBezTo>
                  <a:pt x="3875295" y="811984"/>
                  <a:pt x="3866575" y="809388"/>
                  <a:pt x="3860072" y="804378"/>
                </a:cubicBezTo>
                <a:cubicBezTo>
                  <a:pt x="3853570" y="799368"/>
                  <a:pt x="3849349" y="793038"/>
                  <a:pt x="3847410" y="785388"/>
                </a:cubicBezTo>
                <a:lnTo>
                  <a:pt x="3939197" y="785388"/>
                </a:lnTo>
                <a:cubicBezTo>
                  <a:pt x="3940662" y="770925"/>
                  <a:pt x="3938904" y="758483"/>
                  <a:pt x="3933922" y="748061"/>
                </a:cubicBezTo>
                <a:cubicBezTo>
                  <a:pt x="3928940" y="737639"/>
                  <a:pt x="3921715" y="729618"/>
                  <a:pt x="3912248" y="723996"/>
                </a:cubicBezTo>
                <a:cubicBezTo>
                  <a:pt x="3902781" y="718375"/>
                  <a:pt x="3892052" y="715532"/>
                  <a:pt x="3880062" y="715469"/>
                </a:cubicBezTo>
                <a:close/>
                <a:moveTo>
                  <a:pt x="3573461" y="715469"/>
                </a:moveTo>
                <a:cubicBezTo>
                  <a:pt x="3562124" y="715599"/>
                  <a:pt x="3552043" y="718365"/>
                  <a:pt x="3543218" y="723767"/>
                </a:cubicBezTo>
                <a:cubicBezTo>
                  <a:pt x="3534393" y="729170"/>
                  <a:pt x="3527441" y="736431"/>
                  <a:pt x="3522361" y="745550"/>
                </a:cubicBezTo>
                <a:cubicBezTo>
                  <a:pt x="3517280" y="754669"/>
                  <a:pt x="3514689" y="764867"/>
                  <a:pt x="3514586" y="776146"/>
                </a:cubicBezTo>
                <a:cubicBezTo>
                  <a:pt x="3514933" y="793420"/>
                  <a:pt x="3520532" y="807746"/>
                  <a:pt x="3531385" y="819124"/>
                </a:cubicBezTo>
                <a:cubicBezTo>
                  <a:pt x="3542238" y="830502"/>
                  <a:pt x="3556263" y="836402"/>
                  <a:pt x="3573461" y="836823"/>
                </a:cubicBezTo>
                <a:cubicBezTo>
                  <a:pt x="3581614" y="836738"/>
                  <a:pt x="3589107" y="834983"/>
                  <a:pt x="3595942" y="831558"/>
                </a:cubicBezTo>
                <a:cubicBezTo>
                  <a:pt x="3602776" y="828134"/>
                  <a:pt x="3608661" y="823553"/>
                  <a:pt x="3613598" y="817817"/>
                </a:cubicBezTo>
                <a:lnTo>
                  <a:pt x="3613598" y="928378"/>
                </a:lnTo>
                <a:lnTo>
                  <a:pt x="3638255" y="928378"/>
                </a:lnTo>
                <a:lnTo>
                  <a:pt x="3638255" y="717524"/>
                </a:lnTo>
                <a:lnTo>
                  <a:pt x="3613598" y="717524"/>
                </a:lnTo>
                <a:lnTo>
                  <a:pt x="3613598" y="734732"/>
                </a:lnTo>
                <a:cubicBezTo>
                  <a:pt x="3608661" y="728985"/>
                  <a:pt x="3602776" y="724362"/>
                  <a:pt x="3595942" y="720863"/>
                </a:cubicBezTo>
                <a:cubicBezTo>
                  <a:pt x="3589107" y="717363"/>
                  <a:pt x="3581614" y="715565"/>
                  <a:pt x="3573461" y="715469"/>
                </a:cubicBezTo>
                <a:close/>
                <a:moveTo>
                  <a:pt x="3053703" y="715469"/>
                </a:moveTo>
                <a:cubicBezTo>
                  <a:pt x="3042071" y="715599"/>
                  <a:pt x="3031520" y="718365"/>
                  <a:pt x="3022048" y="723767"/>
                </a:cubicBezTo>
                <a:cubicBezTo>
                  <a:pt x="3012577" y="729170"/>
                  <a:pt x="3005021" y="736431"/>
                  <a:pt x="2999381" y="745550"/>
                </a:cubicBezTo>
                <a:cubicBezTo>
                  <a:pt x="2993740" y="754669"/>
                  <a:pt x="2990850" y="764867"/>
                  <a:pt x="2990711" y="776146"/>
                </a:cubicBezTo>
                <a:cubicBezTo>
                  <a:pt x="2990850" y="787506"/>
                  <a:pt x="2993740" y="797743"/>
                  <a:pt x="2999381" y="806857"/>
                </a:cubicBezTo>
                <a:cubicBezTo>
                  <a:pt x="3005021" y="815972"/>
                  <a:pt x="3012577" y="823213"/>
                  <a:pt x="3022048" y="828582"/>
                </a:cubicBezTo>
                <a:cubicBezTo>
                  <a:pt x="3031520" y="833951"/>
                  <a:pt x="3042071" y="836699"/>
                  <a:pt x="3053703" y="836823"/>
                </a:cubicBezTo>
                <a:cubicBezTo>
                  <a:pt x="3065331" y="836699"/>
                  <a:pt x="3075860" y="833951"/>
                  <a:pt x="3085290" y="828582"/>
                </a:cubicBezTo>
                <a:cubicBezTo>
                  <a:pt x="3094720" y="823213"/>
                  <a:pt x="3102235" y="815972"/>
                  <a:pt x="3107834" y="806857"/>
                </a:cubicBezTo>
                <a:cubicBezTo>
                  <a:pt x="3113434" y="797743"/>
                  <a:pt x="3116301" y="787506"/>
                  <a:pt x="3116437" y="776146"/>
                </a:cubicBezTo>
                <a:cubicBezTo>
                  <a:pt x="3116301" y="764867"/>
                  <a:pt x="3113434" y="754669"/>
                  <a:pt x="3107834" y="745550"/>
                </a:cubicBezTo>
                <a:cubicBezTo>
                  <a:pt x="3102235" y="736431"/>
                  <a:pt x="3094720" y="729170"/>
                  <a:pt x="3085290" y="723767"/>
                </a:cubicBezTo>
                <a:cubicBezTo>
                  <a:pt x="3075860" y="718365"/>
                  <a:pt x="3065331" y="715599"/>
                  <a:pt x="3053703" y="715469"/>
                </a:cubicBezTo>
                <a:close/>
                <a:moveTo>
                  <a:pt x="2517988" y="715469"/>
                </a:moveTo>
                <a:cubicBezTo>
                  <a:pt x="2506150" y="715599"/>
                  <a:pt x="2495688" y="718365"/>
                  <a:pt x="2486602" y="723768"/>
                </a:cubicBezTo>
                <a:cubicBezTo>
                  <a:pt x="2477516" y="729171"/>
                  <a:pt x="2470387" y="736432"/>
                  <a:pt x="2465214" y="745551"/>
                </a:cubicBezTo>
                <a:cubicBezTo>
                  <a:pt x="2460042" y="754670"/>
                  <a:pt x="2457408" y="764868"/>
                  <a:pt x="2457311" y="776145"/>
                </a:cubicBezTo>
                <a:cubicBezTo>
                  <a:pt x="2457573" y="793419"/>
                  <a:pt x="2463669" y="807745"/>
                  <a:pt x="2475597" y="819123"/>
                </a:cubicBezTo>
                <a:cubicBezTo>
                  <a:pt x="2487526" y="830502"/>
                  <a:pt x="2503713" y="836402"/>
                  <a:pt x="2524158" y="836823"/>
                </a:cubicBezTo>
                <a:cubicBezTo>
                  <a:pt x="2536280" y="836668"/>
                  <a:pt x="2546746" y="834025"/>
                  <a:pt x="2555557" y="828892"/>
                </a:cubicBezTo>
                <a:cubicBezTo>
                  <a:pt x="2564368" y="823760"/>
                  <a:pt x="2571299" y="817069"/>
                  <a:pt x="2576350" y="808820"/>
                </a:cubicBezTo>
                <a:lnTo>
                  <a:pt x="2555782" y="796203"/>
                </a:lnTo>
                <a:cubicBezTo>
                  <a:pt x="2553789" y="799684"/>
                  <a:pt x="2550254" y="803149"/>
                  <a:pt x="2545176" y="806599"/>
                </a:cubicBezTo>
                <a:cubicBezTo>
                  <a:pt x="2540099" y="810048"/>
                  <a:pt x="2533092" y="811904"/>
                  <a:pt x="2524158" y="812167"/>
                </a:cubicBezTo>
                <a:cubicBezTo>
                  <a:pt x="2513220" y="811984"/>
                  <a:pt x="2504500" y="809388"/>
                  <a:pt x="2497998" y="804378"/>
                </a:cubicBezTo>
                <a:cubicBezTo>
                  <a:pt x="2491495" y="799368"/>
                  <a:pt x="2487274" y="793038"/>
                  <a:pt x="2485335" y="785388"/>
                </a:cubicBezTo>
                <a:lnTo>
                  <a:pt x="2577122" y="785388"/>
                </a:lnTo>
                <a:cubicBezTo>
                  <a:pt x="2578587" y="770925"/>
                  <a:pt x="2576829" y="758483"/>
                  <a:pt x="2571847" y="748061"/>
                </a:cubicBezTo>
                <a:cubicBezTo>
                  <a:pt x="2566865" y="737639"/>
                  <a:pt x="2559641" y="729618"/>
                  <a:pt x="2550174" y="723996"/>
                </a:cubicBezTo>
                <a:cubicBezTo>
                  <a:pt x="2540707" y="718375"/>
                  <a:pt x="2529978" y="715532"/>
                  <a:pt x="2517988" y="715469"/>
                </a:cubicBezTo>
                <a:close/>
                <a:moveTo>
                  <a:pt x="2158353" y="715469"/>
                </a:moveTo>
                <a:cubicBezTo>
                  <a:pt x="2146721" y="715599"/>
                  <a:pt x="2136170" y="718365"/>
                  <a:pt x="2126698" y="723767"/>
                </a:cubicBezTo>
                <a:cubicBezTo>
                  <a:pt x="2117227" y="729170"/>
                  <a:pt x="2109671" y="736431"/>
                  <a:pt x="2104031" y="745550"/>
                </a:cubicBezTo>
                <a:cubicBezTo>
                  <a:pt x="2098390" y="754669"/>
                  <a:pt x="2095500" y="764867"/>
                  <a:pt x="2095361" y="776146"/>
                </a:cubicBezTo>
                <a:cubicBezTo>
                  <a:pt x="2095500" y="787506"/>
                  <a:pt x="2098390" y="797743"/>
                  <a:pt x="2104031" y="806857"/>
                </a:cubicBezTo>
                <a:cubicBezTo>
                  <a:pt x="2109671" y="815972"/>
                  <a:pt x="2117227" y="823213"/>
                  <a:pt x="2126698" y="828582"/>
                </a:cubicBezTo>
                <a:cubicBezTo>
                  <a:pt x="2136170" y="833951"/>
                  <a:pt x="2146721" y="836699"/>
                  <a:pt x="2158353" y="836823"/>
                </a:cubicBezTo>
                <a:cubicBezTo>
                  <a:pt x="2169981" y="836699"/>
                  <a:pt x="2180510" y="833951"/>
                  <a:pt x="2189940" y="828582"/>
                </a:cubicBezTo>
                <a:cubicBezTo>
                  <a:pt x="2199370" y="823213"/>
                  <a:pt x="2206885" y="815972"/>
                  <a:pt x="2212484" y="806857"/>
                </a:cubicBezTo>
                <a:cubicBezTo>
                  <a:pt x="2218084" y="797743"/>
                  <a:pt x="2220951" y="787506"/>
                  <a:pt x="2221087" y="776146"/>
                </a:cubicBezTo>
                <a:cubicBezTo>
                  <a:pt x="2220951" y="764867"/>
                  <a:pt x="2218084" y="754669"/>
                  <a:pt x="2212484" y="745550"/>
                </a:cubicBezTo>
                <a:cubicBezTo>
                  <a:pt x="2206885" y="736431"/>
                  <a:pt x="2199370" y="729170"/>
                  <a:pt x="2189940" y="723767"/>
                </a:cubicBezTo>
                <a:cubicBezTo>
                  <a:pt x="2180510" y="718365"/>
                  <a:pt x="2169981" y="715599"/>
                  <a:pt x="2158353" y="715469"/>
                </a:cubicBezTo>
                <a:close/>
                <a:moveTo>
                  <a:pt x="5754999" y="683065"/>
                </a:moveTo>
                <a:lnTo>
                  <a:pt x="5754999" y="717526"/>
                </a:lnTo>
                <a:lnTo>
                  <a:pt x="5728767" y="717526"/>
                </a:lnTo>
                <a:lnTo>
                  <a:pt x="5728767" y="742183"/>
                </a:lnTo>
                <a:lnTo>
                  <a:pt x="5754999" y="742183"/>
                </a:lnTo>
                <a:lnTo>
                  <a:pt x="5754999" y="793642"/>
                </a:lnTo>
                <a:cubicBezTo>
                  <a:pt x="5754816" y="806987"/>
                  <a:pt x="5757878" y="817364"/>
                  <a:pt x="5764184" y="824771"/>
                </a:cubicBezTo>
                <a:cubicBezTo>
                  <a:pt x="5770489" y="832179"/>
                  <a:pt x="5781133" y="835939"/>
                  <a:pt x="5796115" y="836052"/>
                </a:cubicBezTo>
                <a:cubicBezTo>
                  <a:pt x="5797760" y="836047"/>
                  <a:pt x="5799678" y="835993"/>
                  <a:pt x="5801869" y="835891"/>
                </a:cubicBezTo>
                <a:cubicBezTo>
                  <a:pt x="5804060" y="835789"/>
                  <a:pt x="5805914" y="835672"/>
                  <a:pt x="5807430" y="835538"/>
                </a:cubicBezTo>
                <a:lnTo>
                  <a:pt x="5807430" y="811910"/>
                </a:lnTo>
                <a:cubicBezTo>
                  <a:pt x="5797272" y="813044"/>
                  <a:pt x="5790071" y="812057"/>
                  <a:pt x="5785828" y="808949"/>
                </a:cubicBezTo>
                <a:cubicBezTo>
                  <a:pt x="5781584" y="805841"/>
                  <a:pt x="5779527" y="800739"/>
                  <a:pt x="5779655" y="793642"/>
                </a:cubicBezTo>
                <a:lnTo>
                  <a:pt x="5779655" y="742183"/>
                </a:lnTo>
                <a:lnTo>
                  <a:pt x="5811288" y="742183"/>
                </a:lnTo>
                <a:lnTo>
                  <a:pt x="5811288" y="717526"/>
                </a:lnTo>
                <a:lnTo>
                  <a:pt x="5779655" y="717526"/>
                </a:lnTo>
                <a:lnTo>
                  <a:pt x="5779655" y="683065"/>
                </a:lnTo>
                <a:close/>
                <a:moveTo>
                  <a:pt x="5526399" y="683065"/>
                </a:moveTo>
                <a:lnTo>
                  <a:pt x="5526399" y="717526"/>
                </a:lnTo>
                <a:lnTo>
                  <a:pt x="5500167" y="717526"/>
                </a:lnTo>
                <a:lnTo>
                  <a:pt x="5500167" y="742183"/>
                </a:lnTo>
                <a:lnTo>
                  <a:pt x="5526399" y="742183"/>
                </a:lnTo>
                <a:lnTo>
                  <a:pt x="5526399" y="793642"/>
                </a:lnTo>
                <a:cubicBezTo>
                  <a:pt x="5526216" y="806987"/>
                  <a:pt x="5529278" y="817364"/>
                  <a:pt x="5535584" y="824771"/>
                </a:cubicBezTo>
                <a:cubicBezTo>
                  <a:pt x="5541889" y="832179"/>
                  <a:pt x="5552533" y="835939"/>
                  <a:pt x="5567515" y="836052"/>
                </a:cubicBezTo>
                <a:cubicBezTo>
                  <a:pt x="5569159" y="836047"/>
                  <a:pt x="5571078" y="835993"/>
                  <a:pt x="5573269" y="835891"/>
                </a:cubicBezTo>
                <a:cubicBezTo>
                  <a:pt x="5575460" y="835789"/>
                  <a:pt x="5577314" y="835672"/>
                  <a:pt x="5578830" y="835538"/>
                </a:cubicBezTo>
                <a:lnTo>
                  <a:pt x="5578830" y="811910"/>
                </a:lnTo>
                <a:cubicBezTo>
                  <a:pt x="5568672" y="813044"/>
                  <a:pt x="5561471" y="812057"/>
                  <a:pt x="5557228" y="808949"/>
                </a:cubicBezTo>
                <a:cubicBezTo>
                  <a:pt x="5552984" y="805841"/>
                  <a:pt x="5550927" y="800739"/>
                  <a:pt x="5551055" y="793642"/>
                </a:cubicBezTo>
                <a:lnTo>
                  <a:pt x="5551055" y="742183"/>
                </a:lnTo>
                <a:lnTo>
                  <a:pt x="5582688" y="742183"/>
                </a:lnTo>
                <a:lnTo>
                  <a:pt x="5582688" y="717526"/>
                </a:lnTo>
                <a:lnTo>
                  <a:pt x="5551055" y="717526"/>
                </a:lnTo>
                <a:lnTo>
                  <a:pt x="5551055" y="683065"/>
                </a:lnTo>
                <a:close/>
                <a:moveTo>
                  <a:pt x="4507224" y="683065"/>
                </a:moveTo>
                <a:lnTo>
                  <a:pt x="4507224" y="717526"/>
                </a:lnTo>
                <a:lnTo>
                  <a:pt x="4480992" y="717526"/>
                </a:lnTo>
                <a:lnTo>
                  <a:pt x="4480992" y="742183"/>
                </a:lnTo>
                <a:lnTo>
                  <a:pt x="4507224" y="742183"/>
                </a:lnTo>
                <a:lnTo>
                  <a:pt x="4507224" y="793642"/>
                </a:lnTo>
                <a:cubicBezTo>
                  <a:pt x="4507042" y="806987"/>
                  <a:pt x="4510103" y="817364"/>
                  <a:pt x="4516409" y="824771"/>
                </a:cubicBezTo>
                <a:cubicBezTo>
                  <a:pt x="4522714" y="832179"/>
                  <a:pt x="4533358" y="835939"/>
                  <a:pt x="4548340" y="836052"/>
                </a:cubicBezTo>
                <a:cubicBezTo>
                  <a:pt x="4549984" y="836047"/>
                  <a:pt x="4551903" y="835993"/>
                  <a:pt x="4554094" y="835891"/>
                </a:cubicBezTo>
                <a:cubicBezTo>
                  <a:pt x="4556285" y="835789"/>
                  <a:pt x="4558139" y="835672"/>
                  <a:pt x="4559655" y="835538"/>
                </a:cubicBezTo>
                <a:lnTo>
                  <a:pt x="4559655" y="811910"/>
                </a:lnTo>
                <a:cubicBezTo>
                  <a:pt x="4549497" y="813044"/>
                  <a:pt x="4542296" y="812057"/>
                  <a:pt x="4538053" y="808949"/>
                </a:cubicBezTo>
                <a:cubicBezTo>
                  <a:pt x="4533809" y="805841"/>
                  <a:pt x="4531752" y="800739"/>
                  <a:pt x="4531880" y="793642"/>
                </a:cubicBezTo>
                <a:lnTo>
                  <a:pt x="4531880" y="742183"/>
                </a:lnTo>
                <a:lnTo>
                  <a:pt x="4563513" y="742183"/>
                </a:lnTo>
                <a:lnTo>
                  <a:pt x="4563513" y="717526"/>
                </a:lnTo>
                <a:lnTo>
                  <a:pt x="4531880" y="717526"/>
                </a:lnTo>
                <a:lnTo>
                  <a:pt x="4531880" y="683065"/>
                </a:lnTo>
                <a:close/>
                <a:moveTo>
                  <a:pt x="4078599" y="683065"/>
                </a:moveTo>
                <a:lnTo>
                  <a:pt x="4078599" y="717526"/>
                </a:lnTo>
                <a:lnTo>
                  <a:pt x="4052367" y="717526"/>
                </a:lnTo>
                <a:lnTo>
                  <a:pt x="4052367" y="742183"/>
                </a:lnTo>
                <a:lnTo>
                  <a:pt x="4078599" y="742183"/>
                </a:lnTo>
                <a:lnTo>
                  <a:pt x="4078599" y="793642"/>
                </a:lnTo>
                <a:cubicBezTo>
                  <a:pt x="4078417" y="806987"/>
                  <a:pt x="4081478" y="817364"/>
                  <a:pt x="4087784" y="824771"/>
                </a:cubicBezTo>
                <a:cubicBezTo>
                  <a:pt x="4094089" y="832179"/>
                  <a:pt x="4104733" y="835939"/>
                  <a:pt x="4119715" y="836052"/>
                </a:cubicBezTo>
                <a:cubicBezTo>
                  <a:pt x="4121360" y="836047"/>
                  <a:pt x="4123278" y="835993"/>
                  <a:pt x="4125469" y="835891"/>
                </a:cubicBezTo>
                <a:cubicBezTo>
                  <a:pt x="4127660" y="835789"/>
                  <a:pt x="4129514" y="835672"/>
                  <a:pt x="4131031" y="835538"/>
                </a:cubicBezTo>
                <a:lnTo>
                  <a:pt x="4131031" y="811910"/>
                </a:lnTo>
                <a:cubicBezTo>
                  <a:pt x="4120872" y="813044"/>
                  <a:pt x="4113671" y="812057"/>
                  <a:pt x="4109428" y="808949"/>
                </a:cubicBezTo>
                <a:cubicBezTo>
                  <a:pt x="4105184" y="805841"/>
                  <a:pt x="4103127" y="800739"/>
                  <a:pt x="4103256" y="793642"/>
                </a:cubicBezTo>
                <a:lnTo>
                  <a:pt x="4103256" y="742183"/>
                </a:lnTo>
                <a:lnTo>
                  <a:pt x="4134888" y="742183"/>
                </a:lnTo>
                <a:lnTo>
                  <a:pt x="4134888" y="717526"/>
                </a:lnTo>
                <a:lnTo>
                  <a:pt x="4103256" y="717526"/>
                </a:lnTo>
                <a:lnTo>
                  <a:pt x="4103256" y="683065"/>
                </a:lnTo>
                <a:close/>
                <a:moveTo>
                  <a:pt x="2706999" y="683065"/>
                </a:moveTo>
                <a:lnTo>
                  <a:pt x="2706999" y="717526"/>
                </a:lnTo>
                <a:lnTo>
                  <a:pt x="2680767" y="717526"/>
                </a:lnTo>
                <a:lnTo>
                  <a:pt x="2680767" y="742183"/>
                </a:lnTo>
                <a:lnTo>
                  <a:pt x="2706999" y="742183"/>
                </a:lnTo>
                <a:lnTo>
                  <a:pt x="2706999" y="793642"/>
                </a:lnTo>
                <a:cubicBezTo>
                  <a:pt x="2706817" y="806987"/>
                  <a:pt x="2709879" y="817364"/>
                  <a:pt x="2716184" y="824771"/>
                </a:cubicBezTo>
                <a:cubicBezTo>
                  <a:pt x="2722489" y="832179"/>
                  <a:pt x="2733133" y="835939"/>
                  <a:pt x="2748115" y="836052"/>
                </a:cubicBezTo>
                <a:cubicBezTo>
                  <a:pt x="2749760" y="836047"/>
                  <a:pt x="2751678" y="835993"/>
                  <a:pt x="2753869" y="835891"/>
                </a:cubicBezTo>
                <a:cubicBezTo>
                  <a:pt x="2756061" y="835789"/>
                  <a:pt x="2757915" y="835672"/>
                  <a:pt x="2759431" y="835538"/>
                </a:cubicBezTo>
                <a:lnTo>
                  <a:pt x="2759431" y="811910"/>
                </a:lnTo>
                <a:cubicBezTo>
                  <a:pt x="2749272" y="813044"/>
                  <a:pt x="2742072" y="812057"/>
                  <a:pt x="2737828" y="808949"/>
                </a:cubicBezTo>
                <a:cubicBezTo>
                  <a:pt x="2733585" y="805841"/>
                  <a:pt x="2731527" y="800739"/>
                  <a:pt x="2731656" y="793642"/>
                </a:cubicBezTo>
                <a:lnTo>
                  <a:pt x="2731656" y="742183"/>
                </a:lnTo>
                <a:lnTo>
                  <a:pt x="2763288" y="742183"/>
                </a:lnTo>
                <a:lnTo>
                  <a:pt x="2763288" y="717526"/>
                </a:lnTo>
                <a:lnTo>
                  <a:pt x="2731656" y="717526"/>
                </a:lnTo>
                <a:lnTo>
                  <a:pt x="2731656" y="683065"/>
                </a:lnTo>
                <a:close/>
                <a:moveTo>
                  <a:pt x="2611749" y="683065"/>
                </a:moveTo>
                <a:lnTo>
                  <a:pt x="2611749" y="717526"/>
                </a:lnTo>
                <a:lnTo>
                  <a:pt x="2585517" y="717526"/>
                </a:lnTo>
                <a:lnTo>
                  <a:pt x="2585517" y="742183"/>
                </a:lnTo>
                <a:lnTo>
                  <a:pt x="2611749" y="742183"/>
                </a:lnTo>
                <a:lnTo>
                  <a:pt x="2611749" y="793642"/>
                </a:lnTo>
                <a:cubicBezTo>
                  <a:pt x="2611567" y="806987"/>
                  <a:pt x="2614628" y="817364"/>
                  <a:pt x="2620934" y="824771"/>
                </a:cubicBezTo>
                <a:cubicBezTo>
                  <a:pt x="2627240" y="832179"/>
                  <a:pt x="2637883" y="835939"/>
                  <a:pt x="2652865" y="836052"/>
                </a:cubicBezTo>
                <a:cubicBezTo>
                  <a:pt x="2654510" y="836047"/>
                  <a:pt x="2656428" y="835993"/>
                  <a:pt x="2658619" y="835891"/>
                </a:cubicBezTo>
                <a:cubicBezTo>
                  <a:pt x="2660811" y="835789"/>
                  <a:pt x="2662664" y="835672"/>
                  <a:pt x="2664181" y="835538"/>
                </a:cubicBezTo>
                <a:lnTo>
                  <a:pt x="2664181" y="811910"/>
                </a:lnTo>
                <a:cubicBezTo>
                  <a:pt x="2654022" y="813044"/>
                  <a:pt x="2646821" y="812057"/>
                  <a:pt x="2642578" y="808949"/>
                </a:cubicBezTo>
                <a:cubicBezTo>
                  <a:pt x="2638334" y="805841"/>
                  <a:pt x="2636277" y="800739"/>
                  <a:pt x="2636406" y="793642"/>
                </a:cubicBezTo>
                <a:lnTo>
                  <a:pt x="2636406" y="742183"/>
                </a:lnTo>
                <a:lnTo>
                  <a:pt x="2668038" y="742183"/>
                </a:lnTo>
                <a:lnTo>
                  <a:pt x="2668038" y="717526"/>
                </a:lnTo>
                <a:lnTo>
                  <a:pt x="2636406" y="717526"/>
                </a:lnTo>
                <a:lnTo>
                  <a:pt x="2636406" y="683065"/>
                </a:lnTo>
                <a:close/>
                <a:moveTo>
                  <a:pt x="5216170" y="670978"/>
                </a:moveTo>
                <a:lnTo>
                  <a:pt x="5234424" y="700521"/>
                </a:lnTo>
                <a:lnTo>
                  <a:pt x="5257049" y="700521"/>
                </a:lnTo>
                <a:lnTo>
                  <a:pt x="5238537" y="670978"/>
                </a:lnTo>
                <a:close/>
                <a:moveTo>
                  <a:pt x="7025922" y="669949"/>
                </a:moveTo>
                <a:cubicBezTo>
                  <a:pt x="7021705" y="670045"/>
                  <a:pt x="7018194" y="671458"/>
                  <a:pt x="7015390" y="674188"/>
                </a:cubicBezTo>
                <a:cubicBezTo>
                  <a:pt x="7012585" y="676917"/>
                  <a:pt x="7011130" y="680385"/>
                  <a:pt x="7011023" y="684592"/>
                </a:cubicBezTo>
                <a:cubicBezTo>
                  <a:pt x="7011130" y="688809"/>
                  <a:pt x="7012585" y="692320"/>
                  <a:pt x="7015390" y="695125"/>
                </a:cubicBezTo>
                <a:cubicBezTo>
                  <a:pt x="7018194" y="697929"/>
                  <a:pt x="7021705" y="699385"/>
                  <a:pt x="7025922" y="699492"/>
                </a:cubicBezTo>
                <a:cubicBezTo>
                  <a:pt x="7030017" y="699385"/>
                  <a:pt x="7033453" y="697929"/>
                  <a:pt x="7036230" y="695125"/>
                </a:cubicBezTo>
                <a:cubicBezTo>
                  <a:pt x="7039008" y="692320"/>
                  <a:pt x="7040453" y="688809"/>
                  <a:pt x="7040566" y="684592"/>
                </a:cubicBezTo>
                <a:cubicBezTo>
                  <a:pt x="7040453" y="680385"/>
                  <a:pt x="7039008" y="676917"/>
                  <a:pt x="7036230" y="674188"/>
                </a:cubicBezTo>
                <a:cubicBezTo>
                  <a:pt x="7033453" y="671458"/>
                  <a:pt x="7030017" y="670045"/>
                  <a:pt x="7025922" y="669949"/>
                </a:cubicBezTo>
                <a:close/>
                <a:moveTo>
                  <a:pt x="4911373" y="669949"/>
                </a:moveTo>
                <a:cubicBezTo>
                  <a:pt x="4907155" y="670045"/>
                  <a:pt x="4903644" y="671458"/>
                  <a:pt x="4900840" y="674188"/>
                </a:cubicBezTo>
                <a:cubicBezTo>
                  <a:pt x="4898035" y="676917"/>
                  <a:pt x="4896580" y="680385"/>
                  <a:pt x="4896473" y="684592"/>
                </a:cubicBezTo>
                <a:cubicBezTo>
                  <a:pt x="4896580" y="688809"/>
                  <a:pt x="4898035" y="692320"/>
                  <a:pt x="4900840" y="695125"/>
                </a:cubicBezTo>
                <a:cubicBezTo>
                  <a:pt x="4903644" y="697929"/>
                  <a:pt x="4907155" y="699385"/>
                  <a:pt x="4911373" y="699492"/>
                </a:cubicBezTo>
                <a:cubicBezTo>
                  <a:pt x="4915467" y="699385"/>
                  <a:pt x="4918903" y="697929"/>
                  <a:pt x="4921680" y="695125"/>
                </a:cubicBezTo>
                <a:cubicBezTo>
                  <a:pt x="4924458" y="692320"/>
                  <a:pt x="4925903" y="688809"/>
                  <a:pt x="4926016" y="684592"/>
                </a:cubicBezTo>
                <a:cubicBezTo>
                  <a:pt x="4925903" y="680385"/>
                  <a:pt x="4924458" y="676917"/>
                  <a:pt x="4921680" y="674188"/>
                </a:cubicBezTo>
                <a:cubicBezTo>
                  <a:pt x="4918903" y="671458"/>
                  <a:pt x="4915467" y="670045"/>
                  <a:pt x="4911373" y="669949"/>
                </a:cubicBezTo>
                <a:close/>
                <a:moveTo>
                  <a:pt x="3387373" y="669949"/>
                </a:moveTo>
                <a:cubicBezTo>
                  <a:pt x="3383155" y="670045"/>
                  <a:pt x="3379645" y="671458"/>
                  <a:pt x="3376840" y="674188"/>
                </a:cubicBezTo>
                <a:cubicBezTo>
                  <a:pt x="3374036" y="676917"/>
                  <a:pt x="3372580" y="680385"/>
                  <a:pt x="3372473" y="684592"/>
                </a:cubicBezTo>
                <a:cubicBezTo>
                  <a:pt x="3372580" y="688809"/>
                  <a:pt x="3374036" y="692320"/>
                  <a:pt x="3376840" y="695125"/>
                </a:cubicBezTo>
                <a:cubicBezTo>
                  <a:pt x="3379645" y="697929"/>
                  <a:pt x="3383155" y="699385"/>
                  <a:pt x="3387373" y="699492"/>
                </a:cubicBezTo>
                <a:cubicBezTo>
                  <a:pt x="3391467" y="699385"/>
                  <a:pt x="3394903" y="697929"/>
                  <a:pt x="3397681" y="695125"/>
                </a:cubicBezTo>
                <a:cubicBezTo>
                  <a:pt x="3400458" y="692320"/>
                  <a:pt x="3401903" y="688809"/>
                  <a:pt x="3402016" y="684592"/>
                </a:cubicBezTo>
                <a:cubicBezTo>
                  <a:pt x="3401903" y="680385"/>
                  <a:pt x="3400458" y="676917"/>
                  <a:pt x="3397681" y="674188"/>
                </a:cubicBezTo>
                <a:cubicBezTo>
                  <a:pt x="3394903" y="671458"/>
                  <a:pt x="3391467" y="670045"/>
                  <a:pt x="3387373" y="669949"/>
                </a:cubicBezTo>
                <a:close/>
                <a:moveTo>
                  <a:pt x="2806348" y="669949"/>
                </a:moveTo>
                <a:cubicBezTo>
                  <a:pt x="2802131" y="670045"/>
                  <a:pt x="2798620" y="671458"/>
                  <a:pt x="2795815" y="674188"/>
                </a:cubicBezTo>
                <a:cubicBezTo>
                  <a:pt x="2793011" y="676917"/>
                  <a:pt x="2791555" y="680385"/>
                  <a:pt x="2791448" y="684592"/>
                </a:cubicBezTo>
                <a:cubicBezTo>
                  <a:pt x="2791555" y="688809"/>
                  <a:pt x="2793011" y="692320"/>
                  <a:pt x="2795815" y="695125"/>
                </a:cubicBezTo>
                <a:cubicBezTo>
                  <a:pt x="2798620" y="697929"/>
                  <a:pt x="2802131" y="699385"/>
                  <a:pt x="2806348" y="699492"/>
                </a:cubicBezTo>
                <a:cubicBezTo>
                  <a:pt x="2810442" y="699385"/>
                  <a:pt x="2813878" y="697929"/>
                  <a:pt x="2816656" y="695125"/>
                </a:cubicBezTo>
                <a:cubicBezTo>
                  <a:pt x="2819434" y="692320"/>
                  <a:pt x="2820878" y="688809"/>
                  <a:pt x="2820991" y="684592"/>
                </a:cubicBezTo>
                <a:cubicBezTo>
                  <a:pt x="2820878" y="680385"/>
                  <a:pt x="2819434" y="676917"/>
                  <a:pt x="2816656" y="674188"/>
                </a:cubicBezTo>
                <a:cubicBezTo>
                  <a:pt x="2813878" y="671458"/>
                  <a:pt x="2810442" y="670045"/>
                  <a:pt x="2806348" y="669949"/>
                </a:cubicBezTo>
                <a:close/>
                <a:moveTo>
                  <a:pt x="2415823" y="669949"/>
                </a:moveTo>
                <a:cubicBezTo>
                  <a:pt x="2411605" y="670045"/>
                  <a:pt x="2408095" y="671458"/>
                  <a:pt x="2405290" y="674188"/>
                </a:cubicBezTo>
                <a:cubicBezTo>
                  <a:pt x="2402486" y="676917"/>
                  <a:pt x="2401030" y="680385"/>
                  <a:pt x="2400923" y="684592"/>
                </a:cubicBezTo>
                <a:cubicBezTo>
                  <a:pt x="2401030" y="688809"/>
                  <a:pt x="2402486" y="692320"/>
                  <a:pt x="2405290" y="695125"/>
                </a:cubicBezTo>
                <a:cubicBezTo>
                  <a:pt x="2408095" y="697929"/>
                  <a:pt x="2411605" y="699385"/>
                  <a:pt x="2415823" y="699492"/>
                </a:cubicBezTo>
                <a:cubicBezTo>
                  <a:pt x="2419917" y="699385"/>
                  <a:pt x="2423353" y="697929"/>
                  <a:pt x="2426131" y="695125"/>
                </a:cubicBezTo>
                <a:cubicBezTo>
                  <a:pt x="2428908" y="692320"/>
                  <a:pt x="2430353" y="688809"/>
                  <a:pt x="2430466" y="684592"/>
                </a:cubicBezTo>
                <a:cubicBezTo>
                  <a:pt x="2430353" y="680385"/>
                  <a:pt x="2428908" y="676917"/>
                  <a:pt x="2426131" y="674188"/>
                </a:cubicBezTo>
                <a:cubicBezTo>
                  <a:pt x="2423353" y="671458"/>
                  <a:pt x="2419917" y="670045"/>
                  <a:pt x="2415823" y="669949"/>
                </a:cubicBezTo>
                <a:close/>
                <a:moveTo>
                  <a:pt x="2056691" y="654776"/>
                </a:moveTo>
                <a:lnTo>
                  <a:pt x="2026876" y="719584"/>
                </a:lnTo>
                <a:lnTo>
                  <a:pt x="2047695" y="719584"/>
                </a:lnTo>
                <a:lnTo>
                  <a:pt x="2082908" y="654776"/>
                </a:lnTo>
                <a:close/>
                <a:moveTo>
                  <a:pt x="1889145" y="654776"/>
                </a:moveTo>
                <a:lnTo>
                  <a:pt x="1889145" y="834766"/>
                </a:lnTo>
                <a:lnTo>
                  <a:pt x="1996612" y="834766"/>
                </a:lnTo>
                <a:lnTo>
                  <a:pt x="1996612" y="808052"/>
                </a:lnTo>
                <a:lnTo>
                  <a:pt x="1915858" y="808052"/>
                </a:lnTo>
                <a:lnTo>
                  <a:pt x="1915858" y="654776"/>
                </a:lnTo>
                <a:close/>
                <a:moveTo>
                  <a:pt x="6947348" y="623915"/>
                </a:moveTo>
                <a:lnTo>
                  <a:pt x="6947348" y="734732"/>
                </a:lnTo>
                <a:cubicBezTo>
                  <a:pt x="6942411" y="728985"/>
                  <a:pt x="6936525" y="724362"/>
                  <a:pt x="6929691" y="720863"/>
                </a:cubicBezTo>
                <a:cubicBezTo>
                  <a:pt x="6922857" y="717363"/>
                  <a:pt x="6915363" y="715565"/>
                  <a:pt x="6907210" y="715469"/>
                </a:cubicBezTo>
                <a:cubicBezTo>
                  <a:pt x="6895874" y="715599"/>
                  <a:pt x="6885793" y="718365"/>
                  <a:pt x="6876968" y="723766"/>
                </a:cubicBezTo>
                <a:cubicBezTo>
                  <a:pt x="6868143" y="729168"/>
                  <a:pt x="6861191" y="736428"/>
                  <a:pt x="6856110" y="745544"/>
                </a:cubicBezTo>
                <a:cubicBezTo>
                  <a:pt x="6851030" y="754661"/>
                  <a:pt x="6848438" y="764856"/>
                  <a:pt x="6848336" y="776130"/>
                </a:cubicBezTo>
                <a:cubicBezTo>
                  <a:pt x="6848682" y="793412"/>
                  <a:pt x="6854282" y="807743"/>
                  <a:pt x="6865134" y="819122"/>
                </a:cubicBezTo>
                <a:cubicBezTo>
                  <a:pt x="6875987" y="830502"/>
                  <a:pt x="6890013" y="836402"/>
                  <a:pt x="6907210" y="836823"/>
                </a:cubicBezTo>
                <a:cubicBezTo>
                  <a:pt x="6915363" y="836738"/>
                  <a:pt x="6922857" y="834983"/>
                  <a:pt x="6929691" y="831558"/>
                </a:cubicBezTo>
                <a:cubicBezTo>
                  <a:pt x="6936525" y="828134"/>
                  <a:pt x="6942411" y="823553"/>
                  <a:pt x="6947348" y="817817"/>
                </a:cubicBezTo>
                <a:lnTo>
                  <a:pt x="6947348" y="834766"/>
                </a:lnTo>
                <a:lnTo>
                  <a:pt x="6972005" y="834766"/>
                </a:lnTo>
                <a:lnTo>
                  <a:pt x="6972005" y="623915"/>
                </a:lnTo>
                <a:close/>
                <a:moveTo>
                  <a:pt x="4832798" y="623915"/>
                </a:moveTo>
                <a:lnTo>
                  <a:pt x="4832798" y="734732"/>
                </a:lnTo>
                <a:cubicBezTo>
                  <a:pt x="4827861" y="728985"/>
                  <a:pt x="4821975" y="724362"/>
                  <a:pt x="4815141" y="720863"/>
                </a:cubicBezTo>
                <a:cubicBezTo>
                  <a:pt x="4808307" y="717363"/>
                  <a:pt x="4800813" y="715565"/>
                  <a:pt x="4792661" y="715469"/>
                </a:cubicBezTo>
                <a:cubicBezTo>
                  <a:pt x="4781324" y="715599"/>
                  <a:pt x="4771243" y="718365"/>
                  <a:pt x="4762418" y="723766"/>
                </a:cubicBezTo>
                <a:cubicBezTo>
                  <a:pt x="4753593" y="729168"/>
                  <a:pt x="4746640" y="736428"/>
                  <a:pt x="4741560" y="745544"/>
                </a:cubicBezTo>
                <a:cubicBezTo>
                  <a:pt x="4736480" y="754661"/>
                  <a:pt x="4733888" y="764856"/>
                  <a:pt x="4733785" y="776130"/>
                </a:cubicBezTo>
                <a:cubicBezTo>
                  <a:pt x="4734132" y="793412"/>
                  <a:pt x="4739732" y="807743"/>
                  <a:pt x="4750585" y="819122"/>
                </a:cubicBezTo>
                <a:cubicBezTo>
                  <a:pt x="4761437" y="830502"/>
                  <a:pt x="4775463" y="836402"/>
                  <a:pt x="4792661" y="836823"/>
                </a:cubicBezTo>
                <a:cubicBezTo>
                  <a:pt x="4800813" y="836738"/>
                  <a:pt x="4808307" y="834983"/>
                  <a:pt x="4815141" y="831558"/>
                </a:cubicBezTo>
                <a:cubicBezTo>
                  <a:pt x="4821975" y="828134"/>
                  <a:pt x="4827861" y="823553"/>
                  <a:pt x="4832798" y="817817"/>
                </a:cubicBezTo>
                <a:lnTo>
                  <a:pt x="4832798" y="834766"/>
                </a:lnTo>
                <a:lnTo>
                  <a:pt x="4857454" y="834766"/>
                </a:lnTo>
                <a:lnTo>
                  <a:pt x="4857454" y="623915"/>
                </a:lnTo>
                <a:close/>
                <a:moveTo>
                  <a:pt x="3308798" y="623915"/>
                </a:moveTo>
                <a:lnTo>
                  <a:pt x="3308798" y="734732"/>
                </a:lnTo>
                <a:cubicBezTo>
                  <a:pt x="3303862" y="728985"/>
                  <a:pt x="3297976" y="724362"/>
                  <a:pt x="3291142" y="720863"/>
                </a:cubicBezTo>
                <a:cubicBezTo>
                  <a:pt x="3284307" y="717363"/>
                  <a:pt x="3276814" y="715565"/>
                  <a:pt x="3268661" y="715469"/>
                </a:cubicBezTo>
                <a:cubicBezTo>
                  <a:pt x="3257324" y="715599"/>
                  <a:pt x="3247243" y="718365"/>
                  <a:pt x="3238418" y="723766"/>
                </a:cubicBezTo>
                <a:cubicBezTo>
                  <a:pt x="3229593" y="729168"/>
                  <a:pt x="3222641" y="736428"/>
                  <a:pt x="3217560" y="745544"/>
                </a:cubicBezTo>
                <a:cubicBezTo>
                  <a:pt x="3212480" y="754661"/>
                  <a:pt x="3209889" y="764856"/>
                  <a:pt x="3209786" y="776130"/>
                </a:cubicBezTo>
                <a:cubicBezTo>
                  <a:pt x="3210133" y="793412"/>
                  <a:pt x="3215733" y="807743"/>
                  <a:pt x="3226585" y="819122"/>
                </a:cubicBezTo>
                <a:cubicBezTo>
                  <a:pt x="3237438" y="830502"/>
                  <a:pt x="3251463" y="836402"/>
                  <a:pt x="3268661" y="836823"/>
                </a:cubicBezTo>
                <a:cubicBezTo>
                  <a:pt x="3276814" y="836738"/>
                  <a:pt x="3284307" y="834983"/>
                  <a:pt x="3291142" y="831558"/>
                </a:cubicBezTo>
                <a:cubicBezTo>
                  <a:pt x="3297976" y="828134"/>
                  <a:pt x="3303862" y="823553"/>
                  <a:pt x="3308798" y="817817"/>
                </a:cubicBezTo>
                <a:lnTo>
                  <a:pt x="3308798" y="834766"/>
                </a:lnTo>
                <a:lnTo>
                  <a:pt x="3333455" y="834766"/>
                </a:lnTo>
                <a:lnTo>
                  <a:pt x="3333455" y="623915"/>
                </a:lnTo>
                <a:close/>
                <a:moveTo>
                  <a:pt x="2248523" y="623915"/>
                </a:moveTo>
                <a:lnTo>
                  <a:pt x="2248523" y="834766"/>
                </a:lnTo>
                <a:lnTo>
                  <a:pt x="2273180" y="834766"/>
                </a:lnTo>
                <a:lnTo>
                  <a:pt x="2273180" y="817817"/>
                </a:lnTo>
                <a:cubicBezTo>
                  <a:pt x="2278223" y="823553"/>
                  <a:pt x="2284152" y="828134"/>
                  <a:pt x="2290964" y="831558"/>
                </a:cubicBezTo>
                <a:cubicBezTo>
                  <a:pt x="2297777" y="834983"/>
                  <a:pt x="2305314" y="836738"/>
                  <a:pt x="2313574" y="836823"/>
                </a:cubicBezTo>
                <a:cubicBezTo>
                  <a:pt x="2330772" y="836402"/>
                  <a:pt x="2344797" y="830502"/>
                  <a:pt x="2355650" y="819124"/>
                </a:cubicBezTo>
                <a:cubicBezTo>
                  <a:pt x="2366502" y="807746"/>
                  <a:pt x="2372102" y="793420"/>
                  <a:pt x="2372449" y="776146"/>
                </a:cubicBezTo>
                <a:cubicBezTo>
                  <a:pt x="2372346" y="764867"/>
                  <a:pt x="2369755" y="754669"/>
                  <a:pt x="2364674" y="745550"/>
                </a:cubicBezTo>
                <a:cubicBezTo>
                  <a:pt x="2359594" y="736431"/>
                  <a:pt x="2352642" y="729170"/>
                  <a:pt x="2343817" y="723767"/>
                </a:cubicBezTo>
                <a:cubicBezTo>
                  <a:pt x="2334992" y="718365"/>
                  <a:pt x="2324911" y="715599"/>
                  <a:pt x="2313574" y="715469"/>
                </a:cubicBezTo>
                <a:cubicBezTo>
                  <a:pt x="2305314" y="715565"/>
                  <a:pt x="2297777" y="717363"/>
                  <a:pt x="2290964" y="720863"/>
                </a:cubicBezTo>
                <a:cubicBezTo>
                  <a:pt x="2284152" y="724362"/>
                  <a:pt x="2278223" y="728985"/>
                  <a:pt x="2273180" y="734732"/>
                </a:cubicBezTo>
                <a:lnTo>
                  <a:pt x="2273180" y="623915"/>
                </a:lnTo>
                <a:close/>
                <a:moveTo>
                  <a:pt x="6563348" y="623883"/>
                </a:moveTo>
                <a:lnTo>
                  <a:pt x="6563348" y="834766"/>
                </a:lnTo>
                <a:lnTo>
                  <a:pt x="6588004" y="834766"/>
                </a:lnTo>
                <a:lnTo>
                  <a:pt x="6588004" y="623883"/>
                </a:lnTo>
                <a:close/>
                <a:moveTo>
                  <a:pt x="6506197" y="623883"/>
                </a:moveTo>
                <a:lnTo>
                  <a:pt x="6506197" y="834766"/>
                </a:lnTo>
                <a:lnTo>
                  <a:pt x="6530854" y="834766"/>
                </a:lnTo>
                <a:lnTo>
                  <a:pt x="6530854" y="623883"/>
                </a:lnTo>
                <a:close/>
                <a:moveTo>
                  <a:pt x="0" y="0"/>
                </a:moveTo>
                <a:lnTo>
                  <a:pt x="7534102" y="0"/>
                </a:lnTo>
                <a:lnTo>
                  <a:pt x="7534102" y="3681"/>
                </a:lnTo>
                <a:lnTo>
                  <a:pt x="7541460" y="2"/>
                </a:lnTo>
                <a:lnTo>
                  <a:pt x="8601333" y="529938"/>
                </a:lnTo>
                <a:lnTo>
                  <a:pt x="8601333" y="1876329"/>
                </a:lnTo>
                <a:lnTo>
                  <a:pt x="7541460" y="2406265"/>
                </a:lnTo>
                <a:lnTo>
                  <a:pt x="7534102" y="2402586"/>
                </a:lnTo>
                <a:lnTo>
                  <a:pt x="7534102" y="2406263"/>
                </a:lnTo>
                <a:lnTo>
                  <a:pt x="0" y="2406263"/>
                </a:lnTo>
                <a:close/>
              </a:path>
            </a:pathLst>
          </a:custGeom>
          <a:solidFill>
            <a:srgbClr val="4953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it-IT" sz="2000" dirty="0">
              <a:solidFill>
                <a:srgbClr val="49535D"/>
              </a:solidFill>
              <a:latin typeface="MADE INFINITY Personal Use" pitchFamily="50" charset="0"/>
              <a:ea typeface="Roboto" pitchFamily="2" charset="0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0652A56F-974C-68E1-B5B3-E17053673F72}"/>
              </a:ext>
            </a:extLst>
          </p:cNvPr>
          <p:cNvGrpSpPr/>
          <p:nvPr/>
        </p:nvGrpSpPr>
        <p:grpSpPr>
          <a:xfrm>
            <a:off x="-9543876" y="1725162"/>
            <a:ext cx="8601333" cy="2406265"/>
            <a:chOff x="-1438101" y="1725162"/>
            <a:chExt cx="8601333" cy="2406265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277E8E2-793A-B3AC-788A-1D79A40527F8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55BA97DB-8195-06CC-B0B2-60BABEAFF9FD}"/>
                </a:ext>
              </a:extLst>
            </p:cNvPr>
            <p:cNvSpPr txBox="1"/>
            <p:nvPr/>
          </p:nvSpPr>
          <p:spPr>
            <a:xfrm>
              <a:off x="84092" y="2466629"/>
              <a:ext cx="57113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E9F0F7"/>
                  </a:solidFill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l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Particle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Swarm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it-IT" sz="1800" dirty="0" err="1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Optimization</a:t>
              </a:r>
              <a:r>
                <a:rPr lang="it-IT" sz="1800" dirty="0">
                  <a:solidFill>
                    <a:srgbClr val="E9F0F7"/>
                  </a:solidFill>
                  <a:effectLst/>
                  <a:latin typeface="MADE INFINITY Beside Personal U" pitchFamily="50" charset="0"/>
                  <a:ea typeface="Calibri" panose="020F0502020204030204" pitchFamily="34" charset="0"/>
                  <a:cs typeface="Times New Roman" panose="02020603050405020304" pitchFamily="18" charset="0"/>
                </a:rPr>
                <a:t> è un metodo computazionale che ottimizza un problema cercando iterativamente di migliorare una soluzione </a:t>
              </a:r>
              <a:endParaRPr lang="it-IT" b="1" dirty="0">
                <a:solidFill>
                  <a:srgbClr val="E9F0F7"/>
                </a:solidFill>
                <a:latin typeface="MADE INFINITY Beside Personal U" pitchFamily="50" charset="0"/>
              </a:endParaRPr>
            </a:p>
          </p:txBody>
        </p:sp>
      </p:grpSp>
      <p:pic>
        <p:nvPicPr>
          <p:cNvPr id="6" name="Immagine 5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4A5A1612-89D6-6BF0-9056-82ABA5B5448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07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0"/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1E1484-55EA-45F3-0478-834D0E70BF12}"/>
              </a:ext>
            </a:extLst>
          </p:cNvPr>
          <p:cNvSpPr txBox="1"/>
          <p:nvPr/>
        </p:nvSpPr>
        <p:spPr>
          <a:xfrm>
            <a:off x="-1438101" y="1725162"/>
            <a:ext cx="8601333" cy="2406265"/>
          </a:xfrm>
          <a:custGeom>
            <a:avLst/>
            <a:gdLst/>
            <a:ahLst/>
            <a:cxnLst/>
            <a:rect l="l" t="t" r="r" b="b"/>
            <a:pathLst>
              <a:path w="8601333" h="2406265">
                <a:moveTo>
                  <a:pt x="5031048" y="1698503"/>
                </a:moveTo>
                <a:lnTo>
                  <a:pt x="5051635" y="1698503"/>
                </a:lnTo>
                <a:lnTo>
                  <a:pt x="5051635" y="1709572"/>
                </a:lnTo>
                <a:cubicBezTo>
                  <a:pt x="5050621" y="1714394"/>
                  <a:pt x="5047630" y="1719038"/>
                  <a:pt x="5042660" y="1723506"/>
                </a:cubicBezTo>
                <a:cubicBezTo>
                  <a:pt x="5037690" y="1727973"/>
                  <a:pt x="5030646" y="1730365"/>
                  <a:pt x="5021527" y="1730682"/>
                </a:cubicBezTo>
                <a:cubicBezTo>
                  <a:pt x="5015426" y="1730639"/>
                  <a:pt x="5010258" y="1729309"/>
                  <a:pt x="5006022" y="1726691"/>
                </a:cubicBezTo>
                <a:cubicBezTo>
                  <a:pt x="5001787" y="1724074"/>
                  <a:pt x="4999578" y="1720427"/>
                  <a:pt x="4999396" y="1715750"/>
                </a:cubicBezTo>
                <a:cubicBezTo>
                  <a:pt x="4999396" y="1709964"/>
                  <a:pt x="5002034" y="1705641"/>
                  <a:pt x="5007309" y="1702782"/>
                </a:cubicBezTo>
                <a:cubicBezTo>
                  <a:pt x="5012584" y="1699924"/>
                  <a:pt x="5020497" y="1698497"/>
                  <a:pt x="5031048" y="1698503"/>
                </a:cubicBezTo>
                <a:close/>
                <a:moveTo>
                  <a:pt x="2373573" y="1698503"/>
                </a:moveTo>
                <a:lnTo>
                  <a:pt x="2394160" y="1698503"/>
                </a:lnTo>
                <a:lnTo>
                  <a:pt x="2394160" y="1709572"/>
                </a:lnTo>
                <a:cubicBezTo>
                  <a:pt x="2393147" y="1714394"/>
                  <a:pt x="2390155" y="1719038"/>
                  <a:pt x="2385185" y="1723506"/>
                </a:cubicBezTo>
                <a:cubicBezTo>
                  <a:pt x="2380215" y="1727973"/>
                  <a:pt x="2373171" y="1730365"/>
                  <a:pt x="2364052" y="1730682"/>
                </a:cubicBezTo>
                <a:cubicBezTo>
                  <a:pt x="2357951" y="1730639"/>
                  <a:pt x="2352783" y="1729309"/>
                  <a:pt x="2348547" y="1726691"/>
                </a:cubicBezTo>
                <a:cubicBezTo>
                  <a:pt x="2344312" y="1724074"/>
                  <a:pt x="2342103" y="1720427"/>
                  <a:pt x="2341921" y="1715750"/>
                </a:cubicBezTo>
                <a:cubicBezTo>
                  <a:pt x="2341921" y="1709964"/>
                  <a:pt x="2344559" y="1705641"/>
                  <a:pt x="2349834" y="1702782"/>
                </a:cubicBezTo>
                <a:cubicBezTo>
                  <a:pt x="2355109" y="1699924"/>
                  <a:pt x="2363022" y="1698497"/>
                  <a:pt x="2373573" y="1698503"/>
                </a:cubicBezTo>
                <a:close/>
                <a:moveTo>
                  <a:pt x="5301602" y="1654526"/>
                </a:moveTo>
                <a:cubicBezTo>
                  <a:pt x="5311770" y="1654788"/>
                  <a:pt x="5320250" y="1658315"/>
                  <a:pt x="5327042" y="1665107"/>
                </a:cubicBezTo>
                <a:cubicBezTo>
                  <a:pt x="5333833" y="1671898"/>
                  <a:pt x="5337360" y="1680378"/>
                  <a:pt x="5337623" y="1690546"/>
                </a:cubicBezTo>
                <a:cubicBezTo>
                  <a:pt x="5337360" y="1700827"/>
                  <a:pt x="5333833" y="1709339"/>
                  <a:pt x="5327042" y="1716082"/>
                </a:cubicBezTo>
                <a:cubicBezTo>
                  <a:pt x="5320250" y="1722825"/>
                  <a:pt x="5311770" y="1726320"/>
                  <a:pt x="5301602" y="1726567"/>
                </a:cubicBezTo>
                <a:cubicBezTo>
                  <a:pt x="5291311" y="1726320"/>
                  <a:pt x="5282756" y="1722825"/>
                  <a:pt x="5275938" y="1716082"/>
                </a:cubicBezTo>
                <a:cubicBezTo>
                  <a:pt x="5269120" y="1709339"/>
                  <a:pt x="5265582" y="1700827"/>
                  <a:pt x="5265324" y="1690546"/>
                </a:cubicBezTo>
                <a:cubicBezTo>
                  <a:pt x="5265582" y="1680378"/>
                  <a:pt x="5269120" y="1671898"/>
                  <a:pt x="5275938" y="1665107"/>
                </a:cubicBezTo>
                <a:cubicBezTo>
                  <a:pt x="5282756" y="1658315"/>
                  <a:pt x="5291311" y="1654788"/>
                  <a:pt x="5301602" y="1654526"/>
                </a:cubicBezTo>
                <a:close/>
                <a:moveTo>
                  <a:pt x="4692002" y="1654526"/>
                </a:moveTo>
                <a:cubicBezTo>
                  <a:pt x="4702171" y="1654788"/>
                  <a:pt x="4710650" y="1658315"/>
                  <a:pt x="4717442" y="1665107"/>
                </a:cubicBezTo>
                <a:cubicBezTo>
                  <a:pt x="4724233" y="1671898"/>
                  <a:pt x="4727760" y="1680378"/>
                  <a:pt x="4728023" y="1690546"/>
                </a:cubicBezTo>
                <a:cubicBezTo>
                  <a:pt x="4727760" y="1700827"/>
                  <a:pt x="4724233" y="1709339"/>
                  <a:pt x="4717442" y="1716082"/>
                </a:cubicBezTo>
                <a:cubicBezTo>
                  <a:pt x="4710650" y="1722825"/>
                  <a:pt x="4702171" y="1726320"/>
                  <a:pt x="4692002" y="1726567"/>
                </a:cubicBezTo>
                <a:cubicBezTo>
                  <a:pt x="4681711" y="1726320"/>
                  <a:pt x="4673156" y="1722825"/>
                  <a:pt x="4666338" y="1716082"/>
                </a:cubicBezTo>
                <a:cubicBezTo>
                  <a:pt x="4659520" y="1709339"/>
                  <a:pt x="4655982" y="1700827"/>
                  <a:pt x="4655725" y="1690546"/>
                </a:cubicBezTo>
                <a:cubicBezTo>
                  <a:pt x="4655982" y="1680378"/>
                  <a:pt x="4659520" y="1671898"/>
                  <a:pt x="4666338" y="1665107"/>
                </a:cubicBezTo>
                <a:cubicBezTo>
                  <a:pt x="4673156" y="1658315"/>
                  <a:pt x="4681711" y="1654788"/>
                  <a:pt x="4692002" y="1654526"/>
                </a:cubicBezTo>
                <a:close/>
                <a:moveTo>
                  <a:pt x="4311002" y="1654526"/>
                </a:moveTo>
                <a:cubicBezTo>
                  <a:pt x="4321171" y="1654788"/>
                  <a:pt x="4329650" y="1658315"/>
                  <a:pt x="4336442" y="1665107"/>
                </a:cubicBezTo>
                <a:cubicBezTo>
                  <a:pt x="4343233" y="1671898"/>
                  <a:pt x="4346760" y="1680378"/>
                  <a:pt x="4347023" y="1690546"/>
                </a:cubicBezTo>
                <a:cubicBezTo>
                  <a:pt x="4346760" y="1700827"/>
                  <a:pt x="4343233" y="1709339"/>
                  <a:pt x="4336442" y="1716082"/>
                </a:cubicBezTo>
                <a:cubicBezTo>
                  <a:pt x="4329650" y="1722825"/>
                  <a:pt x="4321171" y="1726320"/>
                  <a:pt x="4311002" y="1726567"/>
                </a:cubicBezTo>
                <a:cubicBezTo>
                  <a:pt x="4300711" y="1726320"/>
                  <a:pt x="4292156" y="1722825"/>
                  <a:pt x="4285338" y="1716082"/>
                </a:cubicBezTo>
                <a:cubicBezTo>
                  <a:pt x="4278520" y="1709339"/>
                  <a:pt x="4274982" y="1700827"/>
                  <a:pt x="4274724" y="1690546"/>
                </a:cubicBezTo>
                <a:cubicBezTo>
                  <a:pt x="4274982" y="1680378"/>
                  <a:pt x="4278520" y="1671898"/>
                  <a:pt x="4285338" y="1665107"/>
                </a:cubicBezTo>
                <a:cubicBezTo>
                  <a:pt x="4292156" y="1658315"/>
                  <a:pt x="4300711" y="1654788"/>
                  <a:pt x="4311002" y="1654526"/>
                </a:cubicBezTo>
                <a:close/>
                <a:moveTo>
                  <a:pt x="3729978" y="1654526"/>
                </a:moveTo>
                <a:cubicBezTo>
                  <a:pt x="3740146" y="1654788"/>
                  <a:pt x="3748626" y="1658315"/>
                  <a:pt x="3755417" y="1665107"/>
                </a:cubicBezTo>
                <a:cubicBezTo>
                  <a:pt x="3762208" y="1671898"/>
                  <a:pt x="3765735" y="1680378"/>
                  <a:pt x="3765998" y="1690546"/>
                </a:cubicBezTo>
                <a:cubicBezTo>
                  <a:pt x="3765735" y="1700827"/>
                  <a:pt x="3762208" y="1709339"/>
                  <a:pt x="3755417" y="1716082"/>
                </a:cubicBezTo>
                <a:cubicBezTo>
                  <a:pt x="3748626" y="1722825"/>
                  <a:pt x="3740146" y="1726320"/>
                  <a:pt x="3729978" y="1726567"/>
                </a:cubicBezTo>
                <a:cubicBezTo>
                  <a:pt x="3719686" y="1726320"/>
                  <a:pt x="3711131" y="1722825"/>
                  <a:pt x="3704313" y="1716082"/>
                </a:cubicBezTo>
                <a:cubicBezTo>
                  <a:pt x="3697495" y="1709339"/>
                  <a:pt x="3693957" y="1700827"/>
                  <a:pt x="3693700" y="1690546"/>
                </a:cubicBezTo>
                <a:cubicBezTo>
                  <a:pt x="3693957" y="1680378"/>
                  <a:pt x="3697495" y="1671898"/>
                  <a:pt x="3704313" y="1665107"/>
                </a:cubicBezTo>
                <a:cubicBezTo>
                  <a:pt x="3711131" y="1658315"/>
                  <a:pt x="3719686" y="1654788"/>
                  <a:pt x="3729978" y="1654526"/>
                </a:cubicBezTo>
                <a:close/>
                <a:moveTo>
                  <a:pt x="3234678" y="1654526"/>
                </a:moveTo>
                <a:cubicBezTo>
                  <a:pt x="3244846" y="1654788"/>
                  <a:pt x="3253326" y="1658315"/>
                  <a:pt x="3260117" y="1665107"/>
                </a:cubicBezTo>
                <a:cubicBezTo>
                  <a:pt x="3266908" y="1671898"/>
                  <a:pt x="3270436" y="1680378"/>
                  <a:pt x="3270698" y="1690546"/>
                </a:cubicBezTo>
                <a:cubicBezTo>
                  <a:pt x="3270436" y="1700827"/>
                  <a:pt x="3266908" y="1709339"/>
                  <a:pt x="3260117" y="1716082"/>
                </a:cubicBezTo>
                <a:cubicBezTo>
                  <a:pt x="3253326" y="1722825"/>
                  <a:pt x="3244846" y="1726320"/>
                  <a:pt x="3234678" y="1726567"/>
                </a:cubicBezTo>
                <a:cubicBezTo>
                  <a:pt x="3224386" y="1726320"/>
                  <a:pt x="3215831" y="1722825"/>
                  <a:pt x="3209013" y="1716082"/>
                </a:cubicBezTo>
                <a:cubicBezTo>
                  <a:pt x="3202195" y="1709339"/>
                  <a:pt x="3198657" y="1700827"/>
                  <a:pt x="3198400" y="1690546"/>
                </a:cubicBezTo>
                <a:cubicBezTo>
                  <a:pt x="3198657" y="1680378"/>
                  <a:pt x="3202195" y="1671898"/>
                  <a:pt x="3209013" y="1665107"/>
                </a:cubicBezTo>
                <a:cubicBezTo>
                  <a:pt x="3215831" y="1658315"/>
                  <a:pt x="3224386" y="1654788"/>
                  <a:pt x="3234678" y="1654526"/>
                </a:cubicBezTo>
                <a:close/>
                <a:moveTo>
                  <a:pt x="2870412" y="1652468"/>
                </a:moveTo>
                <a:cubicBezTo>
                  <a:pt x="2880129" y="1652549"/>
                  <a:pt x="2888013" y="1655027"/>
                  <a:pt x="2894066" y="1659903"/>
                </a:cubicBezTo>
                <a:cubicBezTo>
                  <a:pt x="2900118" y="1664779"/>
                  <a:pt x="2903889" y="1671570"/>
                  <a:pt x="2905379" y="1680275"/>
                </a:cubicBezTo>
                <a:lnTo>
                  <a:pt x="2837760" y="1680275"/>
                </a:lnTo>
                <a:cubicBezTo>
                  <a:pt x="2839538" y="1672921"/>
                  <a:pt x="2843116" y="1666517"/>
                  <a:pt x="2848494" y="1661061"/>
                </a:cubicBezTo>
                <a:cubicBezTo>
                  <a:pt x="2853872" y="1655606"/>
                  <a:pt x="2861178" y="1652742"/>
                  <a:pt x="2870412" y="1652468"/>
                </a:cubicBezTo>
                <a:close/>
                <a:moveTo>
                  <a:pt x="2603712" y="1652468"/>
                </a:moveTo>
                <a:cubicBezTo>
                  <a:pt x="2613429" y="1652549"/>
                  <a:pt x="2621313" y="1655027"/>
                  <a:pt x="2627366" y="1659903"/>
                </a:cubicBezTo>
                <a:cubicBezTo>
                  <a:pt x="2633418" y="1664779"/>
                  <a:pt x="2637190" y="1671570"/>
                  <a:pt x="2638679" y="1680275"/>
                </a:cubicBezTo>
                <a:lnTo>
                  <a:pt x="2571060" y="1680275"/>
                </a:lnTo>
                <a:cubicBezTo>
                  <a:pt x="2572838" y="1672921"/>
                  <a:pt x="2576417" y="1666517"/>
                  <a:pt x="2581794" y="1661061"/>
                </a:cubicBezTo>
                <a:cubicBezTo>
                  <a:pt x="2587172" y="1655606"/>
                  <a:pt x="2594478" y="1652742"/>
                  <a:pt x="2603712" y="1652468"/>
                </a:cubicBezTo>
                <a:close/>
                <a:moveTo>
                  <a:pt x="1936962" y="1652468"/>
                </a:moveTo>
                <a:cubicBezTo>
                  <a:pt x="1946679" y="1652549"/>
                  <a:pt x="1954563" y="1655027"/>
                  <a:pt x="1960616" y="1659903"/>
                </a:cubicBezTo>
                <a:cubicBezTo>
                  <a:pt x="1966668" y="1664779"/>
                  <a:pt x="1970439" y="1671570"/>
                  <a:pt x="1971929" y="1680275"/>
                </a:cubicBezTo>
                <a:lnTo>
                  <a:pt x="1904310" y="1680275"/>
                </a:lnTo>
                <a:cubicBezTo>
                  <a:pt x="1906088" y="1672921"/>
                  <a:pt x="1909666" y="1666517"/>
                  <a:pt x="1915044" y="1661061"/>
                </a:cubicBezTo>
                <a:cubicBezTo>
                  <a:pt x="1920422" y="1655606"/>
                  <a:pt x="1927728" y="1652742"/>
                  <a:pt x="1936962" y="1652468"/>
                </a:cubicBezTo>
                <a:close/>
                <a:moveTo>
                  <a:pt x="5975369" y="1631894"/>
                </a:moveTo>
                <a:lnTo>
                  <a:pt x="5975369" y="1749166"/>
                </a:lnTo>
                <a:lnTo>
                  <a:pt x="6000026" y="1749166"/>
                </a:lnTo>
                <a:lnTo>
                  <a:pt x="6000026" y="1631894"/>
                </a:lnTo>
                <a:close/>
                <a:moveTo>
                  <a:pt x="5699144" y="1631894"/>
                </a:moveTo>
                <a:lnTo>
                  <a:pt x="5699144" y="1749166"/>
                </a:lnTo>
                <a:lnTo>
                  <a:pt x="5723801" y="1749166"/>
                </a:lnTo>
                <a:lnTo>
                  <a:pt x="5723801" y="1631894"/>
                </a:lnTo>
                <a:close/>
                <a:moveTo>
                  <a:pt x="5451494" y="1631894"/>
                </a:moveTo>
                <a:lnTo>
                  <a:pt x="5451494" y="1749166"/>
                </a:lnTo>
                <a:lnTo>
                  <a:pt x="5476151" y="1749166"/>
                </a:lnTo>
                <a:lnTo>
                  <a:pt x="5476151" y="1631894"/>
                </a:lnTo>
                <a:close/>
                <a:moveTo>
                  <a:pt x="3975119" y="1631894"/>
                </a:moveTo>
                <a:lnTo>
                  <a:pt x="3975119" y="1749166"/>
                </a:lnTo>
                <a:lnTo>
                  <a:pt x="3999776" y="1749166"/>
                </a:lnTo>
                <a:lnTo>
                  <a:pt x="3999776" y="1631894"/>
                </a:lnTo>
                <a:close/>
                <a:moveTo>
                  <a:pt x="3613169" y="1631894"/>
                </a:moveTo>
                <a:lnTo>
                  <a:pt x="3613169" y="1749166"/>
                </a:lnTo>
                <a:lnTo>
                  <a:pt x="3637826" y="1749166"/>
                </a:lnTo>
                <a:lnTo>
                  <a:pt x="3637826" y="1631894"/>
                </a:lnTo>
                <a:close/>
                <a:moveTo>
                  <a:pt x="3441719" y="1631894"/>
                </a:moveTo>
                <a:lnTo>
                  <a:pt x="3441719" y="1749166"/>
                </a:lnTo>
                <a:lnTo>
                  <a:pt x="3466376" y="1749166"/>
                </a:lnTo>
                <a:lnTo>
                  <a:pt x="3466376" y="1631894"/>
                </a:lnTo>
                <a:close/>
                <a:moveTo>
                  <a:pt x="2165369" y="1631894"/>
                </a:moveTo>
                <a:lnTo>
                  <a:pt x="2165369" y="1749166"/>
                </a:lnTo>
                <a:lnTo>
                  <a:pt x="2190026" y="1749166"/>
                </a:lnTo>
                <a:lnTo>
                  <a:pt x="2190026" y="1631894"/>
                </a:lnTo>
                <a:close/>
                <a:moveTo>
                  <a:pt x="2114024" y="1631894"/>
                </a:moveTo>
                <a:lnTo>
                  <a:pt x="2073913" y="1719880"/>
                </a:lnTo>
                <a:lnTo>
                  <a:pt x="2033803" y="1631926"/>
                </a:lnTo>
                <a:lnTo>
                  <a:pt x="2004492" y="1631926"/>
                </a:lnTo>
                <a:lnTo>
                  <a:pt x="2060801" y="1749166"/>
                </a:lnTo>
                <a:lnTo>
                  <a:pt x="2087283" y="1749166"/>
                </a:lnTo>
                <a:lnTo>
                  <a:pt x="2143334" y="1631894"/>
                </a:lnTo>
                <a:close/>
                <a:moveTo>
                  <a:pt x="2524649" y="1630351"/>
                </a:moveTo>
                <a:cubicBezTo>
                  <a:pt x="2515460" y="1631428"/>
                  <a:pt x="2507284" y="1634418"/>
                  <a:pt x="2500121" y="1639320"/>
                </a:cubicBezTo>
                <a:cubicBezTo>
                  <a:pt x="2492957" y="1644223"/>
                  <a:pt x="2487160" y="1650748"/>
                  <a:pt x="2482729" y="1658898"/>
                </a:cubicBezTo>
                <a:lnTo>
                  <a:pt x="2482729" y="1631894"/>
                </a:lnTo>
                <a:lnTo>
                  <a:pt x="2458073" y="1631894"/>
                </a:lnTo>
                <a:lnTo>
                  <a:pt x="2458073" y="1749166"/>
                </a:lnTo>
                <a:lnTo>
                  <a:pt x="2482729" y="1749166"/>
                </a:lnTo>
                <a:lnTo>
                  <a:pt x="2482729" y="1702875"/>
                </a:lnTo>
                <a:cubicBezTo>
                  <a:pt x="2482708" y="1689062"/>
                  <a:pt x="2486158" y="1678368"/>
                  <a:pt x="2493081" y="1670792"/>
                </a:cubicBezTo>
                <a:cubicBezTo>
                  <a:pt x="2500003" y="1663216"/>
                  <a:pt x="2510526" y="1659851"/>
                  <a:pt x="2524649" y="1660698"/>
                </a:cubicBezTo>
                <a:close/>
                <a:moveTo>
                  <a:pt x="5904780" y="1629869"/>
                </a:moveTo>
                <a:cubicBezTo>
                  <a:pt x="5893757" y="1629911"/>
                  <a:pt x="5884362" y="1632908"/>
                  <a:pt x="5876594" y="1638860"/>
                </a:cubicBezTo>
                <a:cubicBezTo>
                  <a:pt x="5868827" y="1644812"/>
                  <a:pt x="5864769" y="1653465"/>
                  <a:pt x="5864422" y="1664818"/>
                </a:cubicBezTo>
                <a:cubicBezTo>
                  <a:pt x="5864634" y="1672951"/>
                  <a:pt x="5866950" y="1679383"/>
                  <a:pt x="5871367" y="1684115"/>
                </a:cubicBezTo>
                <a:cubicBezTo>
                  <a:pt x="5875786" y="1688846"/>
                  <a:pt x="5881033" y="1692476"/>
                  <a:pt x="5887110" y="1695006"/>
                </a:cubicBezTo>
                <a:cubicBezTo>
                  <a:pt x="5893187" y="1697536"/>
                  <a:pt x="5898819" y="1699566"/>
                  <a:pt x="5904008" y="1701095"/>
                </a:cubicBezTo>
                <a:cubicBezTo>
                  <a:pt x="5912137" y="1703609"/>
                  <a:pt x="5917886" y="1705785"/>
                  <a:pt x="5921253" y="1707624"/>
                </a:cubicBezTo>
                <a:cubicBezTo>
                  <a:pt x="5924621" y="1709462"/>
                  <a:pt x="5926251" y="1712088"/>
                  <a:pt x="5926144" y="1715503"/>
                </a:cubicBezTo>
                <a:cubicBezTo>
                  <a:pt x="5925870" y="1720450"/>
                  <a:pt x="5923779" y="1723934"/>
                  <a:pt x="5919870" y="1725955"/>
                </a:cubicBezTo>
                <a:cubicBezTo>
                  <a:pt x="5915961" y="1727976"/>
                  <a:pt x="5911874" y="1728951"/>
                  <a:pt x="5907611" y="1728881"/>
                </a:cubicBezTo>
                <a:cubicBezTo>
                  <a:pt x="5899091" y="1728549"/>
                  <a:pt x="5892327" y="1726705"/>
                  <a:pt x="5887319" y="1723350"/>
                </a:cubicBezTo>
                <a:cubicBezTo>
                  <a:pt x="5882312" y="1719995"/>
                  <a:pt x="5879217" y="1717122"/>
                  <a:pt x="5878035" y="1714731"/>
                </a:cubicBezTo>
                <a:lnTo>
                  <a:pt x="5857735" y="1727080"/>
                </a:lnTo>
                <a:cubicBezTo>
                  <a:pt x="5860724" y="1733256"/>
                  <a:pt x="5866443" y="1738757"/>
                  <a:pt x="5874891" y="1743583"/>
                </a:cubicBezTo>
                <a:cubicBezTo>
                  <a:pt x="5883340" y="1748409"/>
                  <a:pt x="5893560" y="1750956"/>
                  <a:pt x="5905552" y="1751224"/>
                </a:cubicBezTo>
                <a:cubicBezTo>
                  <a:pt x="5917918" y="1751267"/>
                  <a:pt x="5928494" y="1748291"/>
                  <a:pt x="5937279" y="1742296"/>
                </a:cubicBezTo>
                <a:cubicBezTo>
                  <a:pt x="5946065" y="1736301"/>
                  <a:pt x="5950658" y="1727027"/>
                  <a:pt x="5951058" y="1714474"/>
                </a:cubicBezTo>
                <a:cubicBezTo>
                  <a:pt x="5950844" y="1705848"/>
                  <a:pt x="5948532" y="1699143"/>
                  <a:pt x="5944122" y="1694358"/>
                </a:cubicBezTo>
                <a:cubicBezTo>
                  <a:pt x="5939712" y="1689573"/>
                  <a:pt x="5934487" y="1685974"/>
                  <a:pt x="5928446" y="1683562"/>
                </a:cubicBezTo>
                <a:cubicBezTo>
                  <a:pt x="5922406" y="1681149"/>
                  <a:pt x="5916834" y="1679190"/>
                  <a:pt x="5911730" y="1677683"/>
                </a:cubicBezTo>
                <a:cubicBezTo>
                  <a:pt x="5903477" y="1674992"/>
                  <a:pt x="5897653" y="1672655"/>
                  <a:pt x="5894259" y="1670672"/>
                </a:cubicBezTo>
                <a:cubicBezTo>
                  <a:pt x="5890864" y="1668688"/>
                  <a:pt x="5889223" y="1666223"/>
                  <a:pt x="5889336" y="1663275"/>
                </a:cubicBezTo>
                <a:cubicBezTo>
                  <a:pt x="5889636" y="1658751"/>
                  <a:pt x="5891609" y="1655706"/>
                  <a:pt x="5895256" y="1654141"/>
                </a:cubicBezTo>
                <a:cubicBezTo>
                  <a:pt x="5898903" y="1652576"/>
                  <a:pt x="5902420" y="1651847"/>
                  <a:pt x="5905809" y="1651954"/>
                </a:cubicBezTo>
                <a:cubicBezTo>
                  <a:pt x="5912647" y="1652249"/>
                  <a:pt x="5918147" y="1653782"/>
                  <a:pt x="5922313" y="1656553"/>
                </a:cubicBezTo>
                <a:cubicBezTo>
                  <a:pt x="5926478" y="1659324"/>
                  <a:pt x="5929210" y="1661565"/>
                  <a:pt x="5930511" y="1663275"/>
                </a:cubicBezTo>
                <a:lnTo>
                  <a:pt x="5946435" y="1648872"/>
                </a:lnTo>
                <a:cubicBezTo>
                  <a:pt x="5942679" y="1643924"/>
                  <a:pt x="5937283" y="1639569"/>
                  <a:pt x="5930247" y="1635808"/>
                </a:cubicBezTo>
                <a:cubicBezTo>
                  <a:pt x="5923210" y="1632046"/>
                  <a:pt x="5914721" y="1630067"/>
                  <a:pt x="5904780" y="1629869"/>
                </a:cubicBezTo>
                <a:close/>
                <a:moveTo>
                  <a:pt x="5800005" y="1629869"/>
                </a:moveTo>
                <a:cubicBezTo>
                  <a:pt x="5788982" y="1629911"/>
                  <a:pt x="5779587" y="1632908"/>
                  <a:pt x="5771819" y="1638860"/>
                </a:cubicBezTo>
                <a:cubicBezTo>
                  <a:pt x="5764052" y="1644812"/>
                  <a:pt x="5759994" y="1653465"/>
                  <a:pt x="5759647" y="1664818"/>
                </a:cubicBezTo>
                <a:cubicBezTo>
                  <a:pt x="5759859" y="1672951"/>
                  <a:pt x="5762174" y="1679383"/>
                  <a:pt x="5766593" y="1684115"/>
                </a:cubicBezTo>
                <a:cubicBezTo>
                  <a:pt x="5771010" y="1688846"/>
                  <a:pt x="5776258" y="1692476"/>
                  <a:pt x="5782335" y="1695006"/>
                </a:cubicBezTo>
                <a:cubicBezTo>
                  <a:pt x="5788411" y="1697536"/>
                  <a:pt x="5794044" y="1699566"/>
                  <a:pt x="5799233" y="1701095"/>
                </a:cubicBezTo>
                <a:cubicBezTo>
                  <a:pt x="5807362" y="1703609"/>
                  <a:pt x="5813111" y="1705785"/>
                  <a:pt x="5816479" y="1707624"/>
                </a:cubicBezTo>
                <a:cubicBezTo>
                  <a:pt x="5819846" y="1709462"/>
                  <a:pt x="5821476" y="1712088"/>
                  <a:pt x="5821369" y="1715503"/>
                </a:cubicBezTo>
                <a:cubicBezTo>
                  <a:pt x="5821095" y="1720450"/>
                  <a:pt x="5819004" y="1723934"/>
                  <a:pt x="5815095" y="1725955"/>
                </a:cubicBezTo>
                <a:cubicBezTo>
                  <a:pt x="5811186" y="1727976"/>
                  <a:pt x="5807100" y="1728951"/>
                  <a:pt x="5802836" y="1728881"/>
                </a:cubicBezTo>
                <a:cubicBezTo>
                  <a:pt x="5794316" y="1728549"/>
                  <a:pt x="5787552" y="1726705"/>
                  <a:pt x="5782544" y="1723350"/>
                </a:cubicBezTo>
                <a:cubicBezTo>
                  <a:pt x="5777537" y="1719995"/>
                  <a:pt x="5774442" y="1717122"/>
                  <a:pt x="5773260" y="1714731"/>
                </a:cubicBezTo>
                <a:lnTo>
                  <a:pt x="5752961" y="1727080"/>
                </a:lnTo>
                <a:cubicBezTo>
                  <a:pt x="5755949" y="1733256"/>
                  <a:pt x="5761668" y="1738757"/>
                  <a:pt x="5770116" y="1743583"/>
                </a:cubicBezTo>
                <a:cubicBezTo>
                  <a:pt x="5778565" y="1748409"/>
                  <a:pt x="5788785" y="1750956"/>
                  <a:pt x="5800777" y="1751224"/>
                </a:cubicBezTo>
                <a:cubicBezTo>
                  <a:pt x="5813143" y="1751267"/>
                  <a:pt x="5823719" y="1748291"/>
                  <a:pt x="5832504" y="1742296"/>
                </a:cubicBezTo>
                <a:cubicBezTo>
                  <a:pt x="5841290" y="1736301"/>
                  <a:pt x="5845883" y="1727027"/>
                  <a:pt x="5846283" y="1714474"/>
                </a:cubicBezTo>
                <a:cubicBezTo>
                  <a:pt x="5846069" y="1705848"/>
                  <a:pt x="5843757" y="1699143"/>
                  <a:pt x="5839347" y="1694358"/>
                </a:cubicBezTo>
                <a:cubicBezTo>
                  <a:pt x="5834937" y="1689573"/>
                  <a:pt x="5829712" y="1685974"/>
                  <a:pt x="5823671" y="1683562"/>
                </a:cubicBezTo>
                <a:cubicBezTo>
                  <a:pt x="5817631" y="1681149"/>
                  <a:pt x="5812059" y="1679190"/>
                  <a:pt x="5806954" y="1677683"/>
                </a:cubicBezTo>
                <a:cubicBezTo>
                  <a:pt x="5798702" y="1674992"/>
                  <a:pt x="5792878" y="1672655"/>
                  <a:pt x="5789484" y="1670672"/>
                </a:cubicBezTo>
                <a:cubicBezTo>
                  <a:pt x="5786089" y="1668688"/>
                  <a:pt x="5784448" y="1666223"/>
                  <a:pt x="5784561" y="1663275"/>
                </a:cubicBezTo>
                <a:cubicBezTo>
                  <a:pt x="5784861" y="1658751"/>
                  <a:pt x="5786834" y="1655706"/>
                  <a:pt x="5790481" y="1654141"/>
                </a:cubicBezTo>
                <a:cubicBezTo>
                  <a:pt x="5794127" y="1652576"/>
                  <a:pt x="5797645" y="1651847"/>
                  <a:pt x="5801034" y="1651954"/>
                </a:cubicBezTo>
                <a:cubicBezTo>
                  <a:pt x="5807871" y="1652249"/>
                  <a:pt x="5813373" y="1653782"/>
                  <a:pt x="5817538" y="1656553"/>
                </a:cubicBezTo>
                <a:cubicBezTo>
                  <a:pt x="5821703" y="1659324"/>
                  <a:pt x="5824435" y="1661565"/>
                  <a:pt x="5825736" y="1663275"/>
                </a:cubicBezTo>
                <a:lnTo>
                  <a:pt x="5841660" y="1648872"/>
                </a:lnTo>
                <a:cubicBezTo>
                  <a:pt x="5837904" y="1643924"/>
                  <a:pt x="5832508" y="1639569"/>
                  <a:pt x="5825472" y="1635808"/>
                </a:cubicBezTo>
                <a:cubicBezTo>
                  <a:pt x="5818435" y="1632046"/>
                  <a:pt x="5809946" y="1630067"/>
                  <a:pt x="5800005" y="1629869"/>
                </a:cubicBezTo>
                <a:close/>
                <a:moveTo>
                  <a:pt x="5301602" y="1629869"/>
                </a:moveTo>
                <a:cubicBezTo>
                  <a:pt x="5289971" y="1629999"/>
                  <a:pt x="5279420" y="1632765"/>
                  <a:pt x="5269948" y="1638167"/>
                </a:cubicBezTo>
                <a:cubicBezTo>
                  <a:pt x="5260477" y="1643570"/>
                  <a:pt x="5252921" y="1650831"/>
                  <a:pt x="5247280" y="1659950"/>
                </a:cubicBezTo>
                <a:cubicBezTo>
                  <a:pt x="5241640" y="1669069"/>
                  <a:pt x="5238750" y="1679268"/>
                  <a:pt x="5238611" y="1690546"/>
                </a:cubicBezTo>
                <a:cubicBezTo>
                  <a:pt x="5238750" y="1701906"/>
                  <a:pt x="5241640" y="1712143"/>
                  <a:pt x="5247280" y="1721257"/>
                </a:cubicBezTo>
                <a:cubicBezTo>
                  <a:pt x="5252921" y="1730372"/>
                  <a:pt x="5260477" y="1737613"/>
                  <a:pt x="5269948" y="1742982"/>
                </a:cubicBezTo>
                <a:cubicBezTo>
                  <a:pt x="5279420" y="1748352"/>
                  <a:pt x="5289971" y="1751099"/>
                  <a:pt x="5301602" y="1751224"/>
                </a:cubicBezTo>
                <a:cubicBezTo>
                  <a:pt x="5313231" y="1751099"/>
                  <a:pt x="5323760" y="1748352"/>
                  <a:pt x="5333190" y="1742982"/>
                </a:cubicBezTo>
                <a:cubicBezTo>
                  <a:pt x="5342620" y="1737613"/>
                  <a:pt x="5350135" y="1730372"/>
                  <a:pt x="5355734" y="1721257"/>
                </a:cubicBezTo>
                <a:cubicBezTo>
                  <a:pt x="5361333" y="1712143"/>
                  <a:pt x="5364201" y="1701906"/>
                  <a:pt x="5364337" y="1690546"/>
                </a:cubicBezTo>
                <a:cubicBezTo>
                  <a:pt x="5364201" y="1679268"/>
                  <a:pt x="5361333" y="1669069"/>
                  <a:pt x="5355734" y="1659950"/>
                </a:cubicBezTo>
                <a:cubicBezTo>
                  <a:pt x="5350135" y="1650831"/>
                  <a:pt x="5342620" y="1643570"/>
                  <a:pt x="5333190" y="1638167"/>
                </a:cubicBezTo>
                <a:cubicBezTo>
                  <a:pt x="5323760" y="1632765"/>
                  <a:pt x="5313231" y="1629999"/>
                  <a:pt x="5301602" y="1629869"/>
                </a:cubicBezTo>
                <a:close/>
                <a:moveTo>
                  <a:pt x="5167979" y="1629869"/>
                </a:moveTo>
                <a:cubicBezTo>
                  <a:pt x="5156437" y="1629999"/>
                  <a:pt x="5145949" y="1632765"/>
                  <a:pt x="5136517" y="1638167"/>
                </a:cubicBezTo>
                <a:cubicBezTo>
                  <a:pt x="5127084" y="1643570"/>
                  <a:pt x="5119552" y="1650831"/>
                  <a:pt x="5113920" y="1659950"/>
                </a:cubicBezTo>
                <a:cubicBezTo>
                  <a:pt x="5108288" y="1669069"/>
                  <a:pt x="5105401" y="1679268"/>
                  <a:pt x="5105260" y="1690546"/>
                </a:cubicBezTo>
                <a:cubicBezTo>
                  <a:pt x="5105401" y="1701906"/>
                  <a:pt x="5108288" y="1712143"/>
                  <a:pt x="5113920" y="1721257"/>
                </a:cubicBezTo>
                <a:cubicBezTo>
                  <a:pt x="5119552" y="1730372"/>
                  <a:pt x="5127084" y="1737613"/>
                  <a:pt x="5136517" y="1742982"/>
                </a:cubicBezTo>
                <a:cubicBezTo>
                  <a:pt x="5145949" y="1748352"/>
                  <a:pt x="5156437" y="1751099"/>
                  <a:pt x="5167979" y="1751224"/>
                </a:cubicBezTo>
                <a:cubicBezTo>
                  <a:pt x="5179290" y="1751111"/>
                  <a:pt x="5189587" y="1748511"/>
                  <a:pt x="5198872" y="1743421"/>
                </a:cubicBezTo>
                <a:cubicBezTo>
                  <a:pt x="5208157" y="1738332"/>
                  <a:pt x="5215690" y="1731427"/>
                  <a:pt x="5221472" y="1722708"/>
                </a:cubicBezTo>
                <a:lnTo>
                  <a:pt x="5198840" y="1709586"/>
                </a:lnTo>
                <a:cubicBezTo>
                  <a:pt x="5195561" y="1714796"/>
                  <a:pt x="5191253" y="1718913"/>
                  <a:pt x="5185917" y="1721936"/>
                </a:cubicBezTo>
                <a:cubicBezTo>
                  <a:pt x="5180581" y="1724959"/>
                  <a:pt x="5174601" y="1726503"/>
                  <a:pt x="5167979" y="1726567"/>
                </a:cubicBezTo>
                <a:cubicBezTo>
                  <a:pt x="5157815" y="1726320"/>
                  <a:pt x="5149339" y="1722825"/>
                  <a:pt x="5142551" y="1716082"/>
                </a:cubicBezTo>
                <a:cubicBezTo>
                  <a:pt x="5135763" y="1709339"/>
                  <a:pt x="5132237" y="1700827"/>
                  <a:pt x="5131974" y="1690546"/>
                </a:cubicBezTo>
                <a:cubicBezTo>
                  <a:pt x="5132237" y="1680378"/>
                  <a:pt x="5135763" y="1671898"/>
                  <a:pt x="5142551" y="1665107"/>
                </a:cubicBezTo>
                <a:cubicBezTo>
                  <a:pt x="5149339" y="1658315"/>
                  <a:pt x="5157815" y="1654788"/>
                  <a:pt x="5167979" y="1654526"/>
                </a:cubicBezTo>
                <a:cubicBezTo>
                  <a:pt x="5174601" y="1654606"/>
                  <a:pt x="5180581" y="1656182"/>
                  <a:pt x="5185917" y="1659254"/>
                </a:cubicBezTo>
                <a:cubicBezTo>
                  <a:pt x="5191253" y="1662325"/>
                  <a:pt x="5195561" y="1666410"/>
                  <a:pt x="5198840" y="1671507"/>
                </a:cubicBezTo>
                <a:lnTo>
                  <a:pt x="5221472" y="1658385"/>
                </a:lnTo>
                <a:cubicBezTo>
                  <a:pt x="5215690" y="1649778"/>
                  <a:pt x="5208157" y="1642905"/>
                  <a:pt x="5198872" y="1637768"/>
                </a:cubicBezTo>
                <a:cubicBezTo>
                  <a:pt x="5189587" y="1632630"/>
                  <a:pt x="5179290" y="1629997"/>
                  <a:pt x="5167979" y="1629869"/>
                </a:cubicBezTo>
                <a:close/>
                <a:moveTo>
                  <a:pt x="5027445" y="1629869"/>
                </a:moveTo>
                <a:cubicBezTo>
                  <a:pt x="5017538" y="1630094"/>
                  <a:pt x="5008343" y="1632084"/>
                  <a:pt x="4999858" y="1635841"/>
                </a:cubicBezTo>
                <a:cubicBezTo>
                  <a:pt x="4991374" y="1639597"/>
                  <a:pt x="4984371" y="1643770"/>
                  <a:pt x="4978849" y="1648361"/>
                </a:cubicBezTo>
                <a:lnTo>
                  <a:pt x="4990663" y="1668175"/>
                </a:lnTo>
                <a:cubicBezTo>
                  <a:pt x="4993570" y="1665690"/>
                  <a:pt x="4998229" y="1662868"/>
                  <a:pt x="5004644" y="1659708"/>
                </a:cubicBezTo>
                <a:cubicBezTo>
                  <a:pt x="5011058" y="1656548"/>
                  <a:pt x="5017972" y="1654821"/>
                  <a:pt x="5025386" y="1654526"/>
                </a:cubicBezTo>
                <a:cubicBezTo>
                  <a:pt x="5035214" y="1654579"/>
                  <a:pt x="5042001" y="1656661"/>
                  <a:pt x="5045748" y="1660771"/>
                </a:cubicBezTo>
                <a:cubicBezTo>
                  <a:pt x="5049495" y="1664880"/>
                  <a:pt x="5051458" y="1670696"/>
                  <a:pt x="5051635" y="1678218"/>
                </a:cubicBezTo>
                <a:lnTo>
                  <a:pt x="5033107" y="1678218"/>
                </a:lnTo>
                <a:cubicBezTo>
                  <a:pt x="5024849" y="1678086"/>
                  <a:pt x="5016237" y="1678949"/>
                  <a:pt x="5007271" y="1680806"/>
                </a:cubicBezTo>
                <a:cubicBezTo>
                  <a:pt x="4998306" y="1682664"/>
                  <a:pt x="4990669" y="1686307"/>
                  <a:pt x="4984363" y="1691735"/>
                </a:cubicBezTo>
                <a:cubicBezTo>
                  <a:pt x="4978056" y="1697164"/>
                  <a:pt x="4974763" y="1705169"/>
                  <a:pt x="4974482" y="1715750"/>
                </a:cubicBezTo>
                <a:cubicBezTo>
                  <a:pt x="4974776" y="1726569"/>
                  <a:pt x="4978940" y="1735150"/>
                  <a:pt x="4986975" y="1741493"/>
                </a:cubicBezTo>
                <a:cubicBezTo>
                  <a:pt x="4995011" y="1747837"/>
                  <a:pt x="5005155" y="1751080"/>
                  <a:pt x="5017409" y="1751224"/>
                </a:cubicBezTo>
                <a:cubicBezTo>
                  <a:pt x="5025365" y="1751138"/>
                  <a:pt x="5032163" y="1749768"/>
                  <a:pt x="5037803" y="1747115"/>
                </a:cubicBezTo>
                <a:cubicBezTo>
                  <a:pt x="5043443" y="1744462"/>
                  <a:pt x="5048053" y="1741038"/>
                  <a:pt x="5051635" y="1736844"/>
                </a:cubicBezTo>
                <a:lnTo>
                  <a:pt x="5051635" y="1749166"/>
                </a:lnTo>
                <a:lnTo>
                  <a:pt x="5076292" y="1749166"/>
                </a:lnTo>
                <a:lnTo>
                  <a:pt x="5076292" y="1681813"/>
                </a:lnTo>
                <a:cubicBezTo>
                  <a:pt x="5076346" y="1664901"/>
                  <a:pt x="5072384" y="1652030"/>
                  <a:pt x="5064407" y="1643200"/>
                </a:cubicBezTo>
                <a:cubicBezTo>
                  <a:pt x="5056429" y="1634370"/>
                  <a:pt x="5044109" y="1629927"/>
                  <a:pt x="5027445" y="1629869"/>
                </a:cubicBezTo>
                <a:close/>
                <a:moveTo>
                  <a:pt x="4818930" y="1629869"/>
                </a:moveTo>
                <a:cubicBezTo>
                  <a:pt x="4807907" y="1629911"/>
                  <a:pt x="4798512" y="1632908"/>
                  <a:pt x="4790744" y="1638860"/>
                </a:cubicBezTo>
                <a:cubicBezTo>
                  <a:pt x="4782977" y="1644812"/>
                  <a:pt x="4778919" y="1653465"/>
                  <a:pt x="4778572" y="1664818"/>
                </a:cubicBezTo>
                <a:cubicBezTo>
                  <a:pt x="4778784" y="1672951"/>
                  <a:pt x="4781099" y="1679383"/>
                  <a:pt x="4785518" y="1684115"/>
                </a:cubicBezTo>
                <a:cubicBezTo>
                  <a:pt x="4789936" y="1688846"/>
                  <a:pt x="4795183" y="1692476"/>
                  <a:pt x="4801260" y="1695006"/>
                </a:cubicBezTo>
                <a:cubicBezTo>
                  <a:pt x="4807337" y="1697536"/>
                  <a:pt x="4812969" y="1699566"/>
                  <a:pt x="4818158" y="1701095"/>
                </a:cubicBezTo>
                <a:cubicBezTo>
                  <a:pt x="4826287" y="1703609"/>
                  <a:pt x="4832036" y="1705785"/>
                  <a:pt x="4835403" y="1707624"/>
                </a:cubicBezTo>
                <a:cubicBezTo>
                  <a:pt x="4838771" y="1709462"/>
                  <a:pt x="4840401" y="1712088"/>
                  <a:pt x="4840294" y="1715503"/>
                </a:cubicBezTo>
                <a:cubicBezTo>
                  <a:pt x="4840020" y="1720450"/>
                  <a:pt x="4837929" y="1723934"/>
                  <a:pt x="4834020" y="1725955"/>
                </a:cubicBezTo>
                <a:cubicBezTo>
                  <a:pt x="4830111" y="1727976"/>
                  <a:pt x="4826024" y="1728951"/>
                  <a:pt x="4821761" y="1728881"/>
                </a:cubicBezTo>
                <a:cubicBezTo>
                  <a:pt x="4813241" y="1728549"/>
                  <a:pt x="4806477" y="1726705"/>
                  <a:pt x="4801469" y="1723350"/>
                </a:cubicBezTo>
                <a:cubicBezTo>
                  <a:pt x="4796462" y="1719995"/>
                  <a:pt x="4793367" y="1717122"/>
                  <a:pt x="4792185" y="1714731"/>
                </a:cubicBezTo>
                <a:lnTo>
                  <a:pt x="4771885" y="1727080"/>
                </a:lnTo>
                <a:cubicBezTo>
                  <a:pt x="4774874" y="1733256"/>
                  <a:pt x="4780593" y="1738757"/>
                  <a:pt x="4789041" y="1743583"/>
                </a:cubicBezTo>
                <a:cubicBezTo>
                  <a:pt x="4797490" y="1748409"/>
                  <a:pt x="4807710" y="1750956"/>
                  <a:pt x="4819702" y="1751224"/>
                </a:cubicBezTo>
                <a:cubicBezTo>
                  <a:pt x="4832068" y="1751267"/>
                  <a:pt x="4842644" y="1748291"/>
                  <a:pt x="4851429" y="1742296"/>
                </a:cubicBezTo>
                <a:cubicBezTo>
                  <a:pt x="4860214" y="1736301"/>
                  <a:pt x="4864807" y="1727027"/>
                  <a:pt x="4865208" y="1714474"/>
                </a:cubicBezTo>
                <a:cubicBezTo>
                  <a:pt x="4864994" y="1705848"/>
                  <a:pt x="4862682" y="1699143"/>
                  <a:pt x="4858272" y="1694358"/>
                </a:cubicBezTo>
                <a:cubicBezTo>
                  <a:pt x="4853862" y="1689573"/>
                  <a:pt x="4848637" y="1685974"/>
                  <a:pt x="4842596" y="1683562"/>
                </a:cubicBezTo>
                <a:cubicBezTo>
                  <a:pt x="4836556" y="1681149"/>
                  <a:pt x="4830984" y="1679190"/>
                  <a:pt x="4825879" y="1677683"/>
                </a:cubicBezTo>
                <a:cubicBezTo>
                  <a:pt x="4817627" y="1674992"/>
                  <a:pt x="4811803" y="1672655"/>
                  <a:pt x="4808409" y="1670672"/>
                </a:cubicBezTo>
                <a:cubicBezTo>
                  <a:pt x="4805014" y="1668688"/>
                  <a:pt x="4803373" y="1666223"/>
                  <a:pt x="4803486" y="1663275"/>
                </a:cubicBezTo>
                <a:cubicBezTo>
                  <a:pt x="4803786" y="1658751"/>
                  <a:pt x="4805760" y="1655706"/>
                  <a:pt x="4809406" y="1654141"/>
                </a:cubicBezTo>
                <a:cubicBezTo>
                  <a:pt x="4813052" y="1652576"/>
                  <a:pt x="4816570" y="1651847"/>
                  <a:pt x="4819959" y="1651954"/>
                </a:cubicBezTo>
                <a:cubicBezTo>
                  <a:pt x="4826797" y="1652249"/>
                  <a:pt x="4832298" y="1653782"/>
                  <a:pt x="4836463" y="1656553"/>
                </a:cubicBezTo>
                <a:cubicBezTo>
                  <a:pt x="4840627" y="1659324"/>
                  <a:pt x="4843360" y="1661565"/>
                  <a:pt x="4844660" y="1663275"/>
                </a:cubicBezTo>
                <a:lnTo>
                  <a:pt x="4860585" y="1648872"/>
                </a:lnTo>
                <a:cubicBezTo>
                  <a:pt x="4856829" y="1643924"/>
                  <a:pt x="4851433" y="1639569"/>
                  <a:pt x="4844396" y="1635808"/>
                </a:cubicBezTo>
                <a:cubicBezTo>
                  <a:pt x="4837360" y="1632046"/>
                  <a:pt x="4828871" y="1630067"/>
                  <a:pt x="4818930" y="1629869"/>
                </a:cubicBezTo>
                <a:close/>
                <a:moveTo>
                  <a:pt x="4692002" y="1629869"/>
                </a:moveTo>
                <a:cubicBezTo>
                  <a:pt x="4680371" y="1629999"/>
                  <a:pt x="4669819" y="1632765"/>
                  <a:pt x="4660348" y="1638167"/>
                </a:cubicBezTo>
                <a:cubicBezTo>
                  <a:pt x="4650877" y="1643570"/>
                  <a:pt x="4643321" y="1650831"/>
                  <a:pt x="4637680" y="1659950"/>
                </a:cubicBezTo>
                <a:cubicBezTo>
                  <a:pt x="4632040" y="1669069"/>
                  <a:pt x="4629150" y="1679268"/>
                  <a:pt x="4629011" y="1690546"/>
                </a:cubicBezTo>
                <a:cubicBezTo>
                  <a:pt x="4629150" y="1701906"/>
                  <a:pt x="4632040" y="1712143"/>
                  <a:pt x="4637680" y="1721257"/>
                </a:cubicBezTo>
                <a:cubicBezTo>
                  <a:pt x="4643321" y="1730372"/>
                  <a:pt x="4650877" y="1737613"/>
                  <a:pt x="4660348" y="1742982"/>
                </a:cubicBezTo>
                <a:cubicBezTo>
                  <a:pt x="4669819" y="1748352"/>
                  <a:pt x="4680371" y="1751099"/>
                  <a:pt x="4692002" y="1751224"/>
                </a:cubicBezTo>
                <a:cubicBezTo>
                  <a:pt x="4703631" y="1751099"/>
                  <a:pt x="4714160" y="1748352"/>
                  <a:pt x="4723590" y="1742982"/>
                </a:cubicBezTo>
                <a:cubicBezTo>
                  <a:pt x="4733020" y="1737613"/>
                  <a:pt x="4740535" y="1730372"/>
                  <a:pt x="4746134" y="1721257"/>
                </a:cubicBezTo>
                <a:cubicBezTo>
                  <a:pt x="4751733" y="1712143"/>
                  <a:pt x="4754601" y="1701906"/>
                  <a:pt x="4754737" y="1690546"/>
                </a:cubicBezTo>
                <a:cubicBezTo>
                  <a:pt x="4754601" y="1679268"/>
                  <a:pt x="4751733" y="1669069"/>
                  <a:pt x="4746134" y="1659950"/>
                </a:cubicBezTo>
                <a:cubicBezTo>
                  <a:pt x="4740535" y="1650831"/>
                  <a:pt x="4733020" y="1643570"/>
                  <a:pt x="4723590" y="1638167"/>
                </a:cubicBezTo>
                <a:cubicBezTo>
                  <a:pt x="4714160" y="1632765"/>
                  <a:pt x="4703631" y="1629999"/>
                  <a:pt x="4692002" y="1629869"/>
                </a:cubicBezTo>
                <a:close/>
                <a:moveTo>
                  <a:pt x="4468026" y="1629869"/>
                </a:moveTo>
                <a:cubicBezTo>
                  <a:pt x="4458613" y="1629965"/>
                  <a:pt x="4450358" y="1632149"/>
                  <a:pt x="4443261" y="1636418"/>
                </a:cubicBezTo>
                <a:cubicBezTo>
                  <a:pt x="4436164" y="1640688"/>
                  <a:pt x="4430353" y="1646467"/>
                  <a:pt x="4425829" y="1653755"/>
                </a:cubicBezTo>
                <a:lnTo>
                  <a:pt x="4425829" y="1631924"/>
                </a:lnTo>
                <a:lnTo>
                  <a:pt x="4401172" y="1631924"/>
                </a:lnTo>
                <a:lnTo>
                  <a:pt x="4401172" y="1749166"/>
                </a:lnTo>
                <a:lnTo>
                  <a:pt x="4425829" y="1749166"/>
                </a:lnTo>
                <a:lnTo>
                  <a:pt x="4425829" y="1700817"/>
                </a:lnTo>
                <a:cubicBezTo>
                  <a:pt x="4425856" y="1687299"/>
                  <a:pt x="4428890" y="1676273"/>
                  <a:pt x="4434931" y="1667738"/>
                </a:cubicBezTo>
                <a:cubicBezTo>
                  <a:pt x="4440972" y="1659203"/>
                  <a:pt x="4449860" y="1654799"/>
                  <a:pt x="4461594" y="1654526"/>
                </a:cubicBezTo>
                <a:cubicBezTo>
                  <a:pt x="4471869" y="1654692"/>
                  <a:pt x="4479942" y="1658153"/>
                  <a:pt x="4485811" y="1664909"/>
                </a:cubicBezTo>
                <a:cubicBezTo>
                  <a:pt x="4491681" y="1671665"/>
                  <a:pt x="4494672" y="1680720"/>
                  <a:pt x="4494784" y="1692073"/>
                </a:cubicBezTo>
                <a:lnTo>
                  <a:pt x="4494784" y="1749166"/>
                </a:lnTo>
                <a:lnTo>
                  <a:pt x="4519441" y="1749166"/>
                </a:lnTo>
                <a:lnTo>
                  <a:pt x="4519441" y="1690016"/>
                </a:lnTo>
                <a:cubicBezTo>
                  <a:pt x="4519533" y="1672658"/>
                  <a:pt x="4515432" y="1658390"/>
                  <a:pt x="4507139" y="1647212"/>
                </a:cubicBezTo>
                <a:cubicBezTo>
                  <a:pt x="4498845" y="1636035"/>
                  <a:pt x="4485808" y="1630254"/>
                  <a:pt x="4468026" y="1629869"/>
                </a:cubicBezTo>
                <a:close/>
                <a:moveTo>
                  <a:pt x="4311002" y="1629869"/>
                </a:moveTo>
                <a:cubicBezTo>
                  <a:pt x="4299371" y="1629999"/>
                  <a:pt x="4288819" y="1632765"/>
                  <a:pt x="4279348" y="1638167"/>
                </a:cubicBezTo>
                <a:cubicBezTo>
                  <a:pt x="4269877" y="1643570"/>
                  <a:pt x="4262321" y="1650831"/>
                  <a:pt x="4256680" y="1659950"/>
                </a:cubicBezTo>
                <a:cubicBezTo>
                  <a:pt x="4251040" y="1669069"/>
                  <a:pt x="4248150" y="1679268"/>
                  <a:pt x="4248011" y="1690546"/>
                </a:cubicBezTo>
                <a:cubicBezTo>
                  <a:pt x="4248150" y="1701906"/>
                  <a:pt x="4251040" y="1712143"/>
                  <a:pt x="4256680" y="1721257"/>
                </a:cubicBezTo>
                <a:cubicBezTo>
                  <a:pt x="4262321" y="1730372"/>
                  <a:pt x="4269877" y="1737613"/>
                  <a:pt x="4279348" y="1742982"/>
                </a:cubicBezTo>
                <a:cubicBezTo>
                  <a:pt x="4288819" y="1748352"/>
                  <a:pt x="4299371" y="1751099"/>
                  <a:pt x="4311002" y="1751224"/>
                </a:cubicBezTo>
                <a:cubicBezTo>
                  <a:pt x="4322631" y="1751099"/>
                  <a:pt x="4333160" y="1748352"/>
                  <a:pt x="4342590" y="1742982"/>
                </a:cubicBezTo>
                <a:cubicBezTo>
                  <a:pt x="4352020" y="1737613"/>
                  <a:pt x="4359535" y="1730372"/>
                  <a:pt x="4365134" y="1721257"/>
                </a:cubicBezTo>
                <a:cubicBezTo>
                  <a:pt x="4370733" y="1712143"/>
                  <a:pt x="4373601" y="1701906"/>
                  <a:pt x="4373737" y="1690546"/>
                </a:cubicBezTo>
                <a:cubicBezTo>
                  <a:pt x="4373601" y="1679268"/>
                  <a:pt x="4370733" y="1669069"/>
                  <a:pt x="4365134" y="1659950"/>
                </a:cubicBezTo>
                <a:cubicBezTo>
                  <a:pt x="4359535" y="1650831"/>
                  <a:pt x="4352020" y="1643570"/>
                  <a:pt x="4342590" y="1638167"/>
                </a:cubicBezTo>
                <a:cubicBezTo>
                  <a:pt x="4333160" y="1632765"/>
                  <a:pt x="4322631" y="1629999"/>
                  <a:pt x="4311002" y="1629869"/>
                </a:cubicBezTo>
                <a:close/>
                <a:moveTo>
                  <a:pt x="4177379" y="1629869"/>
                </a:moveTo>
                <a:cubicBezTo>
                  <a:pt x="4165837" y="1629999"/>
                  <a:pt x="4155349" y="1632765"/>
                  <a:pt x="4145917" y="1638167"/>
                </a:cubicBezTo>
                <a:cubicBezTo>
                  <a:pt x="4136485" y="1643570"/>
                  <a:pt x="4128952" y="1650831"/>
                  <a:pt x="4123320" y="1659950"/>
                </a:cubicBezTo>
                <a:cubicBezTo>
                  <a:pt x="4117688" y="1669069"/>
                  <a:pt x="4114802" y="1679268"/>
                  <a:pt x="4114661" y="1690546"/>
                </a:cubicBezTo>
                <a:cubicBezTo>
                  <a:pt x="4114802" y="1701906"/>
                  <a:pt x="4117688" y="1712143"/>
                  <a:pt x="4123320" y="1721257"/>
                </a:cubicBezTo>
                <a:cubicBezTo>
                  <a:pt x="4128952" y="1730372"/>
                  <a:pt x="4136485" y="1737613"/>
                  <a:pt x="4145917" y="1742982"/>
                </a:cubicBezTo>
                <a:cubicBezTo>
                  <a:pt x="4155349" y="1748352"/>
                  <a:pt x="4165837" y="1751099"/>
                  <a:pt x="4177379" y="1751224"/>
                </a:cubicBezTo>
                <a:cubicBezTo>
                  <a:pt x="4188690" y="1751111"/>
                  <a:pt x="4198987" y="1748511"/>
                  <a:pt x="4208272" y="1743421"/>
                </a:cubicBezTo>
                <a:cubicBezTo>
                  <a:pt x="4217557" y="1738332"/>
                  <a:pt x="4225091" y="1731427"/>
                  <a:pt x="4230872" y="1722708"/>
                </a:cubicBezTo>
                <a:lnTo>
                  <a:pt x="4208240" y="1709586"/>
                </a:lnTo>
                <a:cubicBezTo>
                  <a:pt x="4204961" y="1714796"/>
                  <a:pt x="4200654" y="1718913"/>
                  <a:pt x="4195317" y="1721936"/>
                </a:cubicBezTo>
                <a:cubicBezTo>
                  <a:pt x="4189981" y="1724959"/>
                  <a:pt x="4184001" y="1726503"/>
                  <a:pt x="4177379" y="1726567"/>
                </a:cubicBezTo>
                <a:cubicBezTo>
                  <a:pt x="4167215" y="1726320"/>
                  <a:pt x="4158739" y="1722825"/>
                  <a:pt x="4151951" y="1716082"/>
                </a:cubicBezTo>
                <a:cubicBezTo>
                  <a:pt x="4145163" y="1709339"/>
                  <a:pt x="4141637" y="1700827"/>
                  <a:pt x="4141375" y="1690546"/>
                </a:cubicBezTo>
                <a:cubicBezTo>
                  <a:pt x="4141637" y="1680378"/>
                  <a:pt x="4145163" y="1671898"/>
                  <a:pt x="4151951" y="1665107"/>
                </a:cubicBezTo>
                <a:cubicBezTo>
                  <a:pt x="4158739" y="1658315"/>
                  <a:pt x="4167215" y="1654788"/>
                  <a:pt x="4177379" y="1654526"/>
                </a:cubicBezTo>
                <a:cubicBezTo>
                  <a:pt x="4184001" y="1654606"/>
                  <a:pt x="4189981" y="1656182"/>
                  <a:pt x="4195317" y="1659254"/>
                </a:cubicBezTo>
                <a:cubicBezTo>
                  <a:pt x="4200654" y="1662325"/>
                  <a:pt x="4204961" y="1666410"/>
                  <a:pt x="4208240" y="1671507"/>
                </a:cubicBezTo>
                <a:lnTo>
                  <a:pt x="4230872" y="1658385"/>
                </a:lnTo>
                <a:cubicBezTo>
                  <a:pt x="4225091" y="1649778"/>
                  <a:pt x="4217557" y="1642905"/>
                  <a:pt x="4208272" y="1637768"/>
                </a:cubicBezTo>
                <a:cubicBezTo>
                  <a:pt x="4198987" y="1632630"/>
                  <a:pt x="4188690" y="1629997"/>
                  <a:pt x="4177379" y="1629869"/>
                </a:cubicBezTo>
                <a:close/>
                <a:moveTo>
                  <a:pt x="3887001" y="1629869"/>
                </a:moveTo>
                <a:cubicBezTo>
                  <a:pt x="3877588" y="1629965"/>
                  <a:pt x="3869333" y="1632149"/>
                  <a:pt x="3862236" y="1636418"/>
                </a:cubicBezTo>
                <a:cubicBezTo>
                  <a:pt x="3855139" y="1640688"/>
                  <a:pt x="3849329" y="1646467"/>
                  <a:pt x="3844804" y="1653755"/>
                </a:cubicBezTo>
                <a:lnTo>
                  <a:pt x="3844804" y="1631924"/>
                </a:lnTo>
                <a:lnTo>
                  <a:pt x="3820148" y="1631924"/>
                </a:lnTo>
                <a:lnTo>
                  <a:pt x="3820148" y="1749166"/>
                </a:lnTo>
                <a:lnTo>
                  <a:pt x="3844804" y="1749166"/>
                </a:lnTo>
                <a:lnTo>
                  <a:pt x="3844804" y="1700817"/>
                </a:lnTo>
                <a:cubicBezTo>
                  <a:pt x="3844831" y="1687299"/>
                  <a:pt x="3847865" y="1676273"/>
                  <a:pt x="3853906" y="1667738"/>
                </a:cubicBezTo>
                <a:cubicBezTo>
                  <a:pt x="3859947" y="1659203"/>
                  <a:pt x="3868835" y="1654799"/>
                  <a:pt x="3880568" y="1654526"/>
                </a:cubicBezTo>
                <a:cubicBezTo>
                  <a:pt x="3890844" y="1654692"/>
                  <a:pt x="3898917" y="1658153"/>
                  <a:pt x="3904787" y="1664909"/>
                </a:cubicBezTo>
                <a:cubicBezTo>
                  <a:pt x="3910656" y="1671665"/>
                  <a:pt x="3913647" y="1680720"/>
                  <a:pt x="3913759" y="1692073"/>
                </a:cubicBezTo>
                <a:lnTo>
                  <a:pt x="3913759" y="1749166"/>
                </a:lnTo>
                <a:lnTo>
                  <a:pt x="3938416" y="1749166"/>
                </a:lnTo>
                <a:lnTo>
                  <a:pt x="3938416" y="1690016"/>
                </a:lnTo>
                <a:cubicBezTo>
                  <a:pt x="3938508" y="1672658"/>
                  <a:pt x="3934407" y="1658390"/>
                  <a:pt x="3926114" y="1647212"/>
                </a:cubicBezTo>
                <a:cubicBezTo>
                  <a:pt x="3917821" y="1636035"/>
                  <a:pt x="3904783" y="1630254"/>
                  <a:pt x="3887001" y="1629869"/>
                </a:cubicBezTo>
                <a:close/>
                <a:moveTo>
                  <a:pt x="3729978" y="1629869"/>
                </a:moveTo>
                <a:cubicBezTo>
                  <a:pt x="3718346" y="1629999"/>
                  <a:pt x="3707795" y="1632765"/>
                  <a:pt x="3698323" y="1638167"/>
                </a:cubicBezTo>
                <a:cubicBezTo>
                  <a:pt x="3688852" y="1643570"/>
                  <a:pt x="3681296" y="1650831"/>
                  <a:pt x="3675655" y="1659950"/>
                </a:cubicBezTo>
                <a:cubicBezTo>
                  <a:pt x="3670015" y="1669069"/>
                  <a:pt x="3667125" y="1679268"/>
                  <a:pt x="3666986" y="1690546"/>
                </a:cubicBezTo>
                <a:cubicBezTo>
                  <a:pt x="3667125" y="1701906"/>
                  <a:pt x="3670015" y="1712143"/>
                  <a:pt x="3675655" y="1721257"/>
                </a:cubicBezTo>
                <a:cubicBezTo>
                  <a:pt x="3681296" y="1730372"/>
                  <a:pt x="3688852" y="1737613"/>
                  <a:pt x="3698323" y="1742982"/>
                </a:cubicBezTo>
                <a:cubicBezTo>
                  <a:pt x="3707795" y="1748352"/>
                  <a:pt x="3718346" y="1751099"/>
                  <a:pt x="3729978" y="1751224"/>
                </a:cubicBezTo>
                <a:cubicBezTo>
                  <a:pt x="3741606" y="1751099"/>
                  <a:pt x="3752135" y="1748352"/>
                  <a:pt x="3761565" y="1742982"/>
                </a:cubicBezTo>
                <a:cubicBezTo>
                  <a:pt x="3770995" y="1737613"/>
                  <a:pt x="3778510" y="1730372"/>
                  <a:pt x="3784109" y="1721257"/>
                </a:cubicBezTo>
                <a:cubicBezTo>
                  <a:pt x="3789708" y="1712143"/>
                  <a:pt x="3792576" y="1701906"/>
                  <a:pt x="3792712" y="1690546"/>
                </a:cubicBezTo>
                <a:cubicBezTo>
                  <a:pt x="3792576" y="1679268"/>
                  <a:pt x="3789708" y="1669069"/>
                  <a:pt x="3784109" y="1659950"/>
                </a:cubicBezTo>
                <a:cubicBezTo>
                  <a:pt x="3778510" y="1650831"/>
                  <a:pt x="3770995" y="1643570"/>
                  <a:pt x="3761565" y="1638167"/>
                </a:cubicBezTo>
                <a:cubicBezTo>
                  <a:pt x="3752135" y="1632765"/>
                  <a:pt x="3741606" y="1629999"/>
                  <a:pt x="3729978" y="1629869"/>
                </a:cubicBezTo>
                <a:close/>
                <a:moveTo>
                  <a:pt x="3542580" y="1629869"/>
                </a:moveTo>
                <a:cubicBezTo>
                  <a:pt x="3531557" y="1629911"/>
                  <a:pt x="3522162" y="1632908"/>
                  <a:pt x="3514394" y="1638860"/>
                </a:cubicBezTo>
                <a:cubicBezTo>
                  <a:pt x="3506627" y="1644812"/>
                  <a:pt x="3502569" y="1653465"/>
                  <a:pt x="3502222" y="1664818"/>
                </a:cubicBezTo>
                <a:cubicBezTo>
                  <a:pt x="3502434" y="1672951"/>
                  <a:pt x="3504750" y="1679383"/>
                  <a:pt x="3509168" y="1684115"/>
                </a:cubicBezTo>
                <a:cubicBezTo>
                  <a:pt x="3513586" y="1688846"/>
                  <a:pt x="3518833" y="1692476"/>
                  <a:pt x="3524910" y="1695006"/>
                </a:cubicBezTo>
                <a:cubicBezTo>
                  <a:pt x="3530987" y="1697536"/>
                  <a:pt x="3536620" y="1699566"/>
                  <a:pt x="3541808" y="1701095"/>
                </a:cubicBezTo>
                <a:cubicBezTo>
                  <a:pt x="3549937" y="1703609"/>
                  <a:pt x="3555686" y="1705785"/>
                  <a:pt x="3559053" y="1707624"/>
                </a:cubicBezTo>
                <a:cubicBezTo>
                  <a:pt x="3562421" y="1709462"/>
                  <a:pt x="3564051" y="1712088"/>
                  <a:pt x="3563944" y="1715503"/>
                </a:cubicBezTo>
                <a:cubicBezTo>
                  <a:pt x="3563671" y="1720450"/>
                  <a:pt x="3561579" y="1723934"/>
                  <a:pt x="3557670" y="1725955"/>
                </a:cubicBezTo>
                <a:cubicBezTo>
                  <a:pt x="3553761" y="1727976"/>
                  <a:pt x="3549675" y="1728951"/>
                  <a:pt x="3545411" y="1728881"/>
                </a:cubicBezTo>
                <a:cubicBezTo>
                  <a:pt x="3536891" y="1728549"/>
                  <a:pt x="3530127" y="1726705"/>
                  <a:pt x="3525119" y="1723350"/>
                </a:cubicBezTo>
                <a:cubicBezTo>
                  <a:pt x="3520112" y="1719995"/>
                  <a:pt x="3517017" y="1717122"/>
                  <a:pt x="3515835" y="1714731"/>
                </a:cubicBezTo>
                <a:lnTo>
                  <a:pt x="3495536" y="1727080"/>
                </a:lnTo>
                <a:cubicBezTo>
                  <a:pt x="3498525" y="1733256"/>
                  <a:pt x="3504243" y="1738757"/>
                  <a:pt x="3512692" y="1743583"/>
                </a:cubicBezTo>
                <a:cubicBezTo>
                  <a:pt x="3521140" y="1748409"/>
                  <a:pt x="3531360" y="1750956"/>
                  <a:pt x="3543352" y="1751224"/>
                </a:cubicBezTo>
                <a:cubicBezTo>
                  <a:pt x="3555718" y="1751267"/>
                  <a:pt x="3566294" y="1748291"/>
                  <a:pt x="3575079" y="1742296"/>
                </a:cubicBezTo>
                <a:cubicBezTo>
                  <a:pt x="3583865" y="1736301"/>
                  <a:pt x="3588458" y="1727027"/>
                  <a:pt x="3588858" y="1714474"/>
                </a:cubicBezTo>
                <a:cubicBezTo>
                  <a:pt x="3588644" y="1705848"/>
                  <a:pt x="3586333" y="1699143"/>
                  <a:pt x="3581922" y="1694358"/>
                </a:cubicBezTo>
                <a:cubicBezTo>
                  <a:pt x="3577512" y="1689573"/>
                  <a:pt x="3572287" y="1685974"/>
                  <a:pt x="3566247" y="1683562"/>
                </a:cubicBezTo>
                <a:cubicBezTo>
                  <a:pt x="3560206" y="1681149"/>
                  <a:pt x="3554634" y="1679190"/>
                  <a:pt x="3549530" y="1677683"/>
                </a:cubicBezTo>
                <a:cubicBezTo>
                  <a:pt x="3541277" y="1674992"/>
                  <a:pt x="3535453" y="1672655"/>
                  <a:pt x="3532059" y="1670672"/>
                </a:cubicBezTo>
                <a:cubicBezTo>
                  <a:pt x="3528664" y="1668688"/>
                  <a:pt x="3527023" y="1666223"/>
                  <a:pt x="3527136" y="1663275"/>
                </a:cubicBezTo>
                <a:cubicBezTo>
                  <a:pt x="3527436" y="1658751"/>
                  <a:pt x="3529410" y="1655706"/>
                  <a:pt x="3533056" y="1654141"/>
                </a:cubicBezTo>
                <a:cubicBezTo>
                  <a:pt x="3536703" y="1652576"/>
                  <a:pt x="3540220" y="1651847"/>
                  <a:pt x="3543610" y="1651954"/>
                </a:cubicBezTo>
                <a:cubicBezTo>
                  <a:pt x="3550447" y="1652249"/>
                  <a:pt x="3555948" y="1653782"/>
                  <a:pt x="3560113" y="1656553"/>
                </a:cubicBezTo>
                <a:cubicBezTo>
                  <a:pt x="3564278" y="1659324"/>
                  <a:pt x="3567010" y="1661565"/>
                  <a:pt x="3568311" y="1663275"/>
                </a:cubicBezTo>
                <a:lnTo>
                  <a:pt x="3584235" y="1648872"/>
                </a:lnTo>
                <a:cubicBezTo>
                  <a:pt x="3580480" y="1643924"/>
                  <a:pt x="3575083" y="1639569"/>
                  <a:pt x="3568047" y="1635808"/>
                </a:cubicBezTo>
                <a:cubicBezTo>
                  <a:pt x="3561010" y="1632046"/>
                  <a:pt x="3552521" y="1630067"/>
                  <a:pt x="3542580" y="1629869"/>
                </a:cubicBezTo>
                <a:close/>
                <a:moveTo>
                  <a:pt x="3234678" y="1629869"/>
                </a:moveTo>
                <a:cubicBezTo>
                  <a:pt x="3223046" y="1629999"/>
                  <a:pt x="3212495" y="1632765"/>
                  <a:pt x="3203023" y="1638167"/>
                </a:cubicBezTo>
                <a:cubicBezTo>
                  <a:pt x="3193552" y="1643570"/>
                  <a:pt x="3185996" y="1650831"/>
                  <a:pt x="3180355" y="1659950"/>
                </a:cubicBezTo>
                <a:cubicBezTo>
                  <a:pt x="3174715" y="1669069"/>
                  <a:pt x="3171825" y="1679268"/>
                  <a:pt x="3171686" y="1690546"/>
                </a:cubicBezTo>
                <a:cubicBezTo>
                  <a:pt x="3171825" y="1701906"/>
                  <a:pt x="3174715" y="1712143"/>
                  <a:pt x="3180355" y="1721257"/>
                </a:cubicBezTo>
                <a:cubicBezTo>
                  <a:pt x="3185996" y="1730372"/>
                  <a:pt x="3193552" y="1737613"/>
                  <a:pt x="3203023" y="1742982"/>
                </a:cubicBezTo>
                <a:cubicBezTo>
                  <a:pt x="3212495" y="1748352"/>
                  <a:pt x="3223046" y="1751099"/>
                  <a:pt x="3234678" y="1751224"/>
                </a:cubicBezTo>
                <a:cubicBezTo>
                  <a:pt x="3246306" y="1751099"/>
                  <a:pt x="3256835" y="1748352"/>
                  <a:pt x="3266265" y="1742982"/>
                </a:cubicBezTo>
                <a:cubicBezTo>
                  <a:pt x="3275695" y="1737613"/>
                  <a:pt x="3283210" y="1730372"/>
                  <a:pt x="3288809" y="1721257"/>
                </a:cubicBezTo>
                <a:cubicBezTo>
                  <a:pt x="3294408" y="1712143"/>
                  <a:pt x="3297276" y="1701906"/>
                  <a:pt x="3297412" y="1690546"/>
                </a:cubicBezTo>
                <a:cubicBezTo>
                  <a:pt x="3297276" y="1679268"/>
                  <a:pt x="3294408" y="1669069"/>
                  <a:pt x="3288809" y="1659950"/>
                </a:cubicBezTo>
                <a:cubicBezTo>
                  <a:pt x="3283210" y="1650831"/>
                  <a:pt x="3275695" y="1643570"/>
                  <a:pt x="3266265" y="1638167"/>
                </a:cubicBezTo>
                <a:cubicBezTo>
                  <a:pt x="3256835" y="1632765"/>
                  <a:pt x="3246306" y="1629999"/>
                  <a:pt x="3234678" y="1629869"/>
                </a:cubicBezTo>
                <a:close/>
                <a:moveTo>
                  <a:pt x="3101054" y="1629869"/>
                </a:moveTo>
                <a:cubicBezTo>
                  <a:pt x="3089512" y="1629999"/>
                  <a:pt x="3079025" y="1632765"/>
                  <a:pt x="3069592" y="1638167"/>
                </a:cubicBezTo>
                <a:cubicBezTo>
                  <a:pt x="3060159" y="1643570"/>
                  <a:pt x="3052627" y="1650831"/>
                  <a:pt x="3046995" y="1659950"/>
                </a:cubicBezTo>
                <a:cubicBezTo>
                  <a:pt x="3041363" y="1669069"/>
                  <a:pt x="3038477" y="1679268"/>
                  <a:pt x="3038336" y="1690546"/>
                </a:cubicBezTo>
                <a:cubicBezTo>
                  <a:pt x="3038477" y="1701906"/>
                  <a:pt x="3041363" y="1712143"/>
                  <a:pt x="3046995" y="1721257"/>
                </a:cubicBezTo>
                <a:cubicBezTo>
                  <a:pt x="3052627" y="1730372"/>
                  <a:pt x="3060159" y="1737613"/>
                  <a:pt x="3069592" y="1742982"/>
                </a:cubicBezTo>
                <a:cubicBezTo>
                  <a:pt x="3079025" y="1748352"/>
                  <a:pt x="3089512" y="1751099"/>
                  <a:pt x="3101054" y="1751224"/>
                </a:cubicBezTo>
                <a:cubicBezTo>
                  <a:pt x="3112364" y="1751111"/>
                  <a:pt x="3122662" y="1748511"/>
                  <a:pt x="3131948" y="1743421"/>
                </a:cubicBezTo>
                <a:cubicBezTo>
                  <a:pt x="3141233" y="1738332"/>
                  <a:pt x="3148766" y="1731427"/>
                  <a:pt x="3154547" y="1722708"/>
                </a:cubicBezTo>
                <a:lnTo>
                  <a:pt x="3131915" y="1709586"/>
                </a:lnTo>
                <a:cubicBezTo>
                  <a:pt x="3128636" y="1714796"/>
                  <a:pt x="3124329" y="1718913"/>
                  <a:pt x="3118992" y="1721936"/>
                </a:cubicBezTo>
                <a:cubicBezTo>
                  <a:pt x="3113656" y="1724959"/>
                  <a:pt x="3107677" y="1726503"/>
                  <a:pt x="3101054" y="1726567"/>
                </a:cubicBezTo>
                <a:cubicBezTo>
                  <a:pt x="3090891" y="1726320"/>
                  <a:pt x="3082414" y="1722825"/>
                  <a:pt x="3075626" y="1716082"/>
                </a:cubicBezTo>
                <a:cubicBezTo>
                  <a:pt x="3068838" y="1709339"/>
                  <a:pt x="3065312" y="1700827"/>
                  <a:pt x="3065050" y="1690546"/>
                </a:cubicBezTo>
                <a:cubicBezTo>
                  <a:pt x="3065312" y="1680378"/>
                  <a:pt x="3068838" y="1671898"/>
                  <a:pt x="3075626" y="1665107"/>
                </a:cubicBezTo>
                <a:cubicBezTo>
                  <a:pt x="3082414" y="1658315"/>
                  <a:pt x="3090891" y="1654788"/>
                  <a:pt x="3101054" y="1654526"/>
                </a:cubicBezTo>
                <a:cubicBezTo>
                  <a:pt x="3107677" y="1654606"/>
                  <a:pt x="3113656" y="1656182"/>
                  <a:pt x="3118992" y="1659254"/>
                </a:cubicBezTo>
                <a:cubicBezTo>
                  <a:pt x="3124329" y="1662325"/>
                  <a:pt x="3128636" y="1666410"/>
                  <a:pt x="3131915" y="1671507"/>
                </a:cubicBezTo>
                <a:lnTo>
                  <a:pt x="3154547" y="1658385"/>
                </a:lnTo>
                <a:cubicBezTo>
                  <a:pt x="3148766" y="1649778"/>
                  <a:pt x="3141233" y="1642905"/>
                  <a:pt x="3131948" y="1637768"/>
                </a:cubicBezTo>
                <a:cubicBezTo>
                  <a:pt x="3122662" y="1632630"/>
                  <a:pt x="3112364" y="1629997"/>
                  <a:pt x="3101054" y="1629869"/>
                </a:cubicBezTo>
                <a:close/>
                <a:moveTo>
                  <a:pt x="2870412" y="1629869"/>
                </a:moveTo>
                <a:cubicBezTo>
                  <a:pt x="2858574" y="1629999"/>
                  <a:pt x="2848112" y="1632765"/>
                  <a:pt x="2839026" y="1638168"/>
                </a:cubicBezTo>
                <a:cubicBezTo>
                  <a:pt x="2829941" y="1643571"/>
                  <a:pt x="2822812" y="1650832"/>
                  <a:pt x="2817639" y="1659951"/>
                </a:cubicBezTo>
                <a:cubicBezTo>
                  <a:pt x="2812467" y="1669070"/>
                  <a:pt x="2809832" y="1679268"/>
                  <a:pt x="2809736" y="1690545"/>
                </a:cubicBezTo>
                <a:cubicBezTo>
                  <a:pt x="2809998" y="1707819"/>
                  <a:pt x="2816094" y="1722145"/>
                  <a:pt x="2828022" y="1733524"/>
                </a:cubicBezTo>
                <a:cubicBezTo>
                  <a:pt x="2839951" y="1744902"/>
                  <a:pt x="2856138" y="1750802"/>
                  <a:pt x="2876583" y="1751224"/>
                </a:cubicBezTo>
                <a:cubicBezTo>
                  <a:pt x="2888704" y="1751069"/>
                  <a:pt x="2899171" y="1748425"/>
                  <a:pt x="2907982" y="1743293"/>
                </a:cubicBezTo>
                <a:cubicBezTo>
                  <a:pt x="2916793" y="1738160"/>
                  <a:pt x="2923724" y="1731469"/>
                  <a:pt x="2928775" y="1723220"/>
                </a:cubicBezTo>
                <a:lnTo>
                  <a:pt x="2908207" y="1710603"/>
                </a:lnTo>
                <a:cubicBezTo>
                  <a:pt x="2906214" y="1714084"/>
                  <a:pt x="2902679" y="1717550"/>
                  <a:pt x="2897601" y="1720999"/>
                </a:cubicBezTo>
                <a:cubicBezTo>
                  <a:pt x="2892523" y="1724448"/>
                  <a:pt x="2885517" y="1726304"/>
                  <a:pt x="2876583" y="1726567"/>
                </a:cubicBezTo>
                <a:cubicBezTo>
                  <a:pt x="2865645" y="1726384"/>
                  <a:pt x="2856925" y="1723788"/>
                  <a:pt x="2850422" y="1718778"/>
                </a:cubicBezTo>
                <a:cubicBezTo>
                  <a:pt x="2843920" y="1713768"/>
                  <a:pt x="2839699" y="1707438"/>
                  <a:pt x="2837760" y="1699789"/>
                </a:cubicBezTo>
                <a:lnTo>
                  <a:pt x="2929546" y="1699789"/>
                </a:lnTo>
                <a:cubicBezTo>
                  <a:pt x="2931012" y="1685325"/>
                  <a:pt x="2929254" y="1672883"/>
                  <a:pt x="2924272" y="1662461"/>
                </a:cubicBezTo>
                <a:cubicBezTo>
                  <a:pt x="2919290" y="1652039"/>
                  <a:pt x="2912066" y="1644018"/>
                  <a:pt x="2902598" y="1638396"/>
                </a:cubicBezTo>
                <a:cubicBezTo>
                  <a:pt x="2893131" y="1632775"/>
                  <a:pt x="2882403" y="1629932"/>
                  <a:pt x="2870412" y="1629869"/>
                </a:cubicBezTo>
                <a:close/>
                <a:moveTo>
                  <a:pt x="2603712" y="1629869"/>
                </a:moveTo>
                <a:cubicBezTo>
                  <a:pt x="2591874" y="1629999"/>
                  <a:pt x="2581412" y="1632765"/>
                  <a:pt x="2572327" y="1638168"/>
                </a:cubicBezTo>
                <a:cubicBezTo>
                  <a:pt x="2563241" y="1643571"/>
                  <a:pt x="2556111" y="1650832"/>
                  <a:pt x="2550939" y="1659951"/>
                </a:cubicBezTo>
                <a:cubicBezTo>
                  <a:pt x="2545767" y="1669070"/>
                  <a:pt x="2543132" y="1679268"/>
                  <a:pt x="2543036" y="1690545"/>
                </a:cubicBezTo>
                <a:cubicBezTo>
                  <a:pt x="2543298" y="1707819"/>
                  <a:pt x="2549394" y="1722145"/>
                  <a:pt x="2561322" y="1733524"/>
                </a:cubicBezTo>
                <a:cubicBezTo>
                  <a:pt x="2573251" y="1744902"/>
                  <a:pt x="2589438" y="1750802"/>
                  <a:pt x="2609883" y="1751224"/>
                </a:cubicBezTo>
                <a:cubicBezTo>
                  <a:pt x="2622004" y="1751069"/>
                  <a:pt x="2632471" y="1748425"/>
                  <a:pt x="2641282" y="1743293"/>
                </a:cubicBezTo>
                <a:cubicBezTo>
                  <a:pt x="2650093" y="1738160"/>
                  <a:pt x="2657024" y="1731469"/>
                  <a:pt x="2662075" y="1723220"/>
                </a:cubicBezTo>
                <a:lnTo>
                  <a:pt x="2641507" y="1710603"/>
                </a:lnTo>
                <a:cubicBezTo>
                  <a:pt x="2639514" y="1714084"/>
                  <a:pt x="2635979" y="1717550"/>
                  <a:pt x="2630901" y="1720999"/>
                </a:cubicBezTo>
                <a:cubicBezTo>
                  <a:pt x="2625823" y="1724448"/>
                  <a:pt x="2618817" y="1726304"/>
                  <a:pt x="2609883" y="1726567"/>
                </a:cubicBezTo>
                <a:cubicBezTo>
                  <a:pt x="2598945" y="1726384"/>
                  <a:pt x="2590225" y="1723788"/>
                  <a:pt x="2583722" y="1718778"/>
                </a:cubicBezTo>
                <a:cubicBezTo>
                  <a:pt x="2577220" y="1713768"/>
                  <a:pt x="2572999" y="1707438"/>
                  <a:pt x="2571060" y="1699789"/>
                </a:cubicBezTo>
                <a:lnTo>
                  <a:pt x="2662846" y="1699789"/>
                </a:lnTo>
                <a:cubicBezTo>
                  <a:pt x="2664312" y="1685325"/>
                  <a:pt x="2662554" y="1672883"/>
                  <a:pt x="2657572" y="1662461"/>
                </a:cubicBezTo>
                <a:cubicBezTo>
                  <a:pt x="2652590" y="1652039"/>
                  <a:pt x="2645366" y="1644018"/>
                  <a:pt x="2635898" y="1638396"/>
                </a:cubicBezTo>
                <a:cubicBezTo>
                  <a:pt x="2626431" y="1632775"/>
                  <a:pt x="2615702" y="1629932"/>
                  <a:pt x="2603712" y="1629869"/>
                </a:cubicBezTo>
                <a:close/>
                <a:moveTo>
                  <a:pt x="2369970" y="1629869"/>
                </a:moveTo>
                <a:cubicBezTo>
                  <a:pt x="2360063" y="1630094"/>
                  <a:pt x="2350868" y="1632084"/>
                  <a:pt x="2342383" y="1635841"/>
                </a:cubicBezTo>
                <a:cubicBezTo>
                  <a:pt x="2333899" y="1639597"/>
                  <a:pt x="2326896" y="1643770"/>
                  <a:pt x="2321374" y="1648361"/>
                </a:cubicBezTo>
                <a:lnTo>
                  <a:pt x="2333189" y="1668175"/>
                </a:lnTo>
                <a:cubicBezTo>
                  <a:pt x="2336095" y="1665690"/>
                  <a:pt x="2340754" y="1662868"/>
                  <a:pt x="2347169" y="1659708"/>
                </a:cubicBezTo>
                <a:cubicBezTo>
                  <a:pt x="2353583" y="1656548"/>
                  <a:pt x="2360497" y="1654821"/>
                  <a:pt x="2367912" y="1654526"/>
                </a:cubicBezTo>
                <a:cubicBezTo>
                  <a:pt x="2377739" y="1654579"/>
                  <a:pt x="2384526" y="1656661"/>
                  <a:pt x="2388273" y="1660771"/>
                </a:cubicBezTo>
                <a:cubicBezTo>
                  <a:pt x="2392021" y="1664880"/>
                  <a:pt x="2393983" y="1670696"/>
                  <a:pt x="2394160" y="1678218"/>
                </a:cubicBezTo>
                <a:lnTo>
                  <a:pt x="2375632" y="1678218"/>
                </a:lnTo>
                <a:cubicBezTo>
                  <a:pt x="2367374" y="1678086"/>
                  <a:pt x="2358762" y="1678949"/>
                  <a:pt x="2349796" y="1680806"/>
                </a:cubicBezTo>
                <a:cubicBezTo>
                  <a:pt x="2340831" y="1682664"/>
                  <a:pt x="2333195" y="1686307"/>
                  <a:pt x="2326888" y="1691735"/>
                </a:cubicBezTo>
                <a:cubicBezTo>
                  <a:pt x="2320581" y="1697164"/>
                  <a:pt x="2317288" y="1705169"/>
                  <a:pt x="2317007" y="1715750"/>
                </a:cubicBezTo>
                <a:cubicBezTo>
                  <a:pt x="2317301" y="1726569"/>
                  <a:pt x="2321465" y="1735150"/>
                  <a:pt x="2329501" y="1741493"/>
                </a:cubicBezTo>
                <a:cubicBezTo>
                  <a:pt x="2337536" y="1747837"/>
                  <a:pt x="2347681" y="1751080"/>
                  <a:pt x="2359934" y="1751224"/>
                </a:cubicBezTo>
                <a:cubicBezTo>
                  <a:pt x="2367890" y="1751138"/>
                  <a:pt x="2374688" y="1749768"/>
                  <a:pt x="2380328" y="1747115"/>
                </a:cubicBezTo>
                <a:cubicBezTo>
                  <a:pt x="2385968" y="1744462"/>
                  <a:pt x="2390578" y="1741038"/>
                  <a:pt x="2394160" y="1736844"/>
                </a:cubicBezTo>
                <a:lnTo>
                  <a:pt x="2394160" y="1749166"/>
                </a:lnTo>
                <a:lnTo>
                  <a:pt x="2418816" y="1749166"/>
                </a:lnTo>
                <a:lnTo>
                  <a:pt x="2418816" y="1681813"/>
                </a:lnTo>
                <a:cubicBezTo>
                  <a:pt x="2418871" y="1664901"/>
                  <a:pt x="2414909" y="1652030"/>
                  <a:pt x="2406932" y="1643200"/>
                </a:cubicBezTo>
                <a:cubicBezTo>
                  <a:pt x="2398954" y="1634370"/>
                  <a:pt x="2386634" y="1629927"/>
                  <a:pt x="2369970" y="1629869"/>
                </a:cubicBezTo>
                <a:close/>
                <a:moveTo>
                  <a:pt x="1936962" y="1629869"/>
                </a:moveTo>
                <a:cubicBezTo>
                  <a:pt x="1925124" y="1629999"/>
                  <a:pt x="1914662" y="1632765"/>
                  <a:pt x="1905576" y="1638168"/>
                </a:cubicBezTo>
                <a:cubicBezTo>
                  <a:pt x="1896490" y="1643571"/>
                  <a:pt x="1889361" y="1650832"/>
                  <a:pt x="1884189" y="1659951"/>
                </a:cubicBezTo>
                <a:cubicBezTo>
                  <a:pt x="1879017" y="1669070"/>
                  <a:pt x="1876382" y="1679268"/>
                  <a:pt x="1876286" y="1690545"/>
                </a:cubicBezTo>
                <a:cubicBezTo>
                  <a:pt x="1876548" y="1707819"/>
                  <a:pt x="1882644" y="1722145"/>
                  <a:pt x="1894572" y="1733524"/>
                </a:cubicBezTo>
                <a:cubicBezTo>
                  <a:pt x="1906501" y="1744902"/>
                  <a:pt x="1922688" y="1750802"/>
                  <a:pt x="1943133" y="1751224"/>
                </a:cubicBezTo>
                <a:cubicBezTo>
                  <a:pt x="1955254" y="1751069"/>
                  <a:pt x="1965721" y="1748425"/>
                  <a:pt x="1974532" y="1743293"/>
                </a:cubicBezTo>
                <a:cubicBezTo>
                  <a:pt x="1983343" y="1738160"/>
                  <a:pt x="1990274" y="1731469"/>
                  <a:pt x="1995325" y="1723220"/>
                </a:cubicBezTo>
                <a:lnTo>
                  <a:pt x="1974757" y="1710603"/>
                </a:lnTo>
                <a:cubicBezTo>
                  <a:pt x="1972764" y="1714084"/>
                  <a:pt x="1969229" y="1717550"/>
                  <a:pt x="1964151" y="1720999"/>
                </a:cubicBezTo>
                <a:cubicBezTo>
                  <a:pt x="1959073" y="1724448"/>
                  <a:pt x="1952067" y="1726304"/>
                  <a:pt x="1943133" y="1726567"/>
                </a:cubicBezTo>
                <a:cubicBezTo>
                  <a:pt x="1932195" y="1726384"/>
                  <a:pt x="1923475" y="1723788"/>
                  <a:pt x="1916972" y="1718778"/>
                </a:cubicBezTo>
                <a:cubicBezTo>
                  <a:pt x="1910470" y="1713768"/>
                  <a:pt x="1906249" y="1707438"/>
                  <a:pt x="1904310" y="1699789"/>
                </a:cubicBezTo>
                <a:lnTo>
                  <a:pt x="1996096" y="1699789"/>
                </a:lnTo>
                <a:cubicBezTo>
                  <a:pt x="1997562" y="1685325"/>
                  <a:pt x="1995804" y="1672883"/>
                  <a:pt x="1990822" y="1662461"/>
                </a:cubicBezTo>
                <a:cubicBezTo>
                  <a:pt x="1985840" y="1652039"/>
                  <a:pt x="1978615" y="1644018"/>
                  <a:pt x="1969148" y="1638396"/>
                </a:cubicBezTo>
                <a:cubicBezTo>
                  <a:pt x="1959681" y="1632775"/>
                  <a:pt x="1948952" y="1629932"/>
                  <a:pt x="1936962" y="1629869"/>
                </a:cubicBezTo>
                <a:close/>
                <a:moveTo>
                  <a:pt x="4897749" y="1597465"/>
                </a:moveTo>
                <a:lnTo>
                  <a:pt x="4897749" y="1631926"/>
                </a:lnTo>
                <a:lnTo>
                  <a:pt x="4871517" y="1631926"/>
                </a:lnTo>
                <a:lnTo>
                  <a:pt x="4871517" y="1656583"/>
                </a:lnTo>
                <a:lnTo>
                  <a:pt x="4897749" y="1656583"/>
                </a:lnTo>
                <a:lnTo>
                  <a:pt x="4897749" y="1708042"/>
                </a:lnTo>
                <a:cubicBezTo>
                  <a:pt x="4897567" y="1721388"/>
                  <a:pt x="4900628" y="1731764"/>
                  <a:pt x="4906934" y="1739171"/>
                </a:cubicBezTo>
                <a:cubicBezTo>
                  <a:pt x="4913239" y="1746579"/>
                  <a:pt x="4923883" y="1750339"/>
                  <a:pt x="4938865" y="1750452"/>
                </a:cubicBezTo>
                <a:cubicBezTo>
                  <a:pt x="4940510" y="1750447"/>
                  <a:pt x="4942428" y="1750393"/>
                  <a:pt x="4944619" y="1750291"/>
                </a:cubicBezTo>
                <a:cubicBezTo>
                  <a:pt x="4946810" y="1750189"/>
                  <a:pt x="4948664" y="1750072"/>
                  <a:pt x="4950181" y="1749938"/>
                </a:cubicBezTo>
                <a:lnTo>
                  <a:pt x="4950181" y="1726310"/>
                </a:lnTo>
                <a:cubicBezTo>
                  <a:pt x="4940022" y="1727444"/>
                  <a:pt x="4932821" y="1726457"/>
                  <a:pt x="4928578" y="1723349"/>
                </a:cubicBezTo>
                <a:cubicBezTo>
                  <a:pt x="4924335" y="1720241"/>
                  <a:pt x="4922277" y="1715139"/>
                  <a:pt x="4922406" y="1708042"/>
                </a:cubicBezTo>
                <a:lnTo>
                  <a:pt x="4922406" y="1656583"/>
                </a:lnTo>
                <a:lnTo>
                  <a:pt x="4954038" y="1656583"/>
                </a:lnTo>
                <a:lnTo>
                  <a:pt x="4954038" y="1631926"/>
                </a:lnTo>
                <a:lnTo>
                  <a:pt x="4922406" y="1631926"/>
                </a:lnTo>
                <a:lnTo>
                  <a:pt x="4922406" y="1597465"/>
                </a:lnTo>
                <a:close/>
                <a:moveTo>
                  <a:pt x="2240274" y="1597465"/>
                </a:moveTo>
                <a:lnTo>
                  <a:pt x="2240274" y="1631926"/>
                </a:lnTo>
                <a:lnTo>
                  <a:pt x="2214042" y="1631926"/>
                </a:lnTo>
                <a:lnTo>
                  <a:pt x="2214042" y="1656583"/>
                </a:lnTo>
                <a:lnTo>
                  <a:pt x="2240274" y="1656583"/>
                </a:lnTo>
                <a:lnTo>
                  <a:pt x="2240274" y="1708042"/>
                </a:lnTo>
                <a:cubicBezTo>
                  <a:pt x="2240092" y="1721388"/>
                  <a:pt x="2243153" y="1731764"/>
                  <a:pt x="2249459" y="1739171"/>
                </a:cubicBezTo>
                <a:cubicBezTo>
                  <a:pt x="2255764" y="1746579"/>
                  <a:pt x="2266408" y="1750339"/>
                  <a:pt x="2281390" y="1750452"/>
                </a:cubicBezTo>
                <a:cubicBezTo>
                  <a:pt x="2283035" y="1750447"/>
                  <a:pt x="2284953" y="1750393"/>
                  <a:pt x="2287144" y="1750291"/>
                </a:cubicBezTo>
                <a:cubicBezTo>
                  <a:pt x="2289335" y="1750189"/>
                  <a:pt x="2291189" y="1750072"/>
                  <a:pt x="2292706" y="1749938"/>
                </a:cubicBezTo>
                <a:lnTo>
                  <a:pt x="2292706" y="1726310"/>
                </a:lnTo>
                <a:cubicBezTo>
                  <a:pt x="2282547" y="1727444"/>
                  <a:pt x="2275346" y="1726457"/>
                  <a:pt x="2271103" y="1723349"/>
                </a:cubicBezTo>
                <a:cubicBezTo>
                  <a:pt x="2266859" y="1720241"/>
                  <a:pt x="2264802" y="1715139"/>
                  <a:pt x="2264931" y="1708042"/>
                </a:cubicBezTo>
                <a:lnTo>
                  <a:pt x="2264931" y="1656583"/>
                </a:lnTo>
                <a:lnTo>
                  <a:pt x="2296563" y="1656583"/>
                </a:lnTo>
                <a:lnTo>
                  <a:pt x="2296563" y="1631926"/>
                </a:lnTo>
                <a:lnTo>
                  <a:pt x="2264931" y="1631926"/>
                </a:lnTo>
                <a:lnTo>
                  <a:pt x="2264931" y="1597465"/>
                </a:lnTo>
                <a:close/>
                <a:moveTo>
                  <a:pt x="5987698" y="1584349"/>
                </a:moveTo>
                <a:cubicBezTo>
                  <a:pt x="5983480" y="1584445"/>
                  <a:pt x="5979969" y="1585858"/>
                  <a:pt x="5977165" y="1588588"/>
                </a:cubicBezTo>
                <a:cubicBezTo>
                  <a:pt x="5974360" y="1591317"/>
                  <a:pt x="5972905" y="1594785"/>
                  <a:pt x="5972798" y="1598992"/>
                </a:cubicBezTo>
                <a:cubicBezTo>
                  <a:pt x="5972905" y="1603209"/>
                  <a:pt x="5974360" y="1606720"/>
                  <a:pt x="5977165" y="1609525"/>
                </a:cubicBezTo>
                <a:cubicBezTo>
                  <a:pt x="5979969" y="1612329"/>
                  <a:pt x="5983480" y="1613785"/>
                  <a:pt x="5987698" y="1613892"/>
                </a:cubicBezTo>
                <a:cubicBezTo>
                  <a:pt x="5991792" y="1613785"/>
                  <a:pt x="5995228" y="1612329"/>
                  <a:pt x="5998005" y="1609525"/>
                </a:cubicBezTo>
                <a:cubicBezTo>
                  <a:pt x="6000783" y="1606720"/>
                  <a:pt x="6002228" y="1603209"/>
                  <a:pt x="6002341" y="1598992"/>
                </a:cubicBezTo>
                <a:cubicBezTo>
                  <a:pt x="6002228" y="1594785"/>
                  <a:pt x="6000783" y="1591317"/>
                  <a:pt x="5998005" y="1588588"/>
                </a:cubicBezTo>
                <a:cubicBezTo>
                  <a:pt x="5995228" y="1585858"/>
                  <a:pt x="5991792" y="1584445"/>
                  <a:pt x="5987698" y="1584349"/>
                </a:cubicBezTo>
                <a:close/>
                <a:moveTo>
                  <a:pt x="5711473" y="1584349"/>
                </a:moveTo>
                <a:cubicBezTo>
                  <a:pt x="5707255" y="1584445"/>
                  <a:pt x="5703744" y="1585858"/>
                  <a:pt x="5700940" y="1588588"/>
                </a:cubicBezTo>
                <a:cubicBezTo>
                  <a:pt x="5698135" y="1591317"/>
                  <a:pt x="5696680" y="1594785"/>
                  <a:pt x="5696572" y="1598992"/>
                </a:cubicBezTo>
                <a:cubicBezTo>
                  <a:pt x="5696680" y="1603209"/>
                  <a:pt x="5698135" y="1606720"/>
                  <a:pt x="5700940" y="1609525"/>
                </a:cubicBezTo>
                <a:cubicBezTo>
                  <a:pt x="5703744" y="1612329"/>
                  <a:pt x="5707255" y="1613785"/>
                  <a:pt x="5711473" y="1613892"/>
                </a:cubicBezTo>
                <a:cubicBezTo>
                  <a:pt x="5715567" y="1613785"/>
                  <a:pt x="5719003" y="1612329"/>
                  <a:pt x="5721780" y="1609525"/>
                </a:cubicBezTo>
                <a:cubicBezTo>
                  <a:pt x="5724558" y="1606720"/>
                  <a:pt x="5726003" y="1603209"/>
                  <a:pt x="5726116" y="1598992"/>
                </a:cubicBezTo>
                <a:cubicBezTo>
                  <a:pt x="5726003" y="1594785"/>
                  <a:pt x="5724558" y="1591317"/>
                  <a:pt x="5721780" y="1588588"/>
                </a:cubicBezTo>
                <a:cubicBezTo>
                  <a:pt x="5719003" y="1585858"/>
                  <a:pt x="5715567" y="1584445"/>
                  <a:pt x="5711473" y="1584349"/>
                </a:cubicBezTo>
                <a:close/>
                <a:moveTo>
                  <a:pt x="5463823" y="1584349"/>
                </a:moveTo>
                <a:cubicBezTo>
                  <a:pt x="5459605" y="1584445"/>
                  <a:pt x="5456094" y="1585858"/>
                  <a:pt x="5453290" y="1588588"/>
                </a:cubicBezTo>
                <a:cubicBezTo>
                  <a:pt x="5450485" y="1591317"/>
                  <a:pt x="5449030" y="1594785"/>
                  <a:pt x="5448923" y="1598992"/>
                </a:cubicBezTo>
                <a:cubicBezTo>
                  <a:pt x="5449030" y="1603209"/>
                  <a:pt x="5450485" y="1606720"/>
                  <a:pt x="5453290" y="1609525"/>
                </a:cubicBezTo>
                <a:cubicBezTo>
                  <a:pt x="5456094" y="1612329"/>
                  <a:pt x="5459605" y="1613785"/>
                  <a:pt x="5463823" y="1613892"/>
                </a:cubicBezTo>
                <a:cubicBezTo>
                  <a:pt x="5467917" y="1613785"/>
                  <a:pt x="5471353" y="1612329"/>
                  <a:pt x="5474130" y="1609525"/>
                </a:cubicBezTo>
                <a:cubicBezTo>
                  <a:pt x="5476908" y="1606720"/>
                  <a:pt x="5478353" y="1603209"/>
                  <a:pt x="5478466" y="1598992"/>
                </a:cubicBezTo>
                <a:cubicBezTo>
                  <a:pt x="5478353" y="1594785"/>
                  <a:pt x="5476908" y="1591317"/>
                  <a:pt x="5474130" y="1588588"/>
                </a:cubicBezTo>
                <a:cubicBezTo>
                  <a:pt x="5471353" y="1585858"/>
                  <a:pt x="5467917" y="1584445"/>
                  <a:pt x="5463823" y="1584349"/>
                </a:cubicBezTo>
                <a:close/>
                <a:moveTo>
                  <a:pt x="3987447" y="1584349"/>
                </a:moveTo>
                <a:cubicBezTo>
                  <a:pt x="3983230" y="1584445"/>
                  <a:pt x="3979719" y="1585858"/>
                  <a:pt x="3976915" y="1588588"/>
                </a:cubicBezTo>
                <a:cubicBezTo>
                  <a:pt x="3974111" y="1591317"/>
                  <a:pt x="3972655" y="1594785"/>
                  <a:pt x="3972548" y="1598992"/>
                </a:cubicBezTo>
                <a:cubicBezTo>
                  <a:pt x="3972655" y="1603209"/>
                  <a:pt x="3974111" y="1606720"/>
                  <a:pt x="3976915" y="1609525"/>
                </a:cubicBezTo>
                <a:cubicBezTo>
                  <a:pt x="3979719" y="1612329"/>
                  <a:pt x="3983230" y="1613785"/>
                  <a:pt x="3987447" y="1613892"/>
                </a:cubicBezTo>
                <a:cubicBezTo>
                  <a:pt x="3991542" y="1613785"/>
                  <a:pt x="3994978" y="1612329"/>
                  <a:pt x="3997756" y="1609525"/>
                </a:cubicBezTo>
                <a:cubicBezTo>
                  <a:pt x="4000533" y="1606720"/>
                  <a:pt x="4001978" y="1603209"/>
                  <a:pt x="4002091" y="1598992"/>
                </a:cubicBezTo>
                <a:cubicBezTo>
                  <a:pt x="4001978" y="1594785"/>
                  <a:pt x="4000533" y="1591317"/>
                  <a:pt x="3997756" y="1588588"/>
                </a:cubicBezTo>
                <a:cubicBezTo>
                  <a:pt x="3994978" y="1585858"/>
                  <a:pt x="3991542" y="1584445"/>
                  <a:pt x="3987447" y="1584349"/>
                </a:cubicBezTo>
                <a:close/>
                <a:moveTo>
                  <a:pt x="3625498" y="1584349"/>
                </a:moveTo>
                <a:cubicBezTo>
                  <a:pt x="3621280" y="1584445"/>
                  <a:pt x="3617769" y="1585858"/>
                  <a:pt x="3614965" y="1588588"/>
                </a:cubicBezTo>
                <a:cubicBezTo>
                  <a:pt x="3612160" y="1591317"/>
                  <a:pt x="3610705" y="1594785"/>
                  <a:pt x="3610598" y="1598992"/>
                </a:cubicBezTo>
                <a:cubicBezTo>
                  <a:pt x="3610705" y="1603209"/>
                  <a:pt x="3612160" y="1606720"/>
                  <a:pt x="3614965" y="1609525"/>
                </a:cubicBezTo>
                <a:cubicBezTo>
                  <a:pt x="3617769" y="1612329"/>
                  <a:pt x="3621280" y="1613785"/>
                  <a:pt x="3625498" y="1613892"/>
                </a:cubicBezTo>
                <a:cubicBezTo>
                  <a:pt x="3629592" y="1613785"/>
                  <a:pt x="3633028" y="1612329"/>
                  <a:pt x="3635806" y="1609525"/>
                </a:cubicBezTo>
                <a:cubicBezTo>
                  <a:pt x="3638583" y="1606720"/>
                  <a:pt x="3640028" y="1603209"/>
                  <a:pt x="3640141" y="1598992"/>
                </a:cubicBezTo>
                <a:cubicBezTo>
                  <a:pt x="3640028" y="1594785"/>
                  <a:pt x="3638583" y="1591317"/>
                  <a:pt x="3635806" y="1588588"/>
                </a:cubicBezTo>
                <a:cubicBezTo>
                  <a:pt x="3633028" y="1585858"/>
                  <a:pt x="3629592" y="1584445"/>
                  <a:pt x="3625498" y="1584349"/>
                </a:cubicBezTo>
                <a:close/>
                <a:moveTo>
                  <a:pt x="3454048" y="1584349"/>
                </a:moveTo>
                <a:cubicBezTo>
                  <a:pt x="3449830" y="1584445"/>
                  <a:pt x="3446319" y="1585858"/>
                  <a:pt x="3443515" y="1588588"/>
                </a:cubicBezTo>
                <a:cubicBezTo>
                  <a:pt x="3440710" y="1591317"/>
                  <a:pt x="3439255" y="1594785"/>
                  <a:pt x="3439148" y="1598992"/>
                </a:cubicBezTo>
                <a:cubicBezTo>
                  <a:pt x="3439255" y="1603209"/>
                  <a:pt x="3440710" y="1606720"/>
                  <a:pt x="3443515" y="1609525"/>
                </a:cubicBezTo>
                <a:cubicBezTo>
                  <a:pt x="3446319" y="1612329"/>
                  <a:pt x="3449830" y="1613785"/>
                  <a:pt x="3454048" y="1613892"/>
                </a:cubicBezTo>
                <a:cubicBezTo>
                  <a:pt x="3458142" y="1613785"/>
                  <a:pt x="3461578" y="1612329"/>
                  <a:pt x="3464356" y="1609525"/>
                </a:cubicBezTo>
                <a:cubicBezTo>
                  <a:pt x="3467133" y="1606720"/>
                  <a:pt x="3468578" y="1603209"/>
                  <a:pt x="3468691" y="1598992"/>
                </a:cubicBezTo>
                <a:cubicBezTo>
                  <a:pt x="3468578" y="1594785"/>
                  <a:pt x="3467133" y="1591317"/>
                  <a:pt x="3464356" y="1588588"/>
                </a:cubicBezTo>
                <a:cubicBezTo>
                  <a:pt x="3461578" y="1585858"/>
                  <a:pt x="3458142" y="1584445"/>
                  <a:pt x="3454048" y="1584349"/>
                </a:cubicBezTo>
                <a:close/>
                <a:moveTo>
                  <a:pt x="2177698" y="1584349"/>
                </a:moveTo>
                <a:cubicBezTo>
                  <a:pt x="2173480" y="1584445"/>
                  <a:pt x="2169969" y="1585858"/>
                  <a:pt x="2167165" y="1588588"/>
                </a:cubicBezTo>
                <a:cubicBezTo>
                  <a:pt x="2164360" y="1591317"/>
                  <a:pt x="2162905" y="1594785"/>
                  <a:pt x="2162798" y="1598992"/>
                </a:cubicBezTo>
                <a:cubicBezTo>
                  <a:pt x="2162905" y="1603209"/>
                  <a:pt x="2164360" y="1606720"/>
                  <a:pt x="2167165" y="1609525"/>
                </a:cubicBezTo>
                <a:cubicBezTo>
                  <a:pt x="2169969" y="1612329"/>
                  <a:pt x="2173480" y="1613785"/>
                  <a:pt x="2177698" y="1613892"/>
                </a:cubicBezTo>
                <a:cubicBezTo>
                  <a:pt x="2181792" y="1613785"/>
                  <a:pt x="2185228" y="1612329"/>
                  <a:pt x="2188006" y="1609525"/>
                </a:cubicBezTo>
                <a:cubicBezTo>
                  <a:pt x="2190783" y="1606720"/>
                  <a:pt x="2192228" y="1603209"/>
                  <a:pt x="2192341" y="1598992"/>
                </a:cubicBezTo>
                <a:cubicBezTo>
                  <a:pt x="2192228" y="1594785"/>
                  <a:pt x="2190783" y="1591317"/>
                  <a:pt x="2188006" y="1588588"/>
                </a:cubicBezTo>
                <a:cubicBezTo>
                  <a:pt x="2185228" y="1585858"/>
                  <a:pt x="2181792" y="1584445"/>
                  <a:pt x="2177698" y="1584349"/>
                </a:cubicBezTo>
                <a:close/>
                <a:moveTo>
                  <a:pt x="5642325" y="1563116"/>
                </a:moveTo>
                <a:cubicBezTo>
                  <a:pt x="5636679" y="1563584"/>
                  <a:pt x="5631766" y="1564823"/>
                  <a:pt x="5627584" y="1566835"/>
                </a:cubicBezTo>
                <a:cubicBezTo>
                  <a:pt x="5619221" y="1570859"/>
                  <a:pt x="5613244" y="1577013"/>
                  <a:pt x="5609651" y="1585296"/>
                </a:cubicBezTo>
                <a:cubicBezTo>
                  <a:pt x="5606059" y="1593578"/>
                  <a:pt x="5604308" y="1603031"/>
                  <a:pt x="5604399" y="1613654"/>
                </a:cubicBezTo>
                <a:lnTo>
                  <a:pt x="5604399" y="1631926"/>
                </a:lnTo>
                <a:lnTo>
                  <a:pt x="5578939" y="1631926"/>
                </a:lnTo>
                <a:lnTo>
                  <a:pt x="5578939" y="1656583"/>
                </a:lnTo>
                <a:lnTo>
                  <a:pt x="5604399" y="1656583"/>
                </a:lnTo>
                <a:lnTo>
                  <a:pt x="5604399" y="1749166"/>
                </a:lnTo>
                <a:lnTo>
                  <a:pt x="5629056" y="1749166"/>
                </a:lnTo>
                <a:lnTo>
                  <a:pt x="5629056" y="1656583"/>
                </a:lnTo>
                <a:lnTo>
                  <a:pt x="5663774" y="1656583"/>
                </a:lnTo>
                <a:lnTo>
                  <a:pt x="5663774" y="1631926"/>
                </a:lnTo>
                <a:lnTo>
                  <a:pt x="5629056" y="1631926"/>
                </a:lnTo>
                <a:lnTo>
                  <a:pt x="5629056" y="1613654"/>
                </a:lnTo>
                <a:cubicBezTo>
                  <a:pt x="5628831" y="1603725"/>
                  <a:pt x="5631081" y="1596369"/>
                  <a:pt x="5635807" y="1591588"/>
                </a:cubicBezTo>
                <a:cubicBezTo>
                  <a:pt x="5640532" y="1586807"/>
                  <a:pt x="5649083" y="1585498"/>
                  <a:pt x="5661460" y="1587661"/>
                </a:cubicBezTo>
                <a:lnTo>
                  <a:pt x="5661460" y="1564031"/>
                </a:lnTo>
                <a:cubicBezTo>
                  <a:pt x="5654349" y="1562954"/>
                  <a:pt x="5647971" y="1562649"/>
                  <a:pt x="5642325" y="1563116"/>
                </a:cubicBezTo>
                <a:close/>
                <a:moveTo>
                  <a:pt x="5391773" y="1538283"/>
                </a:moveTo>
                <a:lnTo>
                  <a:pt x="5391773" y="1749166"/>
                </a:lnTo>
                <a:lnTo>
                  <a:pt x="5416429" y="1749166"/>
                </a:lnTo>
                <a:lnTo>
                  <a:pt x="5416429" y="1538283"/>
                </a:lnTo>
                <a:close/>
                <a:moveTo>
                  <a:pt x="3381998" y="1538283"/>
                </a:moveTo>
                <a:lnTo>
                  <a:pt x="3381998" y="1749166"/>
                </a:lnTo>
                <a:lnTo>
                  <a:pt x="3406654" y="1749166"/>
                </a:lnTo>
                <a:lnTo>
                  <a:pt x="3406654" y="1538283"/>
                </a:lnTo>
                <a:close/>
                <a:moveTo>
                  <a:pt x="3324848" y="1538283"/>
                </a:moveTo>
                <a:lnTo>
                  <a:pt x="3324848" y="1749166"/>
                </a:lnTo>
                <a:lnTo>
                  <a:pt x="3349504" y="1749166"/>
                </a:lnTo>
                <a:lnTo>
                  <a:pt x="3349504" y="1538283"/>
                </a:lnTo>
                <a:close/>
                <a:moveTo>
                  <a:pt x="2762873" y="1538283"/>
                </a:moveTo>
                <a:lnTo>
                  <a:pt x="2762873" y="1749166"/>
                </a:lnTo>
                <a:lnTo>
                  <a:pt x="2787529" y="1749166"/>
                </a:lnTo>
                <a:lnTo>
                  <a:pt x="2787529" y="1538283"/>
                </a:lnTo>
                <a:close/>
                <a:moveTo>
                  <a:pt x="4354773" y="1393703"/>
                </a:moveTo>
                <a:lnTo>
                  <a:pt x="4375360" y="1393703"/>
                </a:lnTo>
                <a:lnTo>
                  <a:pt x="4375360" y="1404772"/>
                </a:lnTo>
                <a:cubicBezTo>
                  <a:pt x="4374346" y="1409594"/>
                  <a:pt x="4371355" y="1414238"/>
                  <a:pt x="4366385" y="1418706"/>
                </a:cubicBezTo>
                <a:cubicBezTo>
                  <a:pt x="4361415" y="1423173"/>
                  <a:pt x="4354371" y="1425565"/>
                  <a:pt x="4345252" y="1425882"/>
                </a:cubicBezTo>
                <a:cubicBezTo>
                  <a:pt x="4339151" y="1425839"/>
                  <a:pt x="4333983" y="1424509"/>
                  <a:pt x="4329747" y="1421891"/>
                </a:cubicBezTo>
                <a:cubicBezTo>
                  <a:pt x="4325512" y="1419274"/>
                  <a:pt x="4323303" y="1415627"/>
                  <a:pt x="4323121" y="1410950"/>
                </a:cubicBezTo>
                <a:cubicBezTo>
                  <a:pt x="4323121" y="1405164"/>
                  <a:pt x="4325759" y="1400841"/>
                  <a:pt x="4331034" y="1397982"/>
                </a:cubicBezTo>
                <a:cubicBezTo>
                  <a:pt x="4336309" y="1395124"/>
                  <a:pt x="4344222" y="1393697"/>
                  <a:pt x="4354773" y="1393703"/>
                </a:cubicBezTo>
                <a:close/>
                <a:moveTo>
                  <a:pt x="2183073" y="1393703"/>
                </a:moveTo>
                <a:lnTo>
                  <a:pt x="2203660" y="1393703"/>
                </a:lnTo>
                <a:lnTo>
                  <a:pt x="2203660" y="1404772"/>
                </a:lnTo>
                <a:cubicBezTo>
                  <a:pt x="2202647" y="1409594"/>
                  <a:pt x="2199655" y="1414238"/>
                  <a:pt x="2194685" y="1418706"/>
                </a:cubicBezTo>
                <a:cubicBezTo>
                  <a:pt x="2189715" y="1423173"/>
                  <a:pt x="2182671" y="1425565"/>
                  <a:pt x="2173552" y="1425882"/>
                </a:cubicBezTo>
                <a:cubicBezTo>
                  <a:pt x="2167451" y="1425839"/>
                  <a:pt x="2162283" y="1424509"/>
                  <a:pt x="2158048" y="1421891"/>
                </a:cubicBezTo>
                <a:cubicBezTo>
                  <a:pt x="2153812" y="1419274"/>
                  <a:pt x="2151603" y="1415627"/>
                  <a:pt x="2151421" y="1410950"/>
                </a:cubicBezTo>
                <a:cubicBezTo>
                  <a:pt x="2151421" y="1405164"/>
                  <a:pt x="2154059" y="1400841"/>
                  <a:pt x="2159334" y="1397982"/>
                </a:cubicBezTo>
                <a:cubicBezTo>
                  <a:pt x="2164610" y="1395124"/>
                  <a:pt x="2172523" y="1393697"/>
                  <a:pt x="2183073" y="1393703"/>
                </a:cubicBezTo>
                <a:close/>
                <a:moveTo>
                  <a:pt x="7035152" y="1349726"/>
                </a:moveTo>
                <a:cubicBezTo>
                  <a:pt x="7045321" y="1349988"/>
                  <a:pt x="7053800" y="1353515"/>
                  <a:pt x="7060592" y="1360307"/>
                </a:cubicBezTo>
                <a:cubicBezTo>
                  <a:pt x="7067383" y="1367098"/>
                  <a:pt x="7070910" y="1375578"/>
                  <a:pt x="7071173" y="1385746"/>
                </a:cubicBezTo>
                <a:cubicBezTo>
                  <a:pt x="7070910" y="1396027"/>
                  <a:pt x="7067383" y="1404539"/>
                  <a:pt x="7060592" y="1411282"/>
                </a:cubicBezTo>
                <a:cubicBezTo>
                  <a:pt x="7053800" y="1418025"/>
                  <a:pt x="7045321" y="1421520"/>
                  <a:pt x="7035152" y="1421767"/>
                </a:cubicBezTo>
                <a:cubicBezTo>
                  <a:pt x="7024861" y="1421520"/>
                  <a:pt x="7016306" y="1418025"/>
                  <a:pt x="7009488" y="1411282"/>
                </a:cubicBezTo>
                <a:cubicBezTo>
                  <a:pt x="7002670" y="1404539"/>
                  <a:pt x="6999132" y="1396027"/>
                  <a:pt x="6998875" y="1385746"/>
                </a:cubicBezTo>
                <a:cubicBezTo>
                  <a:pt x="6999132" y="1375578"/>
                  <a:pt x="7002670" y="1367098"/>
                  <a:pt x="7009488" y="1360307"/>
                </a:cubicBezTo>
                <a:cubicBezTo>
                  <a:pt x="7016306" y="1353515"/>
                  <a:pt x="7024861" y="1349988"/>
                  <a:pt x="7035152" y="1349726"/>
                </a:cubicBezTo>
                <a:close/>
                <a:moveTo>
                  <a:pt x="6597003" y="1349726"/>
                </a:moveTo>
                <a:cubicBezTo>
                  <a:pt x="6607171" y="1349988"/>
                  <a:pt x="6615651" y="1353515"/>
                  <a:pt x="6622442" y="1360307"/>
                </a:cubicBezTo>
                <a:cubicBezTo>
                  <a:pt x="6629233" y="1367098"/>
                  <a:pt x="6632760" y="1375578"/>
                  <a:pt x="6633023" y="1385746"/>
                </a:cubicBezTo>
                <a:cubicBezTo>
                  <a:pt x="6632760" y="1396027"/>
                  <a:pt x="6629233" y="1404539"/>
                  <a:pt x="6622442" y="1411282"/>
                </a:cubicBezTo>
                <a:cubicBezTo>
                  <a:pt x="6615651" y="1418025"/>
                  <a:pt x="6607170" y="1421520"/>
                  <a:pt x="6597003" y="1421767"/>
                </a:cubicBezTo>
                <a:cubicBezTo>
                  <a:pt x="6586711" y="1421520"/>
                  <a:pt x="6578156" y="1418025"/>
                  <a:pt x="6571338" y="1411282"/>
                </a:cubicBezTo>
                <a:cubicBezTo>
                  <a:pt x="6564520" y="1404539"/>
                  <a:pt x="6560982" y="1396027"/>
                  <a:pt x="6560725" y="1385746"/>
                </a:cubicBezTo>
                <a:cubicBezTo>
                  <a:pt x="6560982" y="1375578"/>
                  <a:pt x="6564520" y="1367098"/>
                  <a:pt x="6571338" y="1360307"/>
                </a:cubicBezTo>
                <a:cubicBezTo>
                  <a:pt x="6578156" y="1353515"/>
                  <a:pt x="6586711" y="1349988"/>
                  <a:pt x="6597003" y="1349726"/>
                </a:cubicBezTo>
                <a:close/>
                <a:moveTo>
                  <a:pt x="6349353" y="1349726"/>
                </a:moveTo>
                <a:cubicBezTo>
                  <a:pt x="6359521" y="1349988"/>
                  <a:pt x="6368001" y="1353515"/>
                  <a:pt x="6374792" y="1360307"/>
                </a:cubicBezTo>
                <a:cubicBezTo>
                  <a:pt x="6381583" y="1367098"/>
                  <a:pt x="6385110" y="1375578"/>
                  <a:pt x="6385373" y="1385746"/>
                </a:cubicBezTo>
                <a:cubicBezTo>
                  <a:pt x="6385110" y="1396027"/>
                  <a:pt x="6381583" y="1404539"/>
                  <a:pt x="6374792" y="1411282"/>
                </a:cubicBezTo>
                <a:cubicBezTo>
                  <a:pt x="6368001" y="1418025"/>
                  <a:pt x="6359521" y="1421520"/>
                  <a:pt x="6349353" y="1421767"/>
                </a:cubicBezTo>
                <a:cubicBezTo>
                  <a:pt x="6339061" y="1421520"/>
                  <a:pt x="6330506" y="1418025"/>
                  <a:pt x="6323688" y="1411282"/>
                </a:cubicBezTo>
                <a:cubicBezTo>
                  <a:pt x="6316870" y="1404539"/>
                  <a:pt x="6313332" y="1396027"/>
                  <a:pt x="6313075" y="1385746"/>
                </a:cubicBezTo>
                <a:cubicBezTo>
                  <a:pt x="6313332" y="1375578"/>
                  <a:pt x="6316870" y="1367098"/>
                  <a:pt x="6323688" y="1360307"/>
                </a:cubicBezTo>
                <a:cubicBezTo>
                  <a:pt x="6330506" y="1353515"/>
                  <a:pt x="6339061" y="1349988"/>
                  <a:pt x="6349353" y="1349726"/>
                </a:cubicBezTo>
                <a:close/>
                <a:moveTo>
                  <a:pt x="6044552" y="1349726"/>
                </a:moveTo>
                <a:cubicBezTo>
                  <a:pt x="6054721" y="1349988"/>
                  <a:pt x="6063201" y="1353515"/>
                  <a:pt x="6069992" y="1360307"/>
                </a:cubicBezTo>
                <a:cubicBezTo>
                  <a:pt x="6076783" y="1367098"/>
                  <a:pt x="6080310" y="1375578"/>
                  <a:pt x="6080573" y="1385746"/>
                </a:cubicBezTo>
                <a:cubicBezTo>
                  <a:pt x="6080310" y="1396027"/>
                  <a:pt x="6076783" y="1404539"/>
                  <a:pt x="6069992" y="1411282"/>
                </a:cubicBezTo>
                <a:cubicBezTo>
                  <a:pt x="6063201" y="1418025"/>
                  <a:pt x="6054721" y="1421520"/>
                  <a:pt x="6044552" y="1421767"/>
                </a:cubicBezTo>
                <a:cubicBezTo>
                  <a:pt x="6034261" y="1421520"/>
                  <a:pt x="6025706" y="1418025"/>
                  <a:pt x="6018888" y="1411282"/>
                </a:cubicBezTo>
                <a:cubicBezTo>
                  <a:pt x="6012070" y="1404539"/>
                  <a:pt x="6008532" y="1396027"/>
                  <a:pt x="6008275" y="1385746"/>
                </a:cubicBezTo>
                <a:cubicBezTo>
                  <a:pt x="6008532" y="1375578"/>
                  <a:pt x="6012070" y="1367098"/>
                  <a:pt x="6018888" y="1360307"/>
                </a:cubicBezTo>
                <a:cubicBezTo>
                  <a:pt x="6025706" y="1353515"/>
                  <a:pt x="6034261" y="1349988"/>
                  <a:pt x="6044552" y="1349726"/>
                </a:cubicBezTo>
                <a:close/>
                <a:moveTo>
                  <a:pt x="5825477" y="1349726"/>
                </a:moveTo>
                <a:cubicBezTo>
                  <a:pt x="5835645" y="1349988"/>
                  <a:pt x="5844125" y="1353515"/>
                  <a:pt x="5850917" y="1360307"/>
                </a:cubicBezTo>
                <a:cubicBezTo>
                  <a:pt x="5857708" y="1367098"/>
                  <a:pt x="5861235" y="1375578"/>
                  <a:pt x="5861498" y="1385746"/>
                </a:cubicBezTo>
                <a:cubicBezTo>
                  <a:pt x="5861235" y="1396027"/>
                  <a:pt x="5857708" y="1404539"/>
                  <a:pt x="5850917" y="1411282"/>
                </a:cubicBezTo>
                <a:cubicBezTo>
                  <a:pt x="5844125" y="1418025"/>
                  <a:pt x="5835645" y="1421520"/>
                  <a:pt x="5825477" y="1421767"/>
                </a:cubicBezTo>
                <a:cubicBezTo>
                  <a:pt x="5815186" y="1421520"/>
                  <a:pt x="5806631" y="1418025"/>
                  <a:pt x="5799812" y="1411282"/>
                </a:cubicBezTo>
                <a:cubicBezTo>
                  <a:pt x="5792995" y="1404539"/>
                  <a:pt x="5789457" y="1396027"/>
                  <a:pt x="5789200" y="1385746"/>
                </a:cubicBezTo>
                <a:cubicBezTo>
                  <a:pt x="5789457" y="1375578"/>
                  <a:pt x="5792995" y="1367098"/>
                  <a:pt x="5799812" y="1360307"/>
                </a:cubicBezTo>
                <a:cubicBezTo>
                  <a:pt x="5806631" y="1353515"/>
                  <a:pt x="5815186" y="1349988"/>
                  <a:pt x="5825477" y="1349726"/>
                </a:cubicBezTo>
                <a:close/>
                <a:moveTo>
                  <a:pt x="5681307" y="1349726"/>
                </a:moveTo>
                <a:cubicBezTo>
                  <a:pt x="5691475" y="1349988"/>
                  <a:pt x="5699955" y="1353515"/>
                  <a:pt x="5706746" y="1360307"/>
                </a:cubicBezTo>
                <a:cubicBezTo>
                  <a:pt x="5713538" y="1367098"/>
                  <a:pt x="5717065" y="1375578"/>
                  <a:pt x="5717327" y="1385746"/>
                </a:cubicBezTo>
                <a:cubicBezTo>
                  <a:pt x="5717065" y="1396027"/>
                  <a:pt x="5713538" y="1404539"/>
                  <a:pt x="5706746" y="1411282"/>
                </a:cubicBezTo>
                <a:cubicBezTo>
                  <a:pt x="5699955" y="1418025"/>
                  <a:pt x="5691475" y="1421520"/>
                  <a:pt x="5681307" y="1421767"/>
                </a:cubicBezTo>
                <a:cubicBezTo>
                  <a:pt x="5671015" y="1421520"/>
                  <a:pt x="5662461" y="1418025"/>
                  <a:pt x="5655643" y="1411282"/>
                </a:cubicBezTo>
                <a:cubicBezTo>
                  <a:pt x="5648824" y="1404539"/>
                  <a:pt x="5645286" y="1396027"/>
                  <a:pt x="5645029" y="1385746"/>
                </a:cubicBezTo>
                <a:cubicBezTo>
                  <a:pt x="5645286" y="1375578"/>
                  <a:pt x="5648824" y="1367098"/>
                  <a:pt x="5655643" y="1360307"/>
                </a:cubicBezTo>
                <a:cubicBezTo>
                  <a:pt x="5662461" y="1353515"/>
                  <a:pt x="5671015" y="1349988"/>
                  <a:pt x="5681307" y="1349726"/>
                </a:cubicBezTo>
                <a:close/>
                <a:moveTo>
                  <a:pt x="5528907" y="1349726"/>
                </a:moveTo>
                <a:cubicBezTo>
                  <a:pt x="5539075" y="1349988"/>
                  <a:pt x="5547555" y="1353515"/>
                  <a:pt x="5554346" y="1360307"/>
                </a:cubicBezTo>
                <a:cubicBezTo>
                  <a:pt x="5561138" y="1367098"/>
                  <a:pt x="5564665" y="1375578"/>
                  <a:pt x="5564927" y="1385746"/>
                </a:cubicBezTo>
                <a:cubicBezTo>
                  <a:pt x="5564665" y="1396027"/>
                  <a:pt x="5561138" y="1404539"/>
                  <a:pt x="5554346" y="1411282"/>
                </a:cubicBezTo>
                <a:cubicBezTo>
                  <a:pt x="5547555" y="1418025"/>
                  <a:pt x="5539075" y="1421520"/>
                  <a:pt x="5528907" y="1421767"/>
                </a:cubicBezTo>
                <a:cubicBezTo>
                  <a:pt x="5518615" y="1421520"/>
                  <a:pt x="5510060" y="1418025"/>
                  <a:pt x="5503243" y="1411282"/>
                </a:cubicBezTo>
                <a:cubicBezTo>
                  <a:pt x="5496424" y="1404539"/>
                  <a:pt x="5492886" y="1396027"/>
                  <a:pt x="5492629" y="1385746"/>
                </a:cubicBezTo>
                <a:cubicBezTo>
                  <a:pt x="5492886" y="1375578"/>
                  <a:pt x="5496424" y="1367098"/>
                  <a:pt x="5503243" y="1360307"/>
                </a:cubicBezTo>
                <a:cubicBezTo>
                  <a:pt x="5510060" y="1353515"/>
                  <a:pt x="5518615" y="1349988"/>
                  <a:pt x="5528907" y="1349726"/>
                </a:cubicBezTo>
                <a:close/>
                <a:moveTo>
                  <a:pt x="5120627" y="1349726"/>
                </a:moveTo>
                <a:cubicBezTo>
                  <a:pt x="5130795" y="1349988"/>
                  <a:pt x="5139275" y="1353515"/>
                  <a:pt x="5146067" y="1360307"/>
                </a:cubicBezTo>
                <a:cubicBezTo>
                  <a:pt x="5152858" y="1367098"/>
                  <a:pt x="5156385" y="1375578"/>
                  <a:pt x="5156648" y="1385746"/>
                </a:cubicBezTo>
                <a:cubicBezTo>
                  <a:pt x="5156385" y="1396027"/>
                  <a:pt x="5152858" y="1404539"/>
                  <a:pt x="5146067" y="1411282"/>
                </a:cubicBezTo>
                <a:cubicBezTo>
                  <a:pt x="5139275" y="1418025"/>
                  <a:pt x="5130795" y="1421520"/>
                  <a:pt x="5120627" y="1421767"/>
                </a:cubicBezTo>
                <a:cubicBezTo>
                  <a:pt x="5110336" y="1421520"/>
                  <a:pt x="5101781" y="1418025"/>
                  <a:pt x="5094963" y="1411282"/>
                </a:cubicBezTo>
                <a:cubicBezTo>
                  <a:pt x="5088145" y="1404539"/>
                  <a:pt x="5084607" y="1396027"/>
                  <a:pt x="5084349" y="1385746"/>
                </a:cubicBezTo>
                <a:cubicBezTo>
                  <a:pt x="5084607" y="1375578"/>
                  <a:pt x="5088145" y="1367098"/>
                  <a:pt x="5094963" y="1360307"/>
                </a:cubicBezTo>
                <a:cubicBezTo>
                  <a:pt x="5101781" y="1353515"/>
                  <a:pt x="5110336" y="1349988"/>
                  <a:pt x="5120627" y="1349726"/>
                </a:cubicBezTo>
                <a:close/>
                <a:moveTo>
                  <a:pt x="4491977" y="1349726"/>
                </a:moveTo>
                <a:cubicBezTo>
                  <a:pt x="4502145" y="1349988"/>
                  <a:pt x="4510625" y="1353515"/>
                  <a:pt x="4517417" y="1360307"/>
                </a:cubicBezTo>
                <a:cubicBezTo>
                  <a:pt x="4524208" y="1367098"/>
                  <a:pt x="4527735" y="1375578"/>
                  <a:pt x="4527998" y="1385746"/>
                </a:cubicBezTo>
                <a:cubicBezTo>
                  <a:pt x="4527735" y="1396027"/>
                  <a:pt x="4524208" y="1404539"/>
                  <a:pt x="4517417" y="1411282"/>
                </a:cubicBezTo>
                <a:cubicBezTo>
                  <a:pt x="4510625" y="1418025"/>
                  <a:pt x="4502145" y="1421520"/>
                  <a:pt x="4491977" y="1421767"/>
                </a:cubicBezTo>
                <a:cubicBezTo>
                  <a:pt x="4481686" y="1421520"/>
                  <a:pt x="4473131" y="1418025"/>
                  <a:pt x="4466313" y="1411282"/>
                </a:cubicBezTo>
                <a:cubicBezTo>
                  <a:pt x="4459495" y="1404539"/>
                  <a:pt x="4455957" y="1396027"/>
                  <a:pt x="4455699" y="1385746"/>
                </a:cubicBezTo>
                <a:cubicBezTo>
                  <a:pt x="4455957" y="1375578"/>
                  <a:pt x="4459495" y="1367098"/>
                  <a:pt x="4466313" y="1360307"/>
                </a:cubicBezTo>
                <a:cubicBezTo>
                  <a:pt x="4473131" y="1353515"/>
                  <a:pt x="4481686" y="1349988"/>
                  <a:pt x="4491977" y="1349726"/>
                </a:cubicBezTo>
                <a:close/>
                <a:moveTo>
                  <a:pt x="2995257" y="1349726"/>
                </a:moveTo>
                <a:cubicBezTo>
                  <a:pt x="3005426" y="1349988"/>
                  <a:pt x="3013905" y="1353515"/>
                  <a:pt x="3020697" y="1360307"/>
                </a:cubicBezTo>
                <a:cubicBezTo>
                  <a:pt x="3027488" y="1367098"/>
                  <a:pt x="3031015" y="1375578"/>
                  <a:pt x="3031278" y="1385746"/>
                </a:cubicBezTo>
                <a:cubicBezTo>
                  <a:pt x="3031015" y="1396027"/>
                  <a:pt x="3027488" y="1404539"/>
                  <a:pt x="3020697" y="1411282"/>
                </a:cubicBezTo>
                <a:cubicBezTo>
                  <a:pt x="3013905" y="1418025"/>
                  <a:pt x="3005426" y="1421520"/>
                  <a:pt x="2995257" y="1421767"/>
                </a:cubicBezTo>
                <a:cubicBezTo>
                  <a:pt x="2984966" y="1421520"/>
                  <a:pt x="2976411" y="1418025"/>
                  <a:pt x="2969593" y="1411282"/>
                </a:cubicBezTo>
                <a:cubicBezTo>
                  <a:pt x="2962775" y="1404539"/>
                  <a:pt x="2959237" y="1396027"/>
                  <a:pt x="2958980" y="1385746"/>
                </a:cubicBezTo>
                <a:cubicBezTo>
                  <a:pt x="2959237" y="1375578"/>
                  <a:pt x="2962775" y="1367098"/>
                  <a:pt x="2969593" y="1360307"/>
                </a:cubicBezTo>
                <a:cubicBezTo>
                  <a:pt x="2976411" y="1353515"/>
                  <a:pt x="2984966" y="1349988"/>
                  <a:pt x="2995257" y="1349726"/>
                </a:cubicBezTo>
                <a:close/>
                <a:moveTo>
                  <a:pt x="2682228" y="1349726"/>
                </a:moveTo>
                <a:cubicBezTo>
                  <a:pt x="2692396" y="1349988"/>
                  <a:pt x="2700876" y="1353515"/>
                  <a:pt x="2707667" y="1360307"/>
                </a:cubicBezTo>
                <a:cubicBezTo>
                  <a:pt x="2714458" y="1367098"/>
                  <a:pt x="2717986" y="1375578"/>
                  <a:pt x="2718248" y="1385746"/>
                </a:cubicBezTo>
                <a:cubicBezTo>
                  <a:pt x="2717986" y="1396027"/>
                  <a:pt x="2714458" y="1404539"/>
                  <a:pt x="2707667" y="1411282"/>
                </a:cubicBezTo>
                <a:cubicBezTo>
                  <a:pt x="2700876" y="1418025"/>
                  <a:pt x="2692396" y="1421520"/>
                  <a:pt x="2682228" y="1421767"/>
                </a:cubicBezTo>
                <a:cubicBezTo>
                  <a:pt x="2671936" y="1421520"/>
                  <a:pt x="2663381" y="1418025"/>
                  <a:pt x="2656563" y="1411282"/>
                </a:cubicBezTo>
                <a:cubicBezTo>
                  <a:pt x="2649745" y="1404539"/>
                  <a:pt x="2646207" y="1396027"/>
                  <a:pt x="2645950" y="1385746"/>
                </a:cubicBezTo>
                <a:cubicBezTo>
                  <a:pt x="2646207" y="1375578"/>
                  <a:pt x="2649745" y="1367098"/>
                  <a:pt x="2656563" y="1360307"/>
                </a:cubicBezTo>
                <a:cubicBezTo>
                  <a:pt x="2663381" y="1353515"/>
                  <a:pt x="2671936" y="1349988"/>
                  <a:pt x="2682228" y="1349726"/>
                </a:cubicBezTo>
                <a:close/>
                <a:moveTo>
                  <a:pt x="2472677" y="1349726"/>
                </a:moveTo>
                <a:cubicBezTo>
                  <a:pt x="2482846" y="1349988"/>
                  <a:pt x="2491326" y="1353515"/>
                  <a:pt x="2498117" y="1360307"/>
                </a:cubicBezTo>
                <a:cubicBezTo>
                  <a:pt x="2504909" y="1367098"/>
                  <a:pt x="2508435" y="1375578"/>
                  <a:pt x="2508698" y="1385746"/>
                </a:cubicBezTo>
                <a:cubicBezTo>
                  <a:pt x="2508435" y="1396027"/>
                  <a:pt x="2504908" y="1404539"/>
                  <a:pt x="2498117" y="1411282"/>
                </a:cubicBezTo>
                <a:cubicBezTo>
                  <a:pt x="2491326" y="1418025"/>
                  <a:pt x="2482846" y="1421520"/>
                  <a:pt x="2472677" y="1421767"/>
                </a:cubicBezTo>
                <a:cubicBezTo>
                  <a:pt x="2462386" y="1421520"/>
                  <a:pt x="2453831" y="1418025"/>
                  <a:pt x="2447013" y="1411282"/>
                </a:cubicBezTo>
                <a:cubicBezTo>
                  <a:pt x="2440195" y="1404539"/>
                  <a:pt x="2436657" y="1396027"/>
                  <a:pt x="2436400" y="1385746"/>
                </a:cubicBezTo>
                <a:cubicBezTo>
                  <a:pt x="2436657" y="1375578"/>
                  <a:pt x="2440195" y="1367098"/>
                  <a:pt x="2447013" y="1360307"/>
                </a:cubicBezTo>
                <a:cubicBezTo>
                  <a:pt x="2453831" y="1353515"/>
                  <a:pt x="2462386" y="1349988"/>
                  <a:pt x="2472677" y="1349726"/>
                </a:cubicBezTo>
                <a:close/>
                <a:moveTo>
                  <a:pt x="2320277" y="1349726"/>
                </a:moveTo>
                <a:cubicBezTo>
                  <a:pt x="2330446" y="1349988"/>
                  <a:pt x="2338926" y="1353515"/>
                  <a:pt x="2345717" y="1360307"/>
                </a:cubicBezTo>
                <a:cubicBezTo>
                  <a:pt x="2352508" y="1367098"/>
                  <a:pt x="2356035" y="1375578"/>
                  <a:pt x="2356298" y="1385746"/>
                </a:cubicBezTo>
                <a:cubicBezTo>
                  <a:pt x="2356035" y="1396027"/>
                  <a:pt x="2352508" y="1404539"/>
                  <a:pt x="2345717" y="1411282"/>
                </a:cubicBezTo>
                <a:cubicBezTo>
                  <a:pt x="2338926" y="1418025"/>
                  <a:pt x="2330446" y="1421520"/>
                  <a:pt x="2320277" y="1421767"/>
                </a:cubicBezTo>
                <a:cubicBezTo>
                  <a:pt x="2309986" y="1421520"/>
                  <a:pt x="2301431" y="1418025"/>
                  <a:pt x="2294613" y="1411282"/>
                </a:cubicBezTo>
                <a:cubicBezTo>
                  <a:pt x="2287795" y="1404539"/>
                  <a:pt x="2284257" y="1396027"/>
                  <a:pt x="2284000" y="1385746"/>
                </a:cubicBezTo>
                <a:cubicBezTo>
                  <a:pt x="2284257" y="1375578"/>
                  <a:pt x="2287795" y="1367098"/>
                  <a:pt x="2294613" y="1360307"/>
                </a:cubicBezTo>
                <a:cubicBezTo>
                  <a:pt x="2301431" y="1353515"/>
                  <a:pt x="2309986" y="1349988"/>
                  <a:pt x="2320277" y="1349726"/>
                </a:cubicBezTo>
                <a:close/>
                <a:moveTo>
                  <a:pt x="1939277" y="1349726"/>
                </a:moveTo>
                <a:cubicBezTo>
                  <a:pt x="1949446" y="1349988"/>
                  <a:pt x="1957925" y="1353515"/>
                  <a:pt x="1964717" y="1360307"/>
                </a:cubicBezTo>
                <a:cubicBezTo>
                  <a:pt x="1971508" y="1367098"/>
                  <a:pt x="1975035" y="1375578"/>
                  <a:pt x="1975298" y="1385746"/>
                </a:cubicBezTo>
                <a:cubicBezTo>
                  <a:pt x="1975035" y="1396027"/>
                  <a:pt x="1971508" y="1404539"/>
                  <a:pt x="1964717" y="1411282"/>
                </a:cubicBezTo>
                <a:cubicBezTo>
                  <a:pt x="1957925" y="1418025"/>
                  <a:pt x="1949446" y="1421520"/>
                  <a:pt x="1939277" y="1421767"/>
                </a:cubicBezTo>
                <a:cubicBezTo>
                  <a:pt x="1928986" y="1421520"/>
                  <a:pt x="1920431" y="1418025"/>
                  <a:pt x="1913613" y="1411282"/>
                </a:cubicBezTo>
                <a:cubicBezTo>
                  <a:pt x="1906795" y="1404539"/>
                  <a:pt x="1903257" y="1396027"/>
                  <a:pt x="1903000" y="1385746"/>
                </a:cubicBezTo>
                <a:cubicBezTo>
                  <a:pt x="1903257" y="1375578"/>
                  <a:pt x="1906795" y="1367098"/>
                  <a:pt x="1913613" y="1360307"/>
                </a:cubicBezTo>
                <a:cubicBezTo>
                  <a:pt x="1920431" y="1353515"/>
                  <a:pt x="1928986" y="1349988"/>
                  <a:pt x="1939277" y="1349726"/>
                </a:cubicBezTo>
                <a:close/>
                <a:moveTo>
                  <a:pt x="4146762" y="1347668"/>
                </a:moveTo>
                <a:cubicBezTo>
                  <a:pt x="4156479" y="1347749"/>
                  <a:pt x="4164364" y="1350227"/>
                  <a:pt x="4170416" y="1355103"/>
                </a:cubicBezTo>
                <a:cubicBezTo>
                  <a:pt x="4176469" y="1359979"/>
                  <a:pt x="4180240" y="1366770"/>
                  <a:pt x="4181729" y="1375475"/>
                </a:cubicBezTo>
                <a:lnTo>
                  <a:pt x="4114110" y="1375475"/>
                </a:lnTo>
                <a:cubicBezTo>
                  <a:pt x="4115888" y="1368121"/>
                  <a:pt x="4119467" y="1361717"/>
                  <a:pt x="4124844" y="1356261"/>
                </a:cubicBezTo>
                <a:cubicBezTo>
                  <a:pt x="4130222" y="1350806"/>
                  <a:pt x="4137528" y="1347942"/>
                  <a:pt x="4146762" y="1347668"/>
                </a:cubicBezTo>
                <a:close/>
                <a:moveTo>
                  <a:pt x="3918162" y="1347668"/>
                </a:moveTo>
                <a:cubicBezTo>
                  <a:pt x="3927879" y="1347749"/>
                  <a:pt x="3935764" y="1350227"/>
                  <a:pt x="3941816" y="1355103"/>
                </a:cubicBezTo>
                <a:cubicBezTo>
                  <a:pt x="3947869" y="1359979"/>
                  <a:pt x="3951639" y="1366770"/>
                  <a:pt x="3953129" y="1375475"/>
                </a:cubicBezTo>
                <a:lnTo>
                  <a:pt x="3885510" y="1375475"/>
                </a:lnTo>
                <a:cubicBezTo>
                  <a:pt x="3887288" y="1368121"/>
                  <a:pt x="3890866" y="1361717"/>
                  <a:pt x="3896244" y="1356261"/>
                </a:cubicBezTo>
                <a:cubicBezTo>
                  <a:pt x="3901622" y="1350806"/>
                  <a:pt x="3908928" y="1347942"/>
                  <a:pt x="3918162" y="1347668"/>
                </a:cubicBezTo>
                <a:close/>
                <a:moveTo>
                  <a:pt x="3594312" y="1347668"/>
                </a:moveTo>
                <a:cubicBezTo>
                  <a:pt x="3604029" y="1347749"/>
                  <a:pt x="3611913" y="1350227"/>
                  <a:pt x="3617966" y="1355103"/>
                </a:cubicBezTo>
                <a:cubicBezTo>
                  <a:pt x="3624019" y="1359979"/>
                  <a:pt x="3627789" y="1366770"/>
                  <a:pt x="3629279" y="1375475"/>
                </a:cubicBezTo>
                <a:lnTo>
                  <a:pt x="3561660" y="1375475"/>
                </a:lnTo>
                <a:cubicBezTo>
                  <a:pt x="3563438" y="1368121"/>
                  <a:pt x="3567017" y="1361717"/>
                  <a:pt x="3572394" y="1356261"/>
                </a:cubicBezTo>
                <a:cubicBezTo>
                  <a:pt x="3577772" y="1350806"/>
                  <a:pt x="3585078" y="1347942"/>
                  <a:pt x="3594312" y="1347668"/>
                </a:cubicBezTo>
                <a:close/>
                <a:moveTo>
                  <a:pt x="3137113" y="1347668"/>
                </a:moveTo>
                <a:cubicBezTo>
                  <a:pt x="3146829" y="1347749"/>
                  <a:pt x="3154714" y="1350227"/>
                  <a:pt x="3160766" y="1355103"/>
                </a:cubicBezTo>
                <a:cubicBezTo>
                  <a:pt x="3166819" y="1359979"/>
                  <a:pt x="3170590" y="1366770"/>
                  <a:pt x="3172079" y="1375475"/>
                </a:cubicBezTo>
                <a:lnTo>
                  <a:pt x="3104460" y="1375475"/>
                </a:lnTo>
                <a:cubicBezTo>
                  <a:pt x="3106238" y="1368121"/>
                  <a:pt x="3109817" y="1361717"/>
                  <a:pt x="3115194" y="1356261"/>
                </a:cubicBezTo>
                <a:cubicBezTo>
                  <a:pt x="3120572" y="1350806"/>
                  <a:pt x="3127878" y="1347942"/>
                  <a:pt x="3137113" y="1347668"/>
                </a:cubicBezTo>
                <a:close/>
                <a:moveTo>
                  <a:pt x="7137419" y="1327094"/>
                </a:moveTo>
                <a:lnTo>
                  <a:pt x="7137419" y="1444366"/>
                </a:lnTo>
                <a:lnTo>
                  <a:pt x="7162076" y="1444366"/>
                </a:lnTo>
                <a:lnTo>
                  <a:pt x="7162076" y="1327094"/>
                </a:lnTo>
                <a:close/>
                <a:moveTo>
                  <a:pt x="6842144" y="1327094"/>
                </a:moveTo>
                <a:lnTo>
                  <a:pt x="6842144" y="1444366"/>
                </a:lnTo>
                <a:lnTo>
                  <a:pt x="6866801" y="1444366"/>
                </a:lnTo>
                <a:lnTo>
                  <a:pt x="6866801" y="1327094"/>
                </a:lnTo>
                <a:close/>
                <a:moveTo>
                  <a:pt x="6146819" y="1327094"/>
                </a:moveTo>
                <a:lnTo>
                  <a:pt x="6146819" y="1444366"/>
                </a:lnTo>
                <a:lnTo>
                  <a:pt x="6171476" y="1444366"/>
                </a:lnTo>
                <a:lnTo>
                  <a:pt x="6171476" y="1327094"/>
                </a:lnTo>
                <a:close/>
                <a:moveTo>
                  <a:pt x="5408927" y="1327094"/>
                </a:moveTo>
                <a:lnTo>
                  <a:pt x="5408927" y="1375443"/>
                </a:lnTo>
                <a:cubicBezTo>
                  <a:pt x="5408900" y="1388976"/>
                  <a:pt x="5405866" y="1400012"/>
                  <a:pt x="5399825" y="1408550"/>
                </a:cubicBezTo>
                <a:cubicBezTo>
                  <a:pt x="5393784" y="1417089"/>
                  <a:pt x="5384897" y="1421494"/>
                  <a:pt x="5373163" y="1421767"/>
                </a:cubicBezTo>
                <a:cubicBezTo>
                  <a:pt x="5362898" y="1421595"/>
                  <a:pt x="5354868" y="1418145"/>
                  <a:pt x="5349074" y="1411416"/>
                </a:cubicBezTo>
                <a:cubicBezTo>
                  <a:pt x="5343279" y="1404686"/>
                  <a:pt x="5340331" y="1395706"/>
                  <a:pt x="5340229" y="1384476"/>
                </a:cubicBezTo>
                <a:lnTo>
                  <a:pt x="5340229" y="1327126"/>
                </a:lnTo>
                <a:lnTo>
                  <a:pt x="5315573" y="1327126"/>
                </a:lnTo>
                <a:lnTo>
                  <a:pt x="5315573" y="1386534"/>
                </a:lnTo>
                <a:cubicBezTo>
                  <a:pt x="5315486" y="1403769"/>
                  <a:pt x="5319576" y="1417961"/>
                  <a:pt x="5327842" y="1429112"/>
                </a:cubicBezTo>
                <a:cubicBezTo>
                  <a:pt x="5336109" y="1440263"/>
                  <a:pt x="5349072" y="1446034"/>
                  <a:pt x="5366731" y="1446423"/>
                </a:cubicBezTo>
                <a:cubicBezTo>
                  <a:pt x="5376143" y="1446327"/>
                  <a:pt x="5384398" y="1444144"/>
                  <a:pt x="5391496" y="1439874"/>
                </a:cubicBezTo>
                <a:cubicBezTo>
                  <a:pt x="5398592" y="1435604"/>
                  <a:pt x="5404403" y="1429825"/>
                  <a:pt x="5408927" y="1422537"/>
                </a:cubicBezTo>
                <a:lnTo>
                  <a:pt x="5408927" y="1444366"/>
                </a:lnTo>
                <a:lnTo>
                  <a:pt x="5433584" y="1444366"/>
                </a:lnTo>
                <a:lnTo>
                  <a:pt x="5433584" y="1327094"/>
                </a:lnTo>
                <a:close/>
                <a:moveTo>
                  <a:pt x="4770752" y="1327094"/>
                </a:moveTo>
                <a:lnTo>
                  <a:pt x="4770752" y="1375443"/>
                </a:lnTo>
                <a:cubicBezTo>
                  <a:pt x="4770725" y="1388976"/>
                  <a:pt x="4767691" y="1400012"/>
                  <a:pt x="4761650" y="1408550"/>
                </a:cubicBezTo>
                <a:cubicBezTo>
                  <a:pt x="4755609" y="1417089"/>
                  <a:pt x="4746722" y="1421494"/>
                  <a:pt x="4734988" y="1421767"/>
                </a:cubicBezTo>
                <a:cubicBezTo>
                  <a:pt x="4724723" y="1421595"/>
                  <a:pt x="4716693" y="1418145"/>
                  <a:pt x="4710899" y="1411416"/>
                </a:cubicBezTo>
                <a:cubicBezTo>
                  <a:pt x="4705104" y="1404686"/>
                  <a:pt x="4702156" y="1395706"/>
                  <a:pt x="4702054" y="1384476"/>
                </a:cubicBezTo>
                <a:lnTo>
                  <a:pt x="4702054" y="1327126"/>
                </a:lnTo>
                <a:lnTo>
                  <a:pt x="4677398" y="1327126"/>
                </a:lnTo>
                <a:lnTo>
                  <a:pt x="4677398" y="1386534"/>
                </a:lnTo>
                <a:cubicBezTo>
                  <a:pt x="4677311" y="1403769"/>
                  <a:pt x="4681401" y="1417961"/>
                  <a:pt x="4689667" y="1429112"/>
                </a:cubicBezTo>
                <a:cubicBezTo>
                  <a:pt x="4697934" y="1440263"/>
                  <a:pt x="4710897" y="1446034"/>
                  <a:pt x="4728556" y="1446423"/>
                </a:cubicBezTo>
                <a:cubicBezTo>
                  <a:pt x="4737968" y="1446327"/>
                  <a:pt x="4746223" y="1444144"/>
                  <a:pt x="4753321" y="1439874"/>
                </a:cubicBezTo>
                <a:cubicBezTo>
                  <a:pt x="4760417" y="1435604"/>
                  <a:pt x="4766228" y="1429825"/>
                  <a:pt x="4770752" y="1422537"/>
                </a:cubicBezTo>
                <a:lnTo>
                  <a:pt x="4770752" y="1444366"/>
                </a:lnTo>
                <a:lnTo>
                  <a:pt x="4795409" y="1444366"/>
                </a:lnTo>
                <a:lnTo>
                  <a:pt x="4795409" y="1327094"/>
                </a:lnTo>
                <a:close/>
                <a:moveTo>
                  <a:pt x="2784494" y="1327094"/>
                </a:moveTo>
                <a:lnTo>
                  <a:pt x="2784494" y="1444366"/>
                </a:lnTo>
                <a:lnTo>
                  <a:pt x="2809151" y="1444366"/>
                </a:lnTo>
                <a:lnTo>
                  <a:pt x="2809151" y="1327094"/>
                </a:lnTo>
                <a:close/>
                <a:moveTo>
                  <a:pt x="6515624" y="1325551"/>
                </a:moveTo>
                <a:cubicBezTo>
                  <a:pt x="6506435" y="1326628"/>
                  <a:pt x="6498259" y="1329618"/>
                  <a:pt x="6491096" y="1334520"/>
                </a:cubicBezTo>
                <a:cubicBezTo>
                  <a:pt x="6483932" y="1339423"/>
                  <a:pt x="6478135" y="1345948"/>
                  <a:pt x="6473704" y="1354098"/>
                </a:cubicBezTo>
                <a:lnTo>
                  <a:pt x="6473704" y="1327094"/>
                </a:lnTo>
                <a:lnTo>
                  <a:pt x="6449047" y="1327094"/>
                </a:lnTo>
                <a:lnTo>
                  <a:pt x="6449047" y="1444366"/>
                </a:lnTo>
                <a:lnTo>
                  <a:pt x="6473704" y="1444366"/>
                </a:lnTo>
                <a:lnTo>
                  <a:pt x="6473704" y="1398075"/>
                </a:lnTo>
                <a:cubicBezTo>
                  <a:pt x="6473683" y="1384262"/>
                  <a:pt x="6477133" y="1373568"/>
                  <a:pt x="6484055" y="1365992"/>
                </a:cubicBezTo>
                <a:cubicBezTo>
                  <a:pt x="6490978" y="1358416"/>
                  <a:pt x="6501501" y="1355051"/>
                  <a:pt x="6515624" y="1355898"/>
                </a:cubicBezTo>
                <a:close/>
                <a:moveTo>
                  <a:pt x="5286899" y="1325551"/>
                </a:moveTo>
                <a:cubicBezTo>
                  <a:pt x="5277710" y="1326628"/>
                  <a:pt x="5269534" y="1329618"/>
                  <a:pt x="5262371" y="1334520"/>
                </a:cubicBezTo>
                <a:cubicBezTo>
                  <a:pt x="5255207" y="1339423"/>
                  <a:pt x="5249410" y="1345948"/>
                  <a:pt x="5244979" y="1354098"/>
                </a:cubicBezTo>
                <a:lnTo>
                  <a:pt x="5244979" y="1327094"/>
                </a:lnTo>
                <a:lnTo>
                  <a:pt x="5220323" y="1327094"/>
                </a:lnTo>
                <a:lnTo>
                  <a:pt x="5220323" y="1444366"/>
                </a:lnTo>
                <a:lnTo>
                  <a:pt x="5244979" y="1444366"/>
                </a:lnTo>
                <a:lnTo>
                  <a:pt x="5244979" y="1398075"/>
                </a:lnTo>
                <a:cubicBezTo>
                  <a:pt x="5244958" y="1384262"/>
                  <a:pt x="5248408" y="1373568"/>
                  <a:pt x="5255330" y="1365992"/>
                </a:cubicBezTo>
                <a:cubicBezTo>
                  <a:pt x="5262253" y="1358416"/>
                  <a:pt x="5272775" y="1355051"/>
                  <a:pt x="5286899" y="1355898"/>
                </a:cubicBezTo>
                <a:close/>
                <a:moveTo>
                  <a:pt x="4067699" y="1325551"/>
                </a:moveTo>
                <a:cubicBezTo>
                  <a:pt x="4058510" y="1326628"/>
                  <a:pt x="4050334" y="1329618"/>
                  <a:pt x="4043171" y="1334520"/>
                </a:cubicBezTo>
                <a:cubicBezTo>
                  <a:pt x="4036007" y="1339423"/>
                  <a:pt x="4030210" y="1345948"/>
                  <a:pt x="4025780" y="1354098"/>
                </a:cubicBezTo>
                <a:lnTo>
                  <a:pt x="4025780" y="1327094"/>
                </a:lnTo>
                <a:lnTo>
                  <a:pt x="4001123" y="1327094"/>
                </a:lnTo>
                <a:lnTo>
                  <a:pt x="4001123" y="1444366"/>
                </a:lnTo>
                <a:lnTo>
                  <a:pt x="4025780" y="1444366"/>
                </a:lnTo>
                <a:lnTo>
                  <a:pt x="4025780" y="1398075"/>
                </a:lnTo>
                <a:cubicBezTo>
                  <a:pt x="4025758" y="1384262"/>
                  <a:pt x="4029209" y="1373568"/>
                  <a:pt x="4036131" y="1365992"/>
                </a:cubicBezTo>
                <a:cubicBezTo>
                  <a:pt x="4043053" y="1358416"/>
                  <a:pt x="4053575" y="1355051"/>
                  <a:pt x="4067699" y="1355898"/>
                </a:cubicBezTo>
                <a:close/>
                <a:moveTo>
                  <a:pt x="3286649" y="1325551"/>
                </a:moveTo>
                <a:cubicBezTo>
                  <a:pt x="3277460" y="1326628"/>
                  <a:pt x="3269284" y="1329618"/>
                  <a:pt x="3262121" y="1334520"/>
                </a:cubicBezTo>
                <a:cubicBezTo>
                  <a:pt x="3254957" y="1339423"/>
                  <a:pt x="3249161" y="1345948"/>
                  <a:pt x="3244730" y="1354098"/>
                </a:cubicBezTo>
                <a:lnTo>
                  <a:pt x="3244730" y="1327094"/>
                </a:lnTo>
                <a:lnTo>
                  <a:pt x="3220073" y="1327094"/>
                </a:lnTo>
                <a:lnTo>
                  <a:pt x="3220073" y="1444366"/>
                </a:lnTo>
                <a:lnTo>
                  <a:pt x="3244730" y="1444366"/>
                </a:lnTo>
                <a:lnTo>
                  <a:pt x="3244730" y="1398075"/>
                </a:lnTo>
                <a:cubicBezTo>
                  <a:pt x="3244708" y="1384262"/>
                  <a:pt x="3248158" y="1373568"/>
                  <a:pt x="3255081" y="1365992"/>
                </a:cubicBezTo>
                <a:cubicBezTo>
                  <a:pt x="3262003" y="1358416"/>
                  <a:pt x="3272526" y="1355051"/>
                  <a:pt x="3286649" y="1355898"/>
                </a:cubicBezTo>
                <a:close/>
                <a:moveTo>
                  <a:pt x="2105549" y="1325551"/>
                </a:moveTo>
                <a:cubicBezTo>
                  <a:pt x="2096360" y="1326628"/>
                  <a:pt x="2088184" y="1329618"/>
                  <a:pt x="2081021" y="1334520"/>
                </a:cubicBezTo>
                <a:cubicBezTo>
                  <a:pt x="2073857" y="1339423"/>
                  <a:pt x="2068060" y="1345948"/>
                  <a:pt x="2063629" y="1354098"/>
                </a:cubicBezTo>
                <a:lnTo>
                  <a:pt x="2063629" y="1327094"/>
                </a:lnTo>
                <a:lnTo>
                  <a:pt x="2038973" y="1327094"/>
                </a:lnTo>
                <a:lnTo>
                  <a:pt x="2038973" y="1444366"/>
                </a:lnTo>
                <a:lnTo>
                  <a:pt x="2063629" y="1444366"/>
                </a:lnTo>
                <a:lnTo>
                  <a:pt x="2063629" y="1398075"/>
                </a:lnTo>
                <a:cubicBezTo>
                  <a:pt x="2063608" y="1384262"/>
                  <a:pt x="2067058" y="1373568"/>
                  <a:pt x="2073981" y="1365992"/>
                </a:cubicBezTo>
                <a:cubicBezTo>
                  <a:pt x="2080903" y="1358416"/>
                  <a:pt x="2091426" y="1355051"/>
                  <a:pt x="2105549" y="1355898"/>
                </a:cubicBezTo>
                <a:close/>
                <a:moveTo>
                  <a:pt x="6754026" y="1325069"/>
                </a:moveTo>
                <a:cubicBezTo>
                  <a:pt x="6744613" y="1325165"/>
                  <a:pt x="6736358" y="1327348"/>
                  <a:pt x="6729261" y="1331618"/>
                </a:cubicBezTo>
                <a:cubicBezTo>
                  <a:pt x="6722164" y="1335888"/>
                  <a:pt x="6716353" y="1341667"/>
                  <a:pt x="6711829" y="1348955"/>
                </a:cubicBezTo>
                <a:lnTo>
                  <a:pt x="6711829" y="1327124"/>
                </a:lnTo>
                <a:lnTo>
                  <a:pt x="6687172" y="1327124"/>
                </a:lnTo>
                <a:lnTo>
                  <a:pt x="6687172" y="1444366"/>
                </a:lnTo>
                <a:lnTo>
                  <a:pt x="6711829" y="1444366"/>
                </a:lnTo>
                <a:lnTo>
                  <a:pt x="6711829" y="1396017"/>
                </a:lnTo>
                <a:cubicBezTo>
                  <a:pt x="6711856" y="1382499"/>
                  <a:pt x="6714890" y="1371473"/>
                  <a:pt x="6720931" y="1362938"/>
                </a:cubicBezTo>
                <a:cubicBezTo>
                  <a:pt x="6726972" y="1354403"/>
                  <a:pt x="6735860" y="1349999"/>
                  <a:pt x="6747593" y="1349726"/>
                </a:cubicBezTo>
                <a:cubicBezTo>
                  <a:pt x="6757869" y="1349892"/>
                  <a:pt x="6765942" y="1353353"/>
                  <a:pt x="6771811" y="1360109"/>
                </a:cubicBezTo>
                <a:cubicBezTo>
                  <a:pt x="6777680" y="1366865"/>
                  <a:pt x="6780672" y="1375920"/>
                  <a:pt x="6780784" y="1387273"/>
                </a:cubicBezTo>
                <a:lnTo>
                  <a:pt x="6780784" y="1444366"/>
                </a:lnTo>
                <a:lnTo>
                  <a:pt x="6805440" y="1444366"/>
                </a:lnTo>
                <a:lnTo>
                  <a:pt x="6805440" y="1385216"/>
                </a:lnTo>
                <a:cubicBezTo>
                  <a:pt x="6805532" y="1367858"/>
                  <a:pt x="6801432" y="1353590"/>
                  <a:pt x="6793139" y="1342412"/>
                </a:cubicBezTo>
                <a:cubicBezTo>
                  <a:pt x="6784845" y="1331235"/>
                  <a:pt x="6771808" y="1325453"/>
                  <a:pt x="6754026" y="1325069"/>
                </a:cubicBezTo>
                <a:close/>
                <a:moveTo>
                  <a:pt x="6597003" y="1325069"/>
                </a:moveTo>
                <a:cubicBezTo>
                  <a:pt x="6585371" y="1325199"/>
                  <a:pt x="6574820" y="1327965"/>
                  <a:pt x="6565348" y="1333367"/>
                </a:cubicBezTo>
                <a:cubicBezTo>
                  <a:pt x="6555877" y="1338770"/>
                  <a:pt x="6548321" y="1346031"/>
                  <a:pt x="6542680" y="1355150"/>
                </a:cubicBezTo>
                <a:cubicBezTo>
                  <a:pt x="6537039" y="1364269"/>
                  <a:pt x="6534150" y="1374467"/>
                  <a:pt x="6534011" y="1385746"/>
                </a:cubicBezTo>
                <a:cubicBezTo>
                  <a:pt x="6534150" y="1397106"/>
                  <a:pt x="6537039" y="1407343"/>
                  <a:pt x="6542680" y="1416457"/>
                </a:cubicBezTo>
                <a:cubicBezTo>
                  <a:pt x="6548321" y="1425572"/>
                  <a:pt x="6555877" y="1432813"/>
                  <a:pt x="6565348" y="1438182"/>
                </a:cubicBezTo>
                <a:cubicBezTo>
                  <a:pt x="6574820" y="1443551"/>
                  <a:pt x="6585371" y="1446299"/>
                  <a:pt x="6597003" y="1446423"/>
                </a:cubicBezTo>
                <a:cubicBezTo>
                  <a:pt x="6608631" y="1446299"/>
                  <a:pt x="6619160" y="1443551"/>
                  <a:pt x="6628590" y="1438182"/>
                </a:cubicBezTo>
                <a:cubicBezTo>
                  <a:pt x="6638020" y="1432813"/>
                  <a:pt x="6645535" y="1425572"/>
                  <a:pt x="6651134" y="1416457"/>
                </a:cubicBezTo>
                <a:cubicBezTo>
                  <a:pt x="6656733" y="1407343"/>
                  <a:pt x="6659601" y="1397106"/>
                  <a:pt x="6659737" y="1385746"/>
                </a:cubicBezTo>
                <a:cubicBezTo>
                  <a:pt x="6659601" y="1374467"/>
                  <a:pt x="6656733" y="1364269"/>
                  <a:pt x="6651134" y="1355150"/>
                </a:cubicBezTo>
                <a:cubicBezTo>
                  <a:pt x="6645535" y="1346031"/>
                  <a:pt x="6638020" y="1338770"/>
                  <a:pt x="6628590" y="1333367"/>
                </a:cubicBezTo>
                <a:cubicBezTo>
                  <a:pt x="6619160" y="1327965"/>
                  <a:pt x="6608631" y="1325199"/>
                  <a:pt x="6597003" y="1325069"/>
                </a:cubicBezTo>
                <a:close/>
                <a:moveTo>
                  <a:pt x="5825477" y="1325069"/>
                </a:moveTo>
                <a:cubicBezTo>
                  <a:pt x="5813846" y="1325199"/>
                  <a:pt x="5803295" y="1327965"/>
                  <a:pt x="5793823" y="1333367"/>
                </a:cubicBezTo>
                <a:cubicBezTo>
                  <a:pt x="5784352" y="1338770"/>
                  <a:pt x="5776796" y="1346031"/>
                  <a:pt x="5771155" y="1355150"/>
                </a:cubicBezTo>
                <a:cubicBezTo>
                  <a:pt x="5765515" y="1364269"/>
                  <a:pt x="5762625" y="1374467"/>
                  <a:pt x="5762486" y="1385746"/>
                </a:cubicBezTo>
                <a:cubicBezTo>
                  <a:pt x="5762625" y="1397106"/>
                  <a:pt x="5765515" y="1407343"/>
                  <a:pt x="5771155" y="1416457"/>
                </a:cubicBezTo>
                <a:cubicBezTo>
                  <a:pt x="5776796" y="1425572"/>
                  <a:pt x="5784352" y="1432813"/>
                  <a:pt x="5793823" y="1438182"/>
                </a:cubicBezTo>
                <a:cubicBezTo>
                  <a:pt x="5803295" y="1443551"/>
                  <a:pt x="5813846" y="1446299"/>
                  <a:pt x="5825477" y="1446423"/>
                </a:cubicBezTo>
                <a:cubicBezTo>
                  <a:pt x="5837106" y="1446299"/>
                  <a:pt x="5847635" y="1443551"/>
                  <a:pt x="5857065" y="1438182"/>
                </a:cubicBezTo>
                <a:cubicBezTo>
                  <a:pt x="5866495" y="1432813"/>
                  <a:pt x="5874010" y="1425572"/>
                  <a:pt x="5879609" y="1416457"/>
                </a:cubicBezTo>
                <a:cubicBezTo>
                  <a:pt x="5885208" y="1407343"/>
                  <a:pt x="5888076" y="1397106"/>
                  <a:pt x="5888212" y="1385746"/>
                </a:cubicBezTo>
                <a:cubicBezTo>
                  <a:pt x="5888076" y="1374467"/>
                  <a:pt x="5885208" y="1364269"/>
                  <a:pt x="5879609" y="1355150"/>
                </a:cubicBezTo>
                <a:cubicBezTo>
                  <a:pt x="5874010" y="1346031"/>
                  <a:pt x="5866495" y="1338770"/>
                  <a:pt x="5857065" y="1333367"/>
                </a:cubicBezTo>
                <a:cubicBezTo>
                  <a:pt x="5847635" y="1327965"/>
                  <a:pt x="5837106" y="1325199"/>
                  <a:pt x="5825477" y="1325069"/>
                </a:cubicBezTo>
                <a:close/>
                <a:moveTo>
                  <a:pt x="5685424" y="1325069"/>
                </a:moveTo>
                <a:cubicBezTo>
                  <a:pt x="5677164" y="1325165"/>
                  <a:pt x="5669627" y="1326963"/>
                  <a:pt x="5662814" y="1330463"/>
                </a:cubicBezTo>
                <a:cubicBezTo>
                  <a:pt x="5656001" y="1333962"/>
                  <a:pt x="5650073" y="1338585"/>
                  <a:pt x="5645029" y="1344332"/>
                </a:cubicBezTo>
                <a:lnTo>
                  <a:pt x="5645029" y="1327124"/>
                </a:lnTo>
                <a:lnTo>
                  <a:pt x="5620373" y="1327124"/>
                </a:lnTo>
                <a:lnTo>
                  <a:pt x="5620373" y="1537978"/>
                </a:lnTo>
                <a:lnTo>
                  <a:pt x="5645029" y="1537978"/>
                </a:lnTo>
                <a:lnTo>
                  <a:pt x="5645029" y="1427417"/>
                </a:lnTo>
                <a:cubicBezTo>
                  <a:pt x="5650073" y="1433153"/>
                  <a:pt x="5656001" y="1437734"/>
                  <a:pt x="5662814" y="1441158"/>
                </a:cubicBezTo>
                <a:cubicBezTo>
                  <a:pt x="5669627" y="1444583"/>
                  <a:pt x="5677164" y="1446338"/>
                  <a:pt x="5685424" y="1446423"/>
                </a:cubicBezTo>
                <a:cubicBezTo>
                  <a:pt x="5702498" y="1446002"/>
                  <a:pt x="5716448" y="1440102"/>
                  <a:pt x="5727274" y="1428724"/>
                </a:cubicBezTo>
                <a:cubicBezTo>
                  <a:pt x="5738100" y="1417346"/>
                  <a:pt x="5743689" y="1403020"/>
                  <a:pt x="5744041" y="1385746"/>
                </a:cubicBezTo>
                <a:cubicBezTo>
                  <a:pt x="5743937" y="1374467"/>
                  <a:pt x="5741349" y="1364269"/>
                  <a:pt x="5736277" y="1355150"/>
                </a:cubicBezTo>
                <a:cubicBezTo>
                  <a:pt x="5731204" y="1346031"/>
                  <a:pt x="5724274" y="1338770"/>
                  <a:pt x="5715485" y="1333367"/>
                </a:cubicBezTo>
                <a:cubicBezTo>
                  <a:pt x="5706697" y="1327965"/>
                  <a:pt x="5696676" y="1325199"/>
                  <a:pt x="5685424" y="1325069"/>
                </a:cubicBezTo>
                <a:close/>
                <a:moveTo>
                  <a:pt x="5533024" y="1325069"/>
                </a:moveTo>
                <a:cubicBezTo>
                  <a:pt x="5524764" y="1325165"/>
                  <a:pt x="5517227" y="1326963"/>
                  <a:pt x="5510414" y="1330463"/>
                </a:cubicBezTo>
                <a:cubicBezTo>
                  <a:pt x="5503601" y="1333962"/>
                  <a:pt x="5497673" y="1338585"/>
                  <a:pt x="5492629" y="1344332"/>
                </a:cubicBezTo>
                <a:lnTo>
                  <a:pt x="5492629" y="1327124"/>
                </a:lnTo>
                <a:lnTo>
                  <a:pt x="5467973" y="1327124"/>
                </a:lnTo>
                <a:lnTo>
                  <a:pt x="5467973" y="1537978"/>
                </a:lnTo>
                <a:lnTo>
                  <a:pt x="5492629" y="1537978"/>
                </a:lnTo>
                <a:lnTo>
                  <a:pt x="5492629" y="1427417"/>
                </a:lnTo>
                <a:cubicBezTo>
                  <a:pt x="5497673" y="1433153"/>
                  <a:pt x="5503601" y="1437734"/>
                  <a:pt x="5510414" y="1441158"/>
                </a:cubicBezTo>
                <a:cubicBezTo>
                  <a:pt x="5517227" y="1444583"/>
                  <a:pt x="5524764" y="1446338"/>
                  <a:pt x="5533024" y="1446423"/>
                </a:cubicBezTo>
                <a:cubicBezTo>
                  <a:pt x="5550098" y="1446002"/>
                  <a:pt x="5564048" y="1440102"/>
                  <a:pt x="5574874" y="1428724"/>
                </a:cubicBezTo>
                <a:cubicBezTo>
                  <a:pt x="5585700" y="1417346"/>
                  <a:pt x="5591289" y="1403020"/>
                  <a:pt x="5591641" y="1385746"/>
                </a:cubicBezTo>
                <a:cubicBezTo>
                  <a:pt x="5591537" y="1374467"/>
                  <a:pt x="5588949" y="1364269"/>
                  <a:pt x="5583877" y="1355150"/>
                </a:cubicBezTo>
                <a:cubicBezTo>
                  <a:pt x="5578804" y="1346031"/>
                  <a:pt x="5571874" y="1338770"/>
                  <a:pt x="5563085" y="1333367"/>
                </a:cubicBezTo>
                <a:cubicBezTo>
                  <a:pt x="5554297" y="1327965"/>
                  <a:pt x="5544276" y="1325199"/>
                  <a:pt x="5533024" y="1325069"/>
                </a:cubicBezTo>
                <a:close/>
                <a:moveTo>
                  <a:pt x="5116511" y="1325069"/>
                </a:moveTo>
                <a:cubicBezTo>
                  <a:pt x="5105174" y="1325199"/>
                  <a:pt x="5095093" y="1327965"/>
                  <a:pt x="5086268" y="1333367"/>
                </a:cubicBezTo>
                <a:cubicBezTo>
                  <a:pt x="5077443" y="1338770"/>
                  <a:pt x="5070490" y="1346031"/>
                  <a:pt x="5065410" y="1355150"/>
                </a:cubicBezTo>
                <a:cubicBezTo>
                  <a:pt x="5060330" y="1364269"/>
                  <a:pt x="5057738" y="1374467"/>
                  <a:pt x="5057635" y="1385746"/>
                </a:cubicBezTo>
                <a:cubicBezTo>
                  <a:pt x="5057982" y="1403020"/>
                  <a:pt x="5063582" y="1417346"/>
                  <a:pt x="5074435" y="1428724"/>
                </a:cubicBezTo>
                <a:cubicBezTo>
                  <a:pt x="5085287" y="1440102"/>
                  <a:pt x="5099313" y="1446002"/>
                  <a:pt x="5116511" y="1446423"/>
                </a:cubicBezTo>
                <a:cubicBezTo>
                  <a:pt x="5124664" y="1446338"/>
                  <a:pt x="5132157" y="1444583"/>
                  <a:pt x="5138991" y="1441158"/>
                </a:cubicBezTo>
                <a:cubicBezTo>
                  <a:pt x="5145826" y="1437734"/>
                  <a:pt x="5151711" y="1433153"/>
                  <a:pt x="5156648" y="1427417"/>
                </a:cubicBezTo>
                <a:lnTo>
                  <a:pt x="5156648" y="1439232"/>
                </a:lnTo>
                <a:cubicBezTo>
                  <a:pt x="5156659" y="1445018"/>
                  <a:pt x="5155293" y="1450624"/>
                  <a:pt x="5152550" y="1456050"/>
                </a:cubicBezTo>
                <a:cubicBezTo>
                  <a:pt x="5149808" y="1461477"/>
                  <a:pt x="5145621" y="1465960"/>
                  <a:pt x="5139991" y="1469501"/>
                </a:cubicBezTo>
                <a:cubicBezTo>
                  <a:pt x="5134360" y="1473041"/>
                  <a:pt x="5127220" y="1474875"/>
                  <a:pt x="5118569" y="1475002"/>
                </a:cubicBezTo>
                <a:cubicBezTo>
                  <a:pt x="5108036" y="1474712"/>
                  <a:pt x="5099707" y="1472910"/>
                  <a:pt x="5093580" y="1469595"/>
                </a:cubicBezTo>
                <a:cubicBezTo>
                  <a:pt x="5087454" y="1466280"/>
                  <a:pt x="5083435" y="1463191"/>
                  <a:pt x="5081524" y="1460327"/>
                </a:cubicBezTo>
                <a:lnTo>
                  <a:pt x="5061489" y="1473972"/>
                </a:lnTo>
                <a:cubicBezTo>
                  <a:pt x="5065581" y="1480448"/>
                  <a:pt x="5072359" y="1486313"/>
                  <a:pt x="5081823" y="1491568"/>
                </a:cubicBezTo>
                <a:cubicBezTo>
                  <a:pt x="5091285" y="1496823"/>
                  <a:pt x="5103534" y="1499606"/>
                  <a:pt x="5118569" y="1499916"/>
                </a:cubicBezTo>
                <a:cubicBezTo>
                  <a:pt x="5136717" y="1499703"/>
                  <a:pt x="5151611" y="1494221"/>
                  <a:pt x="5163252" y="1483469"/>
                </a:cubicBezTo>
                <a:cubicBezTo>
                  <a:pt x="5174892" y="1472717"/>
                  <a:pt x="5180910" y="1457972"/>
                  <a:pt x="5181305" y="1439232"/>
                </a:cubicBezTo>
                <a:lnTo>
                  <a:pt x="5181305" y="1327124"/>
                </a:lnTo>
                <a:lnTo>
                  <a:pt x="5156648" y="1327124"/>
                </a:lnTo>
                <a:lnTo>
                  <a:pt x="5156648" y="1344332"/>
                </a:lnTo>
                <a:cubicBezTo>
                  <a:pt x="5151711" y="1338585"/>
                  <a:pt x="5145826" y="1333962"/>
                  <a:pt x="5138991" y="1330463"/>
                </a:cubicBezTo>
                <a:cubicBezTo>
                  <a:pt x="5132157" y="1326963"/>
                  <a:pt x="5124664" y="1325165"/>
                  <a:pt x="5116511" y="1325069"/>
                </a:cubicBezTo>
                <a:close/>
                <a:moveTo>
                  <a:pt x="4896651" y="1325069"/>
                </a:moveTo>
                <a:cubicBezTo>
                  <a:pt x="4887238" y="1325165"/>
                  <a:pt x="4878983" y="1327348"/>
                  <a:pt x="4871886" y="1331618"/>
                </a:cubicBezTo>
                <a:cubicBezTo>
                  <a:pt x="4864789" y="1335888"/>
                  <a:pt x="4858978" y="1341667"/>
                  <a:pt x="4854454" y="1348955"/>
                </a:cubicBezTo>
                <a:lnTo>
                  <a:pt x="4854454" y="1327124"/>
                </a:lnTo>
                <a:lnTo>
                  <a:pt x="4829798" y="1327124"/>
                </a:lnTo>
                <a:lnTo>
                  <a:pt x="4829798" y="1444366"/>
                </a:lnTo>
                <a:lnTo>
                  <a:pt x="4854454" y="1444366"/>
                </a:lnTo>
                <a:lnTo>
                  <a:pt x="4854454" y="1396017"/>
                </a:lnTo>
                <a:cubicBezTo>
                  <a:pt x="4854481" y="1382499"/>
                  <a:pt x="4857515" y="1371473"/>
                  <a:pt x="4863556" y="1362938"/>
                </a:cubicBezTo>
                <a:cubicBezTo>
                  <a:pt x="4869597" y="1354403"/>
                  <a:pt x="4878485" y="1349999"/>
                  <a:pt x="4890218" y="1349726"/>
                </a:cubicBezTo>
                <a:cubicBezTo>
                  <a:pt x="4900494" y="1349892"/>
                  <a:pt x="4908567" y="1353353"/>
                  <a:pt x="4914436" y="1360109"/>
                </a:cubicBezTo>
                <a:cubicBezTo>
                  <a:pt x="4920306" y="1366865"/>
                  <a:pt x="4923297" y="1375920"/>
                  <a:pt x="4923409" y="1387273"/>
                </a:cubicBezTo>
                <a:lnTo>
                  <a:pt x="4923409" y="1444366"/>
                </a:lnTo>
                <a:lnTo>
                  <a:pt x="4948066" y="1444366"/>
                </a:lnTo>
                <a:lnTo>
                  <a:pt x="4948066" y="1385216"/>
                </a:lnTo>
                <a:cubicBezTo>
                  <a:pt x="4948158" y="1367858"/>
                  <a:pt x="4944057" y="1353590"/>
                  <a:pt x="4935764" y="1342412"/>
                </a:cubicBezTo>
                <a:cubicBezTo>
                  <a:pt x="4927470" y="1331235"/>
                  <a:pt x="4914433" y="1325453"/>
                  <a:pt x="4896651" y="1325069"/>
                </a:cubicBezTo>
                <a:close/>
                <a:moveTo>
                  <a:pt x="4351170" y="1325069"/>
                </a:moveTo>
                <a:cubicBezTo>
                  <a:pt x="4341263" y="1325294"/>
                  <a:pt x="4332068" y="1327284"/>
                  <a:pt x="4323583" y="1331041"/>
                </a:cubicBezTo>
                <a:cubicBezTo>
                  <a:pt x="4315099" y="1334797"/>
                  <a:pt x="4308096" y="1338970"/>
                  <a:pt x="4302574" y="1343562"/>
                </a:cubicBezTo>
                <a:lnTo>
                  <a:pt x="4314388" y="1363374"/>
                </a:lnTo>
                <a:cubicBezTo>
                  <a:pt x="4317295" y="1360890"/>
                  <a:pt x="4321954" y="1358068"/>
                  <a:pt x="4328369" y="1354908"/>
                </a:cubicBezTo>
                <a:cubicBezTo>
                  <a:pt x="4334783" y="1351748"/>
                  <a:pt x="4341697" y="1350021"/>
                  <a:pt x="4349111" y="1349726"/>
                </a:cubicBezTo>
                <a:cubicBezTo>
                  <a:pt x="4358939" y="1349779"/>
                  <a:pt x="4365726" y="1351861"/>
                  <a:pt x="4369473" y="1355971"/>
                </a:cubicBezTo>
                <a:cubicBezTo>
                  <a:pt x="4373220" y="1360080"/>
                  <a:pt x="4375183" y="1365896"/>
                  <a:pt x="4375360" y="1373418"/>
                </a:cubicBezTo>
                <a:lnTo>
                  <a:pt x="4356832" y="1373418"/>
                </a:lnTo>
                <a:cubicBezTo>
                  <a:pt x="4348573" y="1373286"/>
                  <a:pt x="4339962" y="1374149"/>
                  <a:pt x="4330996" y="1376006"/>
                </a:cubicBezTo>
                <a:cubicBezTo>
                  <a:pt x="4322031" y="1377864"/>
                  <a:pt x="4314394" y="1381507"/>
                  <a:pt x="4308088" y="1386935"/>
                </a:cubicBezTo>
                <a:cubicBezTo>
                  <a:pt x="4301781" y="1392364"/>
                  <a:pt x="4298488" y="1400369"/>
                  <a:pt x="4298207" y="1410950"/>
                </a:cubicBezTo>
                <a:cubicBezTo>
                  <a:pt x="4298501" y="1421769"/>
                  <a:pt x="4302665" y="1430350"/>
                  <a:pt x="4310700" y="1436693"/>
                </a:cubicBezTo>
                <a:cubicBezTo>
                  <a:pt x="4318736" y="1443036"/>
                  <a:pt x="4328880" y="1446280"/>
                  <a:pt x="4341134" y="1446423"/>
                </a:cubicBezTo>
                <a:cubicBezTo>
                  <a:pt x="4349090" y="1446338"/>
                  <a:pt x="4355888" y="1444968"/>
                  <a:pt x="4361528" y="1442315"/>
                </a:cubicBezTo>
                <a:cubicBezTo>
                  <a:pt x="4367168" y="1439662"/>
                  <a:pt x="4371778" y="1436238"/>
                  <a:pt x="4375360" y="1432044"/>
                </a:cubicBezTo>
                <a:lnTo>
                  <a:pt x="4375360" y="1444366"/>
                </a:lnTo>
                <a:lnTo>
                  <a:pt x="4400016" y="1444366"/>
                </a:lnTo>
                <a:lnTo>
                  <a:pt x="4400016" y="1377013"/>
                </a:lnTo>
                <a:cubicBezTo>
                  <a:pt x="4400071" y="1360101"/>
                  <a:pt x="4396109" y="1347230"/>
                  <a:pt x="4388132" y="1338400"/>
                </a:cubicBezTo>
                <a:cubicBezTo>
                  <a:pt x="4380154" y="1329570"/>
                  <a:pt x="4367834" y="1325127"/>
                  <a:pt x="4351170" y="1325069"/>
                </a:cubicBezTo>
                <a:close/>
                <a:moveTo>
                  <a:pt x="4146762" y="1325069"/>
                </a:moveTo>
                <a:cubicBezTo>
                  <a:pt x="4134924" y="1325199"/>
                  <a:pt x="4124462" y="1327965"/>
                  <a:pt x="4115377" y="1333368"/>
                </a:cubicBezTo>
                <a:cubicBezTo>
                  <a:pt x="4106291" y="1338771"/>
                  <a:pt x="4099161" y="1346032"/>
                  <a:pt x="4093989" y="1355151"/>
                </a:cubicBezTo>
                <a:cubicBezTo>
                  <a:pt x="4088817" y="1364270"/>
                  <a:pt x="4086182" y="1374468"/>
                  <a:pt x="4086086" y="1385745"/>
                </a:cubicBezTo>
                <a:cubicBezTo>
                  <a:pt x="4086348" y="1403019"/>
                  <a:pt x="4092444" y="1417345"/>
                  <a:pt x="4104372" y="1428723"/>
                </a:cubicBezTo>
                <a:cubicBezTo>
                  <a:pt x="4116301" y="1440102"/>
                  <a:pt x="4132488" y="1446002"/>
                  <a:pt x="4152933" y="1446423"/>
                </a:cubicBezTo>
                <a:cubicBezTo>
                  <a:pt x="4165055" y="1446268"/>
                  <a:pt x="4175520" y="1443625"/>
                  <a:pt x="4184332" y="1438493"/>
                </a:cubicBezTo>
                <a:cubicBezTo>
                  <a:pt x="4193143" y="1433360"/>
                  <a:pt x="4200074" y="1426669"/>
                  <a:pt x="4205125" y="1418420"/>
                </a:cubicBezTo>
                <a:lnTo>
                  <a:pt x="4184557" y="1405803"/>
                </a:lnTo>
                <a:cubicBezTo>
                  <a:pt x="4182564" y="1409284"/>
                  <a:pt x="4179029" y="1412750"/>
                  <a:pt x="4173951" y="1416199"/>
                </a:cubicBezTo>
                <a:cubicBezTo>
                  <a:pt x="4168873" y="1419648"/>
                  <a:pt x="4161868" y="1421504"/>
                  <a:pt x="4152933" y="1421767"/>
                </a:cubicBezTo>
                <a:cubicBezTo>
                  <a:pt x="4141995" y="1421584"/>
                  <a:pt x="4133275" y="1418988"/>
                  <a:pt x="4126772" y="1413978"/>
                </a:cubicBezTo>
                <a:cubicBezTo>
                  <a:pt x="4120270" y="1408968"/>
                  <a:pt x="4116049" y="1402638"/>
                  <a:pt x="4114110" y="1394988"/>
                </a:cubicBezTo>
                <a:lnTo>
                  <a:pt x="4205896" y="1394988"/>
                </a:lnTo>
                <a:cubicBezTo>
                  <a:pt x="4207362" y="1380525"/>
                  <a:pt x="4205604" y="1368083"/>
                  <a:pt x="4200622" y="1357661"/>
                </a:cubicBezTo>
                <a:cubicBezTo>
                  <a:pt x="4195640" y="1347239"/>
                  <a:pt x="4188416" y="1339218"/>
                  <a:pt x="4178949" y="1333596"/>
                </a:cubicBezTo>
                <a:cubicBezTo>
                  <a:pt x="4169481" y="1327975"/>
                  <a:pt x="4158753" y="1325132"/>
                  <a:pt x="4146762" y="1325069"/>
                </a:cubicBezTo>
                <a:close/>
                <a:moveTo>
                  <a:pt x="3918162" y="1325069"/>
                </a:moveTo>
                <a:cubicBezTo>
                  <a:pt x="3906324" y="1325199"/>
                  <a:pt x="3895862" y="1327965"/>
                  <a:pt x="3886776" y="1333368"/>
                </a:cubicBezTo>
                <a:cubicBezTo>
                  <a:pt x="3877691" y="1338771"/>
                  <a:pt x="3870562" y="1346032"/>
                  <a:pt x="3865389" y="1355151"/>
                </a:cubicBezTo>
                <a:cubicBezTo>
                  <a:pt x="3860217" y="1364270"/>
                  <a:pt x="3857582" y="1374468"/>
                  <a:pt x="3857486" y="1385745"/>
                </a:cubicBezTo>
                <a:cubicBezTo>
                  <a:pt x="3857748" y="1403019"/>
                  <a:pt x="3863844" y="1417345"/>
                  <a:pt x="3875772" y="1428723"/>
                </a:cubicBezTo>
                <a:cubicBezTo>
                  <a:pt x="3887701" y="1440102"/>
                  <a:pt x="3903888" y="1446002"/>
                  <a:pt x="3924333" y="1446423"/>
                </a:cubicBezTo>
                <a:cubicBezTo>
                  <a:pt x="3936454" y="1446268"/>
                  <a:pt x="3946920" y="1443625"/>
                  <a:pt x="3955731" y="1438493"/>
                </a:cubicBezTo>
                <a:cubicBezTo>
                  <a:pt x="3964543" y="1433360"/>
                  <a:pt x="3971474" y="1426669"/>
                  <a:pt x="3976525" y="1418420"/>
                </a:cubicBezTo>
                <a:lnTo>
                  <a:pt x="3955957" y="1405803"/>
                </a:lnTo>
                <a:cubicBezTo>
                  <a:pt x="3953964" y="1409284"/>
                  <a:pt x="3950429" y="1412750"/>
                  <a:pt x="3945351" y="1416199"/>
                </a:cubicBezTo>
                <a:cubicBezTo>
                  <a:pt x="3940273" y="1419648"/>
                  <a:pt x="3933267" y="1421504"/>
                  <a:pt x="3924333" y="1421767"/>
                </a:cubicBezTo>
                <a:cubicBezTo>
                  <a:pt x="3913395" y="1421584"/>
                  <a:pt x="3904675" y="1418988"/>
                  <a:pt x="3898172" y="1413978"/>
                </a:cubicBezTo>
                <a:cubicBezTo>
                  <a:pt x="3891670" y="1408968"/>
                  <a:pt x="3887449" y="1402638"/>
                  <a:pt x="3885510" y="1394988"/>
                </a:cubicBezTo>
                <a:lnTo>
                  <a:pt x="3977296" y="1394988"/>
                </a:lnTo>
                <a:cubicBezTo>
                  <a:pt x="3978762" y="1380525"/>
                  <a:pt x="3977004" y="1368083"/>
                  <a:pt x="3972022" y="1357661"/>
                </a:cubicBezTo>
                <a:cubicBezTo>
                  <a:pt x="3967040" y="1347239"/>
                  <a:pt x="3959815" y="1339218"/>
                  <a:pt x="3950348" y="1333596"/>
                </a:cubicBezTo>
                <a:cubicBezTo>
                  <a:pt x="3940881" y="1327975"/>
                  <a:pt x="3930153" y="1325132"/>
                  <a:pt x="3918162" y="1325069"/>
                </a:cubicBezTo>
                <a:close/>
                <a:moveTo>
                  <a:pt x="3594312" y="1325069"/>
                </a:moveTo>
                <a:cubicBezTo>
                  <a:pt x="3582474" y="1325199"/>
                  <a:pt x="3572012" y="1327965"/>
                  <a:pt x="3562927" y="1333368"/>
                </a:cubicBezTo>
                <a:cubicBezTo>
                  <a:pt x="3553841" y="1338771"/>
                  <a:pt x="3546712" y="1346032"/>
                  <a:pt x="3541539" y="1355151"/>
                </a:cubicBezTo>
                <a:cubicBezTo>
                  <a:pt x="3536367" y="1364270"/>
                  <a:pt x="3533733" y="1374468"/>
                  <a:pt x="3533636" y="1385745"/>
                </a:cubicBezTo>
                <a:cubicBezTo>
                  <a:pt x="3533898" y="1403019"/>
                  <a:pt x="3539994" y="1417345"/>
                  <a:pt x="3551922" y="1428723"/>
                </a:cubicBezTo>
                <a:cubicBezTo>
                  <a:pt x="3563851" y="1440102"/>
                  <a:pt x="3580038" y="1446002"/>
                  <a:pt x="3600483" y="1446423"/>
                </a:cubicBezTo>
                <a:cubicBezTo>
                  <a:pt x="3612604" y="1446268"/>
                  <a:pt x="3623071" y="1443625"/>
                  <a:pt x="3631882" y="1438493"/>
                </a:cubicBezTo>
                <a:cubicBezTo>
                  <a:pt x="3640693" y="1433360"/>
                  <a:pt x="3647624" y="1426669"/>
                  <a:pt x="3652675" y="1418420"/>
                </a:cubicBezTo>
                <a:lnTo>
                  <a:pt x="3632107" y="1405803"/>
                </a:lnTo>
                <a:cubicBezTo>
                  <a:pt x="3630114" y="1409284"/>
                  <a:pt x="3626579" y="1412750"/>
                  <a:pt x="3621501" y="1416199"/>
                </a:cubicBezTo>
                <a:cubicBezTo>
                  <a:pt x="3616423" y="1419648"/>
                  <a:pt x="3609417" y="1421504"/>
                  <a:pt x="3600483" y="1421767"/>
                </a:cubicBezTo>
                <a:cubicBezTo>
                  <a:pt x="3589545" y="1421584"/>
                  <a:pt x="3580825" y="1418988"/>
                  <a:pt x="3574322" y="1413978"/>
                </a:cubicBezTo>
                <a:cubicBezTo>
                  <a:pt x="3567820" y="1408968"/>
                  <a:pt x="3563599" y="1402638"/>
                  <a:pt x="3561660" y="1394988"/>
                </a:cubicBezTo>
                <a:lnTo>
                  <a:pt x="3653446" y="1394988"/>
                </a:lnTo>
                <a:cubicBezTo>
                  <a:pt x="3654912" y="1380525"/>
                  <a:pt x="3653154" y="1368083"/>
                  <a:pt x="3648172" y="1357661"/>
                </a:cubicBezTo>
                <a:cubicBezTo>
                  <a:pt x="3643190" y="1347239"/>
                  <a:pt x="3635966" y="1339218"/>
                  <a:pt x="3626499" y="1333596"/>
                </a:cubicBezTo>
                <a:cubicBezTo>
                  <a:pt x="3617031" y="1327975"/>
                  <a:pt x="3606303" y="1325132"/>
                  <a:pt x="3594312" y="1325069"/>
                </a:cubicBezTo>
                <a:close/>
                <a:moveTo>
                  <a:pt x="3378062" y="1325069"/>
                </a:moveTo>
                <a:cubicBezTo>
                  <a:pt x="3369447" y="1325160"/>
                  <a:pt x="3361974" y="1327097"/>
                  <a:pt x="3355643" y="1330880"/>
                </a:cubicBezTo>
                <a:cubicBezTo>
                  <a:pt x="3349313" y="1334663"/>
                  <a:pt x="3344091" y="1339746"/>
                  <a:pt x="3339980" y="1346130"/>
                </a:cubicBezTo>
                <a:lnTo>
                  <a:pt x="3339980" y="1327124"/>
                </a:lnTo>
                <a:lnTo>
                  <a:pt x="3315323" y="1327124"/>
                </a:lnTo>
                <a:lnTo>
                  <a:pt x="3315323" y="1444366"/>
                </a:lnTo>
                <a:lnTo>
                  <a:pt x="3339980" y="1444366"/>
                </a:lnTo>
                <a:lnTo>
                  <a:pt x="3339980" y="1393960"/>
                </a:lnTo>
                <a:cubicBezTo>
                  <a:pt x="3339937" y="1386775"/>
                  <a:pt x="3340937" y="1379828"/>
                  <a:pt x="3342982" y="1373119"/>
                </a:cubicBezTo>
                <a:cubicBezTo>
                  <a:pt x="3345026" y="1366410"/>
                  <a:pt x="3348371" y="1360873"/>
                  <a:pt x="3353017" y="1356507"/>
                </a:cubicBezTo>
                <a:cubicBezTo>
                  <a:pt x="3357663" y="1352142"/>
                  <a:pt x="3363866" y="1349881"/>
                  <a:pt x="3371629" y="1349726"/>
                </a:cubicBezTo>
                <a:cubicBezTo>
                  <a:pt x="3381723" y="1350020"/>
                  <a:pt x="3389067" y="1353739"/>
                  <a:pt x="3393661" y="1360881"/>
                </a:cubicBezTo>
                <a:cubicBezTo>
                  <a:pt x="3398255" y="1368023"/>
                  <a:pt x="3400517" y="1376820"/>
                  <a:pt x="3400448" y="1387273"/>
                </a:cubicBezTo>
                <a:lnTo>
                  <a:pt x="3400448" y="1444366"/>
                </a:lnTo>
                <a:lnTo>
                  <a:pt x="3425105" y="1444366"/>
                </a:lnTo>
                <a:lnTo>
                  <a:pt x="3425105" y="1393960"/>
                </a:lnTo>
                <a:cubicBezTo>
                  <a:pt x="3425060" y="1386775"/>
                  <a:pt x="3426064" y="1379828"/>
                  <a:pt x="3428116" y="1373119"/>
                </a:cubicBezTo>
                <a:cubicBezTo>
                  <a:pt x="3430168" y="1366410"/>
                  <a:pt x="3433535" y="1360873"/>
                  <a:pt x="3438218" y="1356507"/>
                </a:cubicBezTo>
                <a:cubicBezTo>
                  <a:pt x="3442900" y="1352142"/>
                  <a:pt x="3449165" y="1349881"/>
                  <a:pt x="3457011" y="1349726"/>
                </a:cubicBezTo>
                <a:cubicBezTo>
                  <a:pt x="3466993" y="1350020"/>
                  <a:pt x="3474305" y="1353739"/>
                  <a:pt x="3478947" y="1360881"/>
                </a:cubicBezTo>
                <a:cubicBezTo>
                  <a:pt x="3483589" y="1368023"/>
                  <a:pt x="3485883" y="1376820"/>
                  <a:pt x="3485830" y="1387273"/>
                </a:cubicBezTo>
                <a:lnTo>
                  <a:pt x="3485830" y="1444366"/>
                </a:lnTo>
                <a:lnTo>
                  <a:pt x="3510486" y="1444366"/>
                </a:lnTo>
                <a:lnTo>
                  <a:pt x="3510486" y="1385216"/>
                </a:lnTo>
                <a:cubicBezTo>
                  <a:pt x="3510664" y="1367858"/>
                  <a:pt x="3506906" y="1353590"/>
                  <a:pt x="3499212" y="1342412"/>
                </a:cubicBezTo>
                <a:cubicBezTo>
                  <a:pt x="3491518" y="1331235"/>
                  <a:pt x="3478824" y="1325453"/>
                  <a:pt x="3461128" y="1325069"/>
                </a:cubicBezTo>
                <a:cubicBezTo>
                  <a:pt x="3451581" y="1325187"/>
                  <a:pt x="3443208" y="1327520"/>
                  <a:pt x="3436010" y="1332068"/>
                </a:cubicBezTo>
                <a:cubicBezTo>
                  <a:pt x="3428811" y="1336616"/>
                  <a:pt x="3422951" y="1342674"/>
                  <a:pt x="3418427" y="1350240"/>
                </a:cubicBezTo>
                <a:cubicBezTo>
                  <a:pt x="3414853" y="1342449"/>
                  <a:pt x="3409929" y="1336327"/>
                  <a:pt x="3403653" y="1331875"/>
                </a:cubicBezTo>
                <a:cubicBezTo>
                  <a:pt x="3397377" y="1327423"/>
                  <a:pt x="3388847" y="1325155"/>
                  <a:pt x="3378062" y="1325069"/>
                </a:cubicBezTo>
                <a:close/>
                <a:moveTo>
                  <a:pt x="3137113" y="1325069"/>
                </a:moveTo>
                <a:cubicBezTo>
                  <a:pt x="3125274" y="1325199"/>
                  <a:pt x="3114813" y="1327965"/>
                  <a:pt x="3105727" y="1333368"/>
                </a:cubicBezTo>
                <a:cubicBezTo>
                  <a:pt x="3096641" y="1338771"/>
                  <a:pt x="3089512" y="1346032"/>
                  <a:pt x="3084339" y="1355151"/>
                </a:cubicBezTo>
                <a:cubicBezTo>
                  <a:pt x="3079167" y="1364270"/>
                  <a:pt x="3076532" y="1374468"/>
                  <a:pt x="3076436" y="1385745"/>
                </a:cubicBezTo>
                <a:cubicBezTo>
                  <a:pt x="3076698" y="1403019"/>
                  <a:pt x="3082794" y="1417345"/>
                  <a:pt x="3094723" y="1428723"/>
                </a:cubicBezTo>
                <a:cubicBezTo>
                  <a:pt x="3106651" y="1440102"/>
                  <a:pt x="3122838" y="1446002"/>
                  <a:pt x="3143283" y="1446423"/>
                </a:cubicBezTo>
                <a:cubicBezTo>
                  <a:pt x="3155404" y="1446268"/>
                  <a:pt x="3165871" y="1443625"/>
                  <a:pt x="3174682" y="1438493"/>
                </a:cubicBezTo>
                <a:cubicBezTo>
                  <a:pt x="3183493" y="1433360"/>
                  <a:pt x="3190424" y="1426669"/>
                  <a:pt x="3195475" y="1418420"/>
                </a:cubicBezTo>
                <a:lnTo>
                  <a:pt x="3174907" y="1405803"/>
                </a:lnTo>
                <a:cubicBezTo>
                  <a:pt x="3172914" y="1409284"/>
                  <a:pt x="3169379" y="1412750"/>
                  <a:pt x="3164301" y="1416199"/>
                </a:cubicBezTo>
                <a:cubicBezTo>
                  <a:pt x="3159224" y="1419648"/>
                  <a:pt x="3152217" y="1421504"/>
                  <a:pt x="3143283" y="1421767"/>
                </a:cubicBezTo>
                <a:cubicBezTo>
                  <a:pt x="3132345" y="1421584"/>
                  <a:pt x="3123625" y="1418988"/>
                  <a:pt x="3117123" y="1413978"/>
                </a:cubicBezTo>
                <a:cubicBezTo>
                  <a:pt x="3110620" y="1408968"/>
                  <a:pt x="3106399" y="1402638"/>
                  <a:pt x="3104460" y="1394988"/>
                </a:cubicBezTo>
                <a:lnTo>
                  <a:pt x="3196246" y="1394988"/>
                </a:lnTo>
                <a:cubicBezTo>
                  <a:pt x="3197712" y="1380525"/>
                  <a:pt x="3195954" y="1368083"/>
                  <a:pt x="3190972" y="1357661"/>
                </a:cubicBezTo>
                <a:cubicBezTo>
                  <a:pt x="3185990" y="1347239"/>
                  <a:pt x="3178766" y="1339218"/>
                  <a:pt x="3169299" y="1333596"/>
                </a:cubicBezTo>
                <a:cubicBezTo>
                  <a:pt x="3159832" y="1327975"/>
                  <a:pt x="3149103" y="1325132"/>
                  <a:pt x="3137113" y="1325069"/>
                </a:cubicBezTo>
                <a:close/>
                <a:moveTo>
                  <a:pt x="2999374" y="1325069"/>
                </a:moveTo>
                <a:cubicBezTo>
                  <a:pt x="2991114" y="1325165"/>
                  <a:pt x="2983577" y="1326963"/>
                  <a:pt x="2976765" y="1330463"/>
                </a:cubicBezTo>
                <a:cubicBezTo>
                  <a:pt x="2969952" y="1333962"/>
                  <a:pt x="2964023" y="1338585"/>
                  <a:pt x="2958980" y="1344332"/>
                </a:cubicBezTo>
                <a:lnTo>
                  <a:pt x="2958980" y="1327124"/>
                </a:lnTo>
                <a:lnTo>
                  <a:pt x="2934323" y="1327124"/>
                </a:lnTo>
                <a:lnTo>
                  <a:pt x="2934323" y="1537978"/>
                </a:lnTo>
                <a:lnTo>
                  <a:pt x="2958980" y="1537978"/>
                </a:lnTo>
                <a:lnTo>
                  <a:pt x="2958980" y="1427417"/>
                </a:lnTo>
                <a:cubicBezTo>
                  <a:pt x="2964023" y="1433153"/>
                  <a:pt x="2969952" y="1437734"/>
                  <a:pt x="2976765" y="1441158"/>
                </a:cubicBezTo>
                <a:cubicBezTo>
                  <a:pt x="2983577" y="1444583"/>
                  <a:pt x="2991114" y="1446338"/>
                  <a:pt x="2999374" y="1446423"/>
                </a:cubicBezTo>
                <a:cubicBezTo>
                  <a:pt x="3016448" y="1446002"/>
                  <a:pt x="3030399" y="1440102"/>
                  <a:pt x="3041225" y="1428724"/>
                </a:cubicBezTo>
                <a:cubicBezTo>
                  <a:pt x="3052051" y="1417346"/>
                  <a:pt x="3057640" y="1403020"/>
                  <a:pt x="3057992" y="1385746"/>
                </a:cubicBezTo>
                <a:cubicBezTo>
                  <a:pt x="3057887" y="1374467"/>
                  <a:pt x="3055299" y="1364269"/>
                  <a:pt x="3050227" y="1355150"/>
                </a:cubicBezTo>
                <a:cubicBezTo>
                  <a:pt x="3045154" y="1346031"/>
                  <a:pt x="3038224" y="1338770"/>
                  <a:pt x="3029435" y="1333367"/>
                </a:cubicBezTo>
                <a:cubicBezTo>
                  <a:pt x="3020647" y="1327965"/>
                  <a:pt x="3010626" y="1325199"/>
                  <a:pt x="2999374" y="1325069"/>
                </a:cubicBezTo>
                <a:close/>
                <a:moveTo>
                  <a:pt x="2472677" y="1325069"/>
                </a:moveTo>
                <a:cubicBezTo>
                  <a:pt x="2461046" y="1325199"/>
                  <a:pt x="2450495" y="1327965"/>
                  <a:pt x="2441023" y="1333367"/>
                </a:cubicBezTo>
                <a:cubicBezTo>
                  <a:pt x="2431552" y="1338770"/>
                  <a:pt x="2423996" y="1346031"/>
                  <a:pt x="2418355" y="1355150"/>
                </a:cubicBezTo>
                <a:cubicBezTo>
                  <a:pt x="2412715" y="1364269"/>
                  <a:pt x="2409825" y="1374467"/>
                  <a:pt x="2409686" y="1385746"/>
                </a:cubicBezTo>
                <a:cubicBezTo>
                  <a:pt x="2409825" y="1397106"/>
                  <a:pt x="2412715" y="1407343"/>
                  <a:pt x="2418355" y="1416457"/>
                </a:cubicBezTo>
                <a:cubicBezTo>
                  <a:pt x="2423996" y="1425572"/>
                  <a:pt x="2431552" y="1432813"/>
                  <a:pt x="2441023" y="1438182"/>
                </a:cubicBezTo>
                <a:cubicBezTo>
                  <a:pt x="2450495" y="1443551"/>
                  <a:pt x="2461046" y="1446299"/>
                  <a:pt x="2472677" y="1446423"/>
                </a:cubicBezTo>
                <a:cubicBezTo>
                  <a:pt x="2484306" y="1446299"/>
                  <a:pt x="2494835" y="1443551"/>
                  <a:pt x="2504265" y="1438182"/>
                </a:cubicBezTo>
                <a:cubicBezTo>
                  <a:pt x="2513695" y="1432813"/>
                  <a:pt x="2521210" y="1425572"/>
                  <a:pt x="2526809" y="1416457"/>
                </a:cubicBezTo>
                <a:cubicBezTo>
                  <a:pt x="2532408" y="1407343"/>
                  <a:pt x="2535276" y="1397106"/>
                  <a:pt x="2535412" y="1385746"/>
                </a:cubicBezTo>
                <a:cubicBezTo>
                  <a:pt x="2535276" y="1374467"/>
                  <a:pt x="2532408" y="1364269"/>
                  <a:pt x="2526809" y="1355150"/>
                </a:cubicBezTo>
                <a:cubicBezTo>
                  <a:pt x="2521210" y="1346031"/>
                  <a:pt x="2513695" y="1338770"/>
                  <a:pt x="2504265" y="1333367"/>
                </a:cubicBezTo>
                <a:cubicBezTo>
                  <a:pt x="2494835" y="1327965"/>
                  <a:pt x="2484306" y="1325199"/>
                  <a:pt x="2472677" y="1325069"/>
                </a:cubicBezTo>
                <a:close/>
                <a:moveTo>
                  <a:pt x="2179470" y="1325069"/>
                </a:moveTo>
                <a:cubicBezTo>
                  <a:pt x="2169564" y="1325294"/>
                  <a:pt x="2160368" y="1327284"/>
                  <a:pt x="2151883" y="1331041"/>
                </a:cubicBezTo>
                <a:cubicBezTo>
                  <a:pt x="2143399" y="1334797"/>
                  <a:pt x="2136396" y="1338970"/>
                  <a:pt x="2130874" y="1343562"/>
                </a:cubicBezTo>
                <a:lnTo>
                  <a:pt x="2142689" y="1363374"/>
                </a:lnTo>
                <a:cubicBezTo>
                  <a:pt x="2145595" y="1360890"/>
                  <a:pt x="2150255" y="1358068"/>
                  <a:pt x="2156669" y="1354908"/>
                </a:cubicBezTo>
                <a:cubicBezTo>
                  <a:pt x="2163083" y="1351748"/>
                  <a:pt x="2169998" y="1350021"/>
                  <a:pt x="2177412" y="1349726"/>
                </a:cubicBezTo>
                <a:cubicBezTo>
                  <a:pt x="2187239" y="1349779"/>
                  <a:pt x="2194026" y="1351861"/>
                  <a:pt x="2197773" y="1355971"/>
                </a:cubicBezTo>
                <a:cubicBezTo>
                  <a:pt x="2201521" y="1360080"/>
                  <a:pt x="2203483" y="1365896"/>
                  <a:pt x="2203660" y="1373418"/>
                </a:cubicBezTo>
                <a:lnTo>
                  <a:pt x="2185132" y="1373418"/>
                </a:lnTo>
                <a:cubicBezTo>
                  <a:pt x="2176874" y="1373286"/>
                  <a:pt x="2168262" y="1374149"/>
                  <a:pt x="2159296" y="1376006"/>
                </a:cubicBezTo>
                <a:cubicBezTo>
                  <a:pt x="2150331" y="1377864"/>
                  <a:pt x="2142695" y="1381507"/>
                  <a:pt x="2136388" y="1386935"/>
                </a:cubicBezTo>
                <a:cubicBezTo>
                  <a:pt x="2130082" y="1392364"/>
                  <a:pt x="2126788" y="1400369"/>
                  <a:pt x="2126507" y="1410950"/>
                </a:cubicBezTo>
                <a:cubicBezTo>
                  <a:pt x="2126801" y="1421769"/>
                  <a:pt x="2130965" y="1430350"/>
                  <a:pt x="2139001" y="1436693"/>
                </a:cubicBezTo>
                <a:cubicBezTo>
                  <a:pt x="2147036" y="1443036"/>
                  <a:pt x="2157181" y="1446280"/>
                  <a:pt x="2169434" y="1446423"/>
                </a:cubicBezTo>
                <a:cubicBezTo>
                  <a:pt x="2177390" y="1446338"/>
                  <a:pt x="2184188" y="1444968"/>
                  <a:pt x="2189828" y="1442315"/>
                </a:cubicBezTo>
                <a:cubicBezTo>
                  <a:pt x="2195468" y="1439662"/>
                  <a:pt x="2200079" y="1436238"/>
                  <a:pt x="2203660" y="1432044"/>
                </a:cubicBezTo>
                <a:lnTo>
                  <a:pt x="2203660" y="1444366"/>
                </a:lnTo>
                <a:lnTo>
                  <a:pt x="2228317" y="1444366"/>
                </a:lnTo>
                <a:lnTo>
                  <a:pt x="2228317" y="1377013"/>
                </a:lnTo>
                <a:cubicBezTo>
                  <a:pt x="2228371" y="1360101"/>
                  <a:pt x="2224409" y="1347230"/>
                  <a:pt x="2216432" y="1338400"/>
                </a:cubicBezTo>
                <a:cubicBezTo>
                  <a:pt x="2208454" y="1329570"/>
                  <a:pt x="2196134" y="1325127"/>
                  <a:pt x="2179470" y="1325069"/>
                </a:cubicBezTo>
                <a:close/>
                <a:moveTo>
                  <a:pt x="1935161" y="1325069"/>
                </a:moveTo>
                <a:cubicBezTo>
                  <a:pt x="1923824" y="1325199"/>
                  <a:pt x="1913743" y="1327965"/>
                  <a:pt x="1904918" y="1333367"/>
                </a:cubicBezTo>
                <a:cubicBezTo>
                  <a:pt x="1896093" y="1338770"/>
                  <a:pt x="1889140" y="1346031"/>
                  <a:pt x="1884060" y="1355150"/>
                </a:cubicBezTo>
                <a:cubicBezTo>
                  <a:pt x="1878980" y="1364269"/>
                  <a:pt x="1876388" y="1374467"/>
                  <a:pt x="1876286" y="1385746"/>
                </a:cubicBezTo>
                <a:cubicBezTo>
                  <a:pt x="1876632" y="1403020"/>
                  <a:pt x="1882232" y="1417346"/>
                  <a:pt x="1893085" y="1428724"/>
                </a:cubicBezTo>
                <a:cubicBezTo>
                  <a:pt x="1903938" y="1440102"/>
                  <a:pt x="1917963" y="1446002"/>
                  <a:pt x="1935161" y="1446423"/>
                </a:cubicBezTo>
                <a:cubicBezTo>
                  <a:pt x="1943314" y="1446338"/>
                  <a:pt x="1950807" y="1444583"/>
                  <a:pt x="1957641" y="1441158"/>
                </a:cubicBezTo>
                <a:cubicBezTo>
                  <a:pt x="1964476" y="1437734"/>
                  <a:pt x="1970361" y="1433153"/>
                  <a:pt x="1975298" y="1427417"/>
                </a:cubicBezTo>
                <a:lnTo>
                  <a:pt x="1975298" y="1439232"/>
                </a:lnTo>
                <a:cubicBezTo>
                  <a:pt x="1975309" y="1445018"/>
                  <a:pt x="1973943" y="1450624"/>
                  <a:pt x="1971200" y="1456050"/>
                </a:cubicBezTo>
                <a:cubicBezTo>
                  <a:pt x="1968458" y="1461477"/>
                  <a:pt x="1964271" y="1465960"/>
                  <a:pt x="1958641" y="1469501"/>
                </a:cubicBezTo>
                <a:cubicBezTo>
                  <a:pt x="1953011" y="1473041"/>
                  <a:pt x="1945870" y="1474875"/>
                  <a:pt x="1937219" y="1475002"/>
                </a:cubicBezTo>
                <a:cubicBezTo>
                  <a:pt x="1926686" y="1474712"/>
                  <a:pt x="1918357" y="1472910"/>
                  <a:pt x="1912231" y="1469595"/>
                </a:cubicBezTo>
                <a:cubicBezTo>
                  <a:pt x="1906104" y="1466280"/>
                  <a:pt x="1902085" y="1463191"/>
                  <a:pt x="1900174" y="1460327"/>
                </a:cubicBezTo>
                <a:lnTo>
                  <a:pt x="1880139" y="1473972"/>
                </a:lnTo>
                <a:cubicBezTo>
                  <a:pt x="1884232" y="1480448"/>
                  <a:pt x="1891010" y="1486313"/>
                  <a:pt x="1900473" y="1491568"/>
                </a:cubicBezTo>
                <a:cubicBezTo>
                  <a:pt x="1909936" y="1496823"/>
                  <a:pt x="1922185" y="1499606"/>
                  <a:pt x="1937219" y="1499916"/>
                </a:cubicBezTo>
                <a:cubicBezTo>
                  <a:pt x="1955367" y="1499703"/>
                  <a:pt x="1970261" y="1494221"/>
                  <a:pt x="1981902" y="1483469"/>
                </a:cubicBezTo>
                <a:cubicBezTo>
                  <a:pt x="1993542" y="1472717"/>
                  <a:pt x="1999560" y="1457972"/>
                  <a:pt x="1999955" y="1439232"/>
                </a:cubicBezTo>
                <a:lnTo>
                  <a:pt x="1999955" y="1327124"/>
                </a:lnTo>
                <a:lnTo>
                  <a:pt x="1975298" y="1327124"/>
                </a:lnTo>
                <a:lnTo>
                  <a:pt x="1975298" y="1344332"/>
                </a:lnTo>
                <a:cubicBezTo>
                  <a:pt x="1970361" y="1338585"/>
                  <a:pt x="1964476" y="1333962"/>
                  <a:pt x="1957641" y="1330463"/>
                </a:cubicBezTo>
                <a:cubicBezTo>
                  <a:pt x="1950807" y="1326963"/>
                  <a:pt x="1943314" y="1325165"/>
                  <a:pt x="1935161" y="1325069"/>
                </a:cubicBezTo>
                <a:close/>
                <a:moveTo>
                  <a:pt x="3783324" y="1292665"/>
                </a:moveTo>
                <a:lnTo>
                  <a:pt x="3783324" y="1327126"/>
                </a:lnTo>
                <a:lnTo>
                  <a:pt x="3757092" y="1327126"/>
                </a:lnTo>
                <a:lnTo>
                  <a:pt x="3757092" y="1351783"/>
                </a:lnTo>
                <a:lnTo>
                  <a:pt x="3783324" y="1351783"/>
                </a:lnTo>
                <a:lnTo>
                  <a:pt x="3783324" y="1403242"/>
                </a:lnTo>
                <a:cubicBezTo>
                  <a:pt x="3783142" y="1416588"/>
                  <a:pt x="3786203" y="1426964"/>
                  <a:pt x="3792509" y="1434371"/>
                </a:cubicBezTo>
                <a:cubicBezTo>
                  <a:pt x="3798814" y="1441779"/>
                  <a:pt x="3809458" y="1445539"/>
                  <a:pt x="3824440" y="1445652"/>
                </a:cubicBezTo>
                <a:cubicBezTo>
                  <a:pt x="3826085" y="1445647"/>
                  <a:pt x="3828003" y="1445593"/>
                  <a:pt x="3830194" y="1445491"/>
                </a:cubicBezTo>
                <a:cubicBezTo>
                  <a:pt x="3832386" y="1445389"/>
                  <a:pt x="3834239" y="1445272"/>
                  <a:pt x="3835756" y="1445138"/>
                </a:cubicBezTo>
                <a:lnTo>
                  <a:pt x="3835756" y="1421510"/>
                </a:lnTo>
                <a:cubicBezTo>
                  <a:pt x="3825597" y="1422644"/>
                  <a:pt x="3818396" y="1421657"/>
                  <a:pt x="3814153" y="1418549"/>
                </a:cubicBezTo>
                <a:cubicBezTo>
                  <a:pt x="3809909" y="1415441"/>
                  <a:pt x="3807852" y="1410339"/>
                  <a:pt x="3807981" y="1403242"/>
                </a:cubicBezTo>
                <a:lnTo>
                  <a:pt x="3807981" y="1351783"/>
                </a:lnTo>
                <a:lnTo>
                  <a:pt x="3839613" y="1351783"/>
                </a:lnTo>
                <a:lnTo>
                  <a:pt x="3839613" y="1327126"/>
                </a:lnTo>
                <a:lnTo>
                  <a:pt x="3807981" y="1327126"/>
                </a:lnTo>
                <a:lnTo>
                  <a:pt x="3807981" y="1292665"/>
                </a:lnTo>
                <a:close/>
                <a:moveTo>
                  <a:pt x="3688074" y="1292665"/>
                </a:moveTo>
                <a:lnTo>
                  <a:pt x="3688074" y="1327126"/>
                </a:lnTo>
                <a:lnTo>
                  <a:pt x="3661842" y="1327126"/>
                </a:lnTo>
                <a:lnTo>
                  <a:pt x="3661842" y="1351783"/>
                </a:lnTo>
                <a:lnTo>
                  <a:pt x="3688074" y="1351783"/>
                </a:lnTo>
                <a:lnTo>
                  <a:pt x="3688074" y="1403242"/>
                </a:lnTo>
                <a:cubicBezTo>
                  <a:pt x="3687892" y="1416588"/>
                  <a:pt x="3690953" y="1426964"/>
                  <a:pt x="3697259" y="1434371"/>
                </a:cubicBezTo>
                <a:cubicBezTo>
                  <a:pt x="3703564" y="1441779"/>
                  <a:pt x="3714208" y="1445539"/>
                  <a:pt x="3729190" y="1445652"/>
                </a:cubicBezTo>
                <a:cubicBezTo>
                  <a:pt x="3730835" y="1445647"/>
                  <a:pt x="3732753" y="1445593"/>
                  <a:pt x="3734944" y="1445491"/>
                </a:cubicBezTo>
                <a:cubicBezTo>
                  <a:pt x="3737136" y="1445389"/>
                  <a:pt x="3738989" y="1445272"/>
                  <a:pt x="3740506" y="1445138"/>
                </a:cubicBezTo>
                <a:lnTo>
                  <a:pt x="3740506" y="1421510"/>
                </a:lnTo>
                <a:cubicBezTo>
                  <a:pt x="3730347" y="1422644"/>
                  <a:pt x="3723146" y="1421657"/>
                  <a:pt x="3718903" y="1418549"/>
                </a:cubicBezTo>
                <a:cubicBezTo>
                  <a:pt x="3714659" y="1415441"/>
                  <a:pt x="3712602" y="1410339"/>
                  <a:pt x="3712731" y="1403242"/>
                </a:cubicBezTo>
                <a:lnTo>
                  <a:pt x="3712731" y="1351783"/>
                </a:lnTo>
                <a:lnTo>
                  <a:pt x="3744363" y="1351783"/>
                </a:lnTo>
                <a:lnTo>
                  <a:pt x="3744363" y="1327126"/>
                </a:lnTo>
                <a:lnTo>
                  <a:pt x="3712731" y="1327126"/>
                </a:lnTo>
                <a:lnTo>
                  <a:pt x="3712731" y="1292665"/>
                </a:lnTo>
                <a:close/>
                <a:moveTo>
                  <a:pt x="7149747" y="1279549"/>
                </a:moveTo>
                <a:cubicBezTo>
                  <a:pt x="7145530" y="1279645"/>
                  <a:pt x="7142019" y="1281058"/>
                  <a:pt x="7139214" y="1283788"/>
                </a:cubicBezTo>
                <a:cubicBezTo>
                  <a:pt x="7136410" y="1286517"/>
                  <a:pt x="7134955" y="1289985"/>
                  <a:pt x="7134848" y="1294192"/>
                </a:cubicBezTo>
                <a:cubicBezTo>
                  <a:pt x="7134955" y="1298409"/>
                  <a:pt x="7136410" y="1301920"/>
                  <a:pt x="7139214" y="1304725"/>
                </a:cubicBezTo>
                <a:cubicBezTo>
                  <a:pt x="7142019" y="1307529"/>
                  <a:pt x="7145530" y="1308985"/>
                  <a:pt x="7149747" y="1309092"/>
                </a:cubicBezTo>
                <a:cubicBezTo>
                  <a:pt x="7153841" y="1308985"/>
                  <a:pt x="7157278" y="1307529"/>
                  <a:pt x="7160055" y="1304725"/>
                </a:cubicBezTo>
                <a:cubicBezTo>
                  <a:pt x="7162833" y="1301920"/>
                  <a:pt x="7164278" y="1298409"/>
                  <a:pt x="7164391" y="1294192"/>
                </a:cubicBezTo>
                <a:cubicBezTo>
                  <a:pt x="7164278" y="1289985"/>
                  <a:pt x="7162833" y="1286517"/>
                  <a:pt x="7160055" y="1283788"/>
                </a:cubicBezTo>
                <a:cubicBezTo>
                  <a:pt x="7157278" y="1281058"/>
                  <a:pt x="7153842" y="1279645"/>
                  <a:pt x="7149747" y="1279549"/>
                </a:cubicBezTo>
                <a:close/>
                <a:moveTo>
                  <a:pt x="6854472" y="1279549"/>
                </a:moveTo>
                <a:cubicBezTo>
                  <a:pt x="6850255" y="1279645"/>
                  <a:pt x="6846744" y="1281058"/>
                  <a:pt x="6843939" y="1283788"/>
                </a:cubicBezTo>
                <a:cubicBezTo>
                  <a:pt x="6841135" y="1286517"/>
                  <a:pt x="6839680" y="1289985"/>
                  <a:pt x="6839573" y="1294192"/>
                </a:cubicBezTo>
                <a:cubicBezTo>
                  <a:pt x="6839680" y="1298409"/>
                  <a:pt x="6841135" y="1301920"/>
                  <a:pt x="6843939" y="1304725"/>
                </a:cubicBezTo>
                <a:cubicBezTo>
                  <a:pt x="6846744" y="1307529"/>
                  <a:pt x="6850255" y="1308985"/>
                  <a:pt x="6854472" y="1309092"/>
                </a:cubicBezTo>
                <a:cubicBezTo>
                  <a:pt x="6858567" y="1308985"/>
                  <a:pt x="6862003" y="1307529"/>
                  <a:pt x="6864780" y="1304725"/>
                </a:cubicBezTo>
                <a:cubicBezTo>
                  <a:pt x="6867558" y="1301920"/>
                  <a:pt x="6869003" y="1298409"/>
                  <a:pt x="6869116" y="1294192"/>
                </a:cubicBezTo>
                <a:cubicBezTo>
                  <a:pt x="6869003" y="1289985"/>
                  <a:pt x="6867558" y="1286517"/>
                  <a:pt x="6864780" y="1283788"/>
                </a:cubicBezTo>
                <a:cubicBezTo>
                  <a:pt x="6862003" y="1281058"/>
                  <a:pt x="6858567" y="1279645"/>
                  <a:pt x="6854472" y="1279549"/>
                </a:cubicBezTo>
                <a:close/>
                <a:moveTo>
                  <a:pt x="6159147" y="1279549"/>
                </a:moveTo>
                <a:cubicBezTo>
                  <a:pt x="6154930" y="1279645"/>
                  <a:pt x="6151419" y="1281058"/>
                  <a:pt x="6148615" y="1283788"/>
                </a:cubicBezTo>
                <a:cubicBezTo>
                  <a:pt x="6145811" y="1286517"/>
                  <a:pt x="6144355" y="1289985"/>
                  <a:pt x="6144247" y="1294192"/>
                </a:cubicBezTo>
                <a:cubicBezTo>
                  <a:pt x="6144354" y="1298409"/>
                  <a:pt x="6145811" y="1301920"/>
                  <a:pt x="6148615" y="1304725"/>
                </a:cubicBezTo>
                <a:cubicBezTo>
                  <a:pt x="6151419" y="1307529"/>
                  <a:pt x="6154930" y="1308985"/>
                  <a:pt x="6159147" y="1309092"/>
                </a:cubicBezTo>
                <a:cubicBezTo>
                  <a:pt x="6163242" y="1308985"/>
                  <a:pt x="6166678" y="1307529"/>
                  <a:pt x="6169455" y="1304725"/>
                </a:cubicBezTo>
                <a:cubicBezTo>
                  <a:pt x="6172233" y="1301920"/>
                  <a:pt x="6173678" y="1298409"/>
                  <a:pt x="6173790" y="1294192"/>
                </a:cubicBezTo>
                <a:cubicBezTo>
                  <a:pt x="6173678" y="1289985"/>
                  <a:pt x="6172233" y="1286517"/>
                  <a:pt x="6169455" y="1283788"/>
                </a:cubicBezTo>
                <a:cubicBezTo>
                  <a:pt x="6166678" y="1281058"/>
                  <a:pt x="6163242" y="1279645"/>
                  <a:pt x="6159147" y="1279549"/>
                </a:cubicBezTo>
                <a:close/>
                <a:moveTo>
                  <a:pt x="2796823" y="1279549"/>
                </a:moveTo>
                <a:cubicBezTo>
                  <a:pt x="2792605" y="1279645"/>
                  <a:pt x="2789094" y="1281058"/>
                  <a:pt x="2786290" y="1283788"/>
                </a:cubicBezTo>
                <a:cubicBezTo>
                  <a:pt x="2783486" y="1286517"/>
                  <a:pt x="2782030" y="1289985"/>
                  <a:pt x="2781923" y="1294192"/>
                </a:cubicBezTo>
                <a:cubicBezTo>
                  <a:pt x="2782030" y="1298409"/>
                  <a:pt x="2783486" y="1301920"/>
                  <a:pt x="2786290" y="1304725"/>
                </a:cubicBezTo>
                <a:cubicBezTo>
                  <a:pt x="2789094" y="1307529"/>
                  <a:pt x="2792605" y="1308985"/>
                  <a:pt x="2796823" y="1309092"/>
                </a:cubicBezTo>
                <a:cubicBezTo>
                  <a:pt x="2800917" y="1308985"/>
                  <a:pt x="2804353" y="1307529"/>
                  <a:pt x="2807131" y="1304725"/>
                </a:cubicBezTo>
                <a:cubicBezTo>
                  <a:pt x="2809908" y="1301920"/>
                  <a:pt x="2811353" y="1298409"/>
                  <a:pt x="2811466" y="1294192"/>
                </a:cubicBezTo>
                <a:cubicBezTo>
                  <a:pt x="2811353" y="1289985"/>
                  <a:pt x="2809908" y="1286517"/>
                  <a:pt x="2807131" y="1283788"/>
                </a:cubicBezTo>
                <a:cubicBezTo>
                  <a:pt x="2804353" y="1281058"/>
                  <a:pt x="2800917" y="1279645"/>
                  <a:pt x="2796823" y="1279549"/>
                </a:cubicBezTo>
                <a:close/>
                <a:moveTo>
                  <a:pt x="7071173" y="1233515"/>
                </a:moveTo>
                <a:lnTo>
                  <a:pt x="7071173" y="1344332"/>
                </a:lnTo>
                <a:cubicBezTo>
                  <a:pt x="7066236" y="1338585"/>
                  <a:pt x="7060350" y="1333962"/>
                  <a:pt x="7053516" y="1330463"/>
                </a:cubicBezTo>
                <a:cubicBezTo>
                  <a:pt x="7046682" y="1326963"/>
                  <a:pt x="7039188" y="1325165"/>
                  <a:pt x="7031036" y="1325069"/>
                </a:cubicBezTo>
                <a:cubicBezTo>
                  <a:pt x="7019699" y="1325199"/>
                  <a:pt x="7009618" y="1327965"/>
                  <a:pt x="7000792" y="1333367"/>
                </a:cubicBezTo>
                <a:cubicBezTo>
                  <a:pt x="6991968" y="1338768"/>
                  <a:pt x="6985015" y="1346028"/>
                  <a:pt x="6979935" y="1355144"/>
                </a:cubicBezTo>
                <a:cubicBezTo>
                  <a:pt x="6974855" y="1364261"/>
                  <a:pt x="6972263" y="1374456"/>
                  <a:pt x="6972161" y="1385730"/>
                </a:cubicBezTo>
                <a:cubicBezTo>
                  <a:pt x="6972507" y="1403012"/>
                  <a:pt x="6978107" y="1417343"/>
                  <a:pt x="6988959" y="1428722"/>
                </a:cubicBezTo>
                <a:cubicBezTo>
                  <a:pt x="6999812" y="1440102"/>
                  <a:pt x="7013838" y="1446002"/>
                  <a:pt x="7031036" y="1446423"/>
                </a:cubicBezTo>
                <a:cubicBezTo>
                  <a:pt x="7039188" y="1446338"/>
                  <a:pt x="7046682" y="1444583"/>
                  <a:pt x="7053516" y="1441158"/>
                </a:cubicBezTo>
                <a:cubicBezTo>
                  <a:pt x="7060350" y="1437734"/>
                  <a:pt x="7066236" y="1433153"/>
                  <a:pt x="7071173" y="1427417"/>
                </a:cubicBezTo>
                <a:lnTo>
                  <a:pt x="7071173" y="1444366"/>
                </a:lnTo>
                <a:lnTo>
                  <a:pt x="7095829" y="1444366"/>
                </a:lnTo>
                <a:lnTo>
                  <a:pt x="7095829" y="1233515"/>
                </a:lnTo>
                <a:close/>
                <a:moveTo>
                  <a:pt x="6385373" y="1233515"/>
                </a:moveTo>
                <a:lnTo>
                  <a:pt x="6385373" y="1344332"/>
                </a:lnTo>
                <a:cubicBezTo>
                  <a:pt x="6380436" y="1338585"/>
                  <a:pt x="6374551" y="1333962"/>
                  <a:pt x="6367716" y="1330463"/>
                </a:cubicBezTo>
                <a:cubicBezTo>
                  <a:pt x="6360882" y="1326963"/>
                  <a:pt x="6353388" y="1325165"/>
                  <a:pt x="6345236" y="1325069"/>
                </a:cubicBezTo>
                <a:cubicBezTo>
                  <a:pt x="6333899" y="1325199"/>
                  <a:pt x="6323818" y="1327965"/>
                  <a:pt x="6314993" y="1333367"/>
                </a:cubicBezTo>
                <a:cubicBezTo>
                  <a:pt x="6306168" y="1338768"/>
                  <a:pt x="6299216" y="1346028"/>
                  <a:pt x="6294135" y="1355144"/>
                </a:cubicBezTo>
                <a:cubicBezTo>
                  <a:pt x="6289055" y="1364261"/>
                  <a:pt x="6286463" y="1374456"/>
                  <a:pt x="6286361" y="1385730"/>
                </a:cubicBezTo>
                <a:cubicBezTo>
                  <a:pt x="6286707" y="1403012"/>
                  <a:pt x="6292307" y="1417343"/>
                  <a:pt x="6303160" y="1428722"/>
                </a:cubicBezTo>
                <a:cubicBezTo>
                  <a:pt x="6314013" y="1440102"/>
                  <a:pt x="6328038" y="1446002"/>
                  <a:pt x="6345236" y="1446423"/>
                </a:cubicBezTo>
                <a:cubicBezTo>
                  <a:pt x="6353388" y="1446338"/>
                  <a:pt x="6360882" y="1444583"/>
                  <a:pt x="6367716" y="1441158"/>
                </a:cubicBezTo>
                <a:cubicBezTo>
                  <a:pt x="6374551" y="1437734"/>
                  <a:pt x="6380436" y="1433153"/>
                  <a:pt x="6385373" y="1427417"/>
                </a:cubicBezTo>
                <a:lnTo>
                  <a:pt x="6385373" y="1444366"/>
                </a:lnTo>
                <a:lnTo>
                  <a:pt x="6410030" y="1444366"/>
                </a:lnTo>
                <a:lnTo>
                  <a:pt x="6410030" y="1233515"/>
                </a:lnTo>
                <a:close/>
                <a:moveTo>
                  <a:pt x="6080573" y="1233515"/>
                </a:moveTo>
                <a:lnTo>
                  <a:pt x="6080573" y="1344332"/>
                </a:lnTo>
                <a:cubicBezTo>
                  <a:pt x="6075636" y="1338585"/>
                  <a:pt x="6069750" y="1333962"/>
                  <a:pt x="6062916" y="1330463"/>
                </a:cubicBezTo>
                <a:cubicBezTo>
                  <a:pt x="6056082" y="1326963"/>
                  <a:pt x="6048589" y="1325165"/>
                  <a:pt x="6040436" y="1325069"/>
                </a:cubicBezTo>
                <a:cubicBezTo>
                  <a:pt x="6029099" y="1325199"/>
                  <a:pt x="6019018" y="1327965"/>
                  <a:pt x="6010193" y="1333367"/>
                </a:cubicBezTo>
                <a:cubicBezTo>
                  <a:pt x="6001368" y="1338768"/>
                  <a:pt x="5994415" y="1346028"/>
                  <a:pt x="5989335" y="1355144"/>
                </a:cubicBezTo>
                <a:cubicBezTo>
                  <a:pt x="5984255" y="1364261"/>
                  <a:pt x="5981663" y="1374456"/>
                  <a:pt x="5981561" y="1385730"/>
                </a:cubicBezTo>
                <a:cubicBezTo>
                  <a:pt x="5981907" y="1403012"/>
                  <a:pt x="5987507" y="1417343"/>
                  <a:pt x="5998360" y="1428722"/>
                </a:cubicBezTo>
                <a:cubicBezTo>
                  <a:pt x="6009212" y="1440102"/>
                  <a:pt x="6023238" y="1446002"/>
                  <a:pt x="6040436" y="1446423"/>
                </a:cubicBezTo>
                <a:cubicBezTo>
                  <a:pt x="6048589" y="1446338"/>
                  <a:pt x="6056082" y="1444583"/>
                  <a:pt x="6062916" y="1441158"/>
                </a:cubicBezTo>
                <a:cubicBezTo>
                  <a:pt x="6069750" y="1437734"/>
                  <a:pt x="6075636" y="1433153"/>
                  <a:pt x="6080573" y="1427417"/>
                </a:cubicBezTo>
                <a:lnTo>
                  <a:pt x="6080573" y="1444366"/>
                </a:lnTo>
                <a:lnTo>
                  <a:pt x="6105230" y="1444366"/>
                </a:lnTo>
                <a:lnTo>
                  <a:pt x="6105230" y="1233515"/>
                </a:lnTo>
                <a:close/>
                <a:moveTo>
                  <a:pt x="4527998" y="1233515"/>
                </a:moveTo>
                <a:lnTo>
                  <a:pt x="4527998" y="1344332"/>
                </a:lnTo>
                <a:cubicBezTo>
                  <a:pt x="4523061" y="1338585"/>
                  <a:pt x="4517176" y="1333962"/>
                  <a:pt x="4510341" y="1330463"/>
                </a:cubicBezTo>
                <a:cubicBezTo>
                  <a:pt x="4503507" y="1326963"/>
                  <a:pt x="4496014" y="1325165"/>
                  <a:pt x="4487861" y="1325069"/>
                </a:cubicBezTo>
                <a:cubicBezTo>
                  <a:pt x="4476524" y="1325199"/>
                  <a:pt x="4466443" y="1327965"/>
                  <a:pt x="4457618" y="1333367"/>
                </a:cubicBezTo>
                <a:cubicBezTo>
                  <a:pt x="4448793" y="1338768"/>
                  <a:pt x="4441840" y="1346028"/>
                  <a:pt x="4436760" y="1355144"/>
                </a:cubicBezTo>
                <a:cubicBezTo>
                  <a:pt x="4431680" y="1364261"/>
                  <a:pt x="4429088" y="1374456"/>
                  <a:pt x="4428985" y="1385730"/>
                </a:cubicBezTo>
                <a:cubicBezTo>
                  <a:pt x="4429332" y="1403012"/>
                  <a:pt x="4434932" y="1417343"/>
                  <a:pt x="4445785" y="1428722"/>
                </a:cubicBezTo>
                <a:cubicBezTo>
                  <a:pt x="4456637" y="1440102"/>
                  <a:pt x="4470663" y="1446002"/>
                  <a:pt x="4487861" y="1446423"/>
                </a:cubicBezTo>
                <a:cubicBezTo>
                  <a:pt x="4496014" y="1446338"/>
                  <a:pt x="4503507" y="1444583"/>
                  <a:pt x="4510341" y="1441158"/>
                </a:cubicBezTo>
                <a:cubicBezTo>
                  <a:pt x="4517175" y="1437734"/>
                  <a:pt x="4523061" y="1433153"/>
                  <a:pt x="4527998" y="1427417"/>
                </a:cubicBezTo>
                <a:lnTo>
                  <a:pt x="4527998" y="1444366"/>
                </a:lnTo>
                <a:lnTo>
                  <a:pt x="4552655" y="1444366"/>
                </a:lnTo>
                <a:lnTo>
                  <a:pt x="4552655" y="1233515"/>
                </a:lnTo>
                <a:close/>
                <a:moveTo>
                  <a:pt x="2718248" y="1233515"/>
                </a:moveTo>
                <a:lnTo>
                  <a:pt x="2718248" y="1344332"/>
                </a:lnTo>
                <a:cubicBezTo>
                  <a:pt x="2713311" y="1338585"/>
                  <a:pt x="2707426" y="1333962"/>
                  <a:pt x="2700591" y="1330463"/>
                </a:cubicBezTo>
                <a:cubicBezTo>
                  <a:pt x="2693757" y="1326963"/>
                  <a:pt x="2686264" y="1325165"/>
                  <a:pt x="2678111" y="1325069"/>
                </a:cubicBezTo>
                <a:cubicBezTo>
                  <a:pt x="2666774" y="1325199"/>
                  <a:pt x="2656693" y="1327965"/>
                  <a:pt x="2647868" y="1333367"/>
                </a:cubicBezTo>
                <a:cubicBezTo>
                  <a:pt x="2639043" y="1338768"/>
                  <a:pt x="2632091" y="1346028"/>
                  <a:pt x="2627010" y="1355144"/>
                </a:cubicBezTo>
                <a:cubicBezTo>
                  <a:pt x="2621930" y="1364261"/>
                  <a:pt x="2619338" y="1374456"/>
                  <a:pt x="2619236" y="1385730"/>
                </a:cubicBezTo>
                <a:cubicBezTo>
                  <a:pt x="2619583" y="1403012"/>
                  <a:pt x="2625182" y="1417343"/>
                  <a:pt x="2636035" y="1428722"/>
                </a:cubicBezTo>
                <a:cubicBezTo>
                  <a:pt x="2646888" y="1440102"/>
                  <a:pt x="2660913" y="1446002"/>
                  <a:pt x="2678111" y="1446423"/>
                </a:cubicBezTo>
                <a:cubicBezTo>
                  <a:pt x="2686264" y="1446338"/>
                  <a:pt x="2693757" y="1444583"/>
                  <a:pt x="2700591" y="1441158"/>
                </a:cubicBezTo>
                <a:cubicBezTo>
                  <a:pt x="2707426" y="1437734"/>
                  <a:pt x="2713311" y="1433153"/>
                  <a:pt x="2718248" y="1427417"/>
                </a:cubicBezTo>
                <a:lnTo>
                  <a:pt x="2718248" y="1444366"/>
                </a:lnTo>
                <a:lnTo>
                  <a:pt x="2742905" y="1444366"/>
                </a:lnTo>
                <a:lnTo>
                  <a:pt x="2742905" y="1233515"/>
                </a:lnTo>
                <a:close/>
                <a:moveTo>
                  <a:pt x="2356298" y="1233515"/>
                </a:moveTo>
                <a:lnTo>
                  <a:pt x="2356298" y="1344332"/>
                </a:lnTo>
                <a:cubicBezTo>
                  <a:pt x="2351361" y="1338585"/>
                  <a:pt x="2345476" y="1333962"/>
                  <a:pt x="2338641" y="1330463"/>
                </a:cubicBezTo>
                <a:cubicBezTo>
                  <a:pt x="2331807" y="1326963"/>
                  <a:pt x="2324314" y="1325165"/>
                  <a:pt x="2316161" y="1325069"/>
                </a:cubicBezTo>
                <a:cubicBezTo>
                  <a:pt x="2304824" y="1325199"/>
                  <a:pt x="2294743" y="1327965"/>
                  <a:pt x="2285918" y="1333367"/>
                </a:cubicBezTo>
                <a:cubicBezTo>
                  <a:pt x="2277093" y="1338768"/>
                  <a:pt x="2270140" y="1346028"/>
                  <a:pt x="2265060" y="1355144"/>
                </a:cubicBezTo>
                <a:cubicBezTo>
                  <a:pt x="2259980" y="1364261"/>
                  <a:pt x="2257388" y="1374456"/>
                  <a:pt x="2257286" y="1385730"/>
                </a:cubicBezTo>
                <a:cubicBezTo>
                  <a:pt x="2257633" y="1403012"/>
                  <a:pt x="2263232" y="1417343"/>
                  <a:pt x="2274085" y="1428722"/>
                </a:cubicBezTo>
                <a:cubicBezTo>
                  <a:pt x="2284938" y="1440102"/>
                  <a:pt x="2298963" y="1446002"/>
                  <a:pt x="2316161" y="1446423"/>
                </a:cubicBezTo>
                <a:cubicBezTo>
                  <a:pt x="2324314" y="1446338"/>
                  <a:pt x="2331807" y="1444583"/>
                  <a:pt x="2338641" y="1441158"/>
                </a:cubicBezTo>
                <a:cubicBezTo>
                  <a:pt x="2345476" y="1437734"/>
                  <a:pt x="2351361" y="1433153"/>
                  <a:pt x="2356298" y="1427417"/>
                </a:cubicBezTo>
                <a:lnTo>
                  <a:pt x="2356298" y="1444366"/>
                </a:lnTo>
                <a:lnTo>
                  <a:pt x="2380955" y="1444366"/>
                </a:lnTo>
                <a:lnTo>
                  <a:pt x="2380955" y="1233515"/>
                </a:lnTo>
                <a:close/>
                <a:moveTo>
                  <a:pt x="5678748" y="1088903"/>
                </a:moveTo>
                <a:lnTo>
                  <a:pt x="5699335" y="1088903"/>
                </a:lnTo>
                <a:lnTo>
                  <a:pt x="5699335" y="1099972"/>
                </a:lnTo>
                <a:cubicBezTo>
                  <a:pt x="5698321" y="1104794"/>
                  <a:pt x="5695330" y="1109438"/>
                  <a:pt x="5690360" y="1113906"/>
                </a:cubicBezTo>
                <a:cubicBezTo>
                  <a:pt x="5685390" y="1118373"/>
                  <a:pt x="5678346" y="1120765"/>
                  <a:pt x="5669227" y="1121082"/>
                </a:cubicBezTo>
                <a:cubicBezTo>
                  <a:pt x="5663126" y="1121039"/>
                  <a:pt x="5657958" y="1119709"/>
                  <a:pt x="5653722" y="1117091"/>
                </a:cubicBezTo>
                <a:cubicBezTo>
                  <a:pt x="5649487" y="1114474"/>
                  <a:pt x="5647278" y="1110827"/>
                  <a:pt x="5647096" y="1106150"/>
                </a:cubicBezTo>
                <a:cubicBezTo>
                  <a:pt x="5647096" y="1100364"/>
                  <a:pt x="5649734" y="1096041"/>
                  <a:pt x="5655009" y="1093182"/>
                </a:cubicBezTo>
                <a:cubicBezTo>
                  <a:pt x="5660284" y="1090324"/>
                  <a:pt x="5668197" y="1088897"/>
                  <a:pt x="5678748" y="1088903"/>
                </a:cubicBezTo>
                <a:close/>
                <a:moveTo>
                  <a:pt x="3964248" y="1088903"/>
                </a:moveTo>
                <a:lnTo>
                  <a:pt x="3984835" y="1088903"/>
                </a:lnTo>
                <a:lnTo>
                  <a:pt x="3984835" y="1099972"/>
                </a:lnTo>
                <a:cubicBezTo>
                  <a:pt x="3983821" y="1104794"/>
                  <a:pt x="3980830" y="1109438"/>
                  <a:pt x="3975860" y="1113906"/>
                </a:cubicBezTo>
                <a:cubicBezTo>
                  <a:pt x="3970891" y="1118373"/>
                  <a:pt x="3963846" y="1120765"/>
                  <a:pt x="3954727" y="1121082"/>
                </a:cubicBezTo>
                <a:cubicBezTo>
                  <a:pt x="3948626" y="1121039"/>
                  <a:pt x="3943458" y="1119709"/>
                  <a:pt x="3939223" y="1117091"/>
                </a:cubicBezTo>
                <a:cubicBezTo>
                  <a:pt x="3934987" y="1114474"/>
                  <a:pt x="3932778" y="1110827"/>
                  <a:pt x="3932596" y="1106150"/>
                </a:cubicBezTo>
                <a:cubicBezTo>
                  <a:pt x="3932596" y="1100364"/>
                  <a:pt x="3935234" y="1096041"/>
                  <a:pt x="3940509" y="1093182"/>
                </a:cubicBezTo>
                <a:cubicBezTo>
                  <a:pt x="3945785" y="1090324"/>
                  <a:pt x="3953698" y="1088897"/>
                  <a:pt x="3964248" y="1088903"/>
                </a:cubicBezTo>
                <a:close/>
                <a:moveTo>
                  <a:pt x="3630873" y="1088903"/>
                </a:moveTo>
                <a:lnTo>
                  <a:pt x="3651460" y="1088903"/>
                </a:lnTo>
                <a:lnTo>
                  <a:pt x="3651460" y="1099972"/>
                </a:lnTo>
                <a:cubicBezTo>
                  <a:pt x="3650447" y="1104794"/>
                  <a:pt x="3647455" y="1109438"/>
                  <a:pt x="3642485" y="1113906"/>
                </a:cubicBezTo>
                <a:cubicBezTo>
                  <a:pt x="3637516" y="1118373"/>
                  <a:pt x="3630471" y="1120765"/>
                  <a:pt x="3621352" y="1121082"/>
                </a:cubicBezTo>
                <a:cubicBezTo>
                  <a:pt x="3615251" y="1121039"/>
                  <a:pt x="3610083" y="1119709"/>
                  <a:pt x="3605848" y="1117091"/>
                </a:cubicBezTo>
                <a:cubicBezTo>
                  <a:pt x="3601613" y="1114474"/>
                  <a:pt x="3599404" y="1110827"/>
                  <a:pt x="3599221" y="1106150"/>
                </a:cubicBezTo>
                <a:cubicBezTo>
                  <a:pt x="3599221" y="1100364"/>
                  <a:pt x="3601859" y="1096041"/>
                  <a:pt x="3607134" y="1093182"/>
                </a:cubicBezTo>
                <a:cubicBezTo>
                  <a:pt x="3612409" y="1090324"/>
                  <a:pt x="3620323" y="1088897"/>
                  <a:pt x="3630873" y="1088903"/>
                </a:cubicBezTo>
                <a:close/>
                <a:moveTo>
                  <a:pt x="2516448" y="1088903"/>
                </a:moveTo>
                <a:lnTo>
                  <a:pt x="2537035" y="1088903"/>
                </a:lnTo>
                <a:lnTo>
                  <a:pt x="2537035" y="1099972"/>
                </a:lnTo>
                <a:cubicBezTo>
                  <a:pt x="2536022" y="1104794"/>
                  <a:pt x="2533030" y="1109438"/>
                  <a:pt x="2528061" y="1113906"/>
                </a:cubicBezTo>
                <a:cubicBezTo>
                  <a:pt x="2523091" y="1118373"/>
                  <a:pt x="2516046" y="1120765"/>
                  <a:pt x="2506927" y="1121082"/>
                </a:cubicBezTo>
                <a:cubicBezTo>
                  <a:pt x="2500826" y="1121039"/>
                  <a:pt x="2495658" y="1119709"/>
                  <a:pt x="2491423" y="1117091"/>
                </a:cubicBezTo>
                <a:cubicBezTo>
                  <a:pt x="2487188" y="1114474"/>
                  <a:pt x="2484979" y="1110827"/>
                  <a:pt x="2484796" y="1106150"/>
                </a:cubicBezTo>
                <a:cubicBezTo>
                  <a:pt x="2484796" y="1100364"/>
                  <a:pt x="2487434" y="1096041"/>
                  <a:pt x="2492710" y="1093182"/>
                </a:cubicBezTo>
                <a:cubicBezTo>
                  <a:pt x="2497985" y="1090324"/>
                  <a:pt x="2505898" y="1088897"/>
                  <a:pt x="2516448" y="1088903"/>
                </a:cubicBezTo>
                <a:close/>
                <a:moveTo>
                  <a:pt x="2078298" y="1088903"/>
                </a:moveTo>
                <a:lnTo>
                  <a:pt x="2098885" y="1088903"/>
                </a:lnTo>
                <a:lnTo>
                  <a:pt x="2098885" y="1099972"/>
                </a:lnTo>
                <a:cubicBezTo>
                  <a:pt x="2097872" y="1104794"/>
                  <a:pt x="2094880" y="1109438"/>
                  <a:pt x="2089910" y="1113906"/>
                </a:cubicBezTo>
                <a:cubicBezTo>
                  <a:pt x="2084941" y="1118373"/>
                  <a:pt x="2077896" y="1120765"/>
                  <a:pt x="2068777" y="1121082"/>
                </a:cubicBezTo>
                <a:cubicBezTo>
                  <a:pt x="2062676" y="1121039"/>
                  <a:pt x="2057508" y="1119709"/>
                  <a:pt x="2053273" y="1117091"/>
                </a:cubicBezTo>
                <a:cubicBezTo>
                  <a:pt x="2049037" y="1114474"/>
                  <a:pt x="2046829" y="1110827"/>
                  <a:pt x="2046646" y="1106150"/>
                </a:cubicBezTo>
                <a:cubicBezTo>
                  <a:pt x="2046646" y="1100364"/>
                  <a:pt x="2049284" y="1096041"/>
                  <a:pt x="2054559" y="1093182"/>
                </a:cubicBezTo>
                <a:cubicBezTo>
                  <a:pt x="2059835" y="1090324"/>
                  <a:pt x="2067748" y="1088897"/>
                  <a:pt x="2078298" y="1088903"/>
                </a:cubicBezTo>
                <a:close/>
                <a:moveTo>
                  <a:pt x="6654153" y="1044926"/>
                </a:moveTo>
                <a:cubicBezTo>
                  <a:pt x="6664321" y="1045188"/>
                  <a:pt x="6672800" y="1048715"/>
                  <a:pt x="6679592" y="1055507"/>
                </a:cubicBezTo>
                <a:cubicBezTo>
                  <a:pt x="6686383" y="1062298"/>
                  <a:pt x="6689910" y="1070778"/>
                  <a:pt x="6690173" y="1080946"/>
                </a:cubicBezTo>
                <a:cubicBezTo>
                  <a:pt x="6689910" y="1091227"/>
                  <a:pt x="6686383" y="1099739"/>
                  <a:pt x="6679592" y="1106482"/>
                </a:cubicBezTo>
                <a:cubicBezTo>
                  <a:pt x="6672800" y="1113225"/>
                  <a:pt x="6664321" y="1116720"/>
                  <a:pt x="6654153" y="1116967"/>
                </a:cubicBezTo>
                <a:cubicBezTo>
                  <a:pt x="6643861" y="1116720"/>
                  <a:pt x="6635306" y="1113225"/>
                  <a:pt x="6628488" y="1106482"/>
                </a:cubicBezTo>
                <a:cubicBezTo>
                  <a:pt x="6621670" y="1099739"/>
                  <a:pt x="6618132" y="1091227"/>
                  <a:pt x="6617875" y="1080946"/>
                </a:cubicBezTo>
                <a:cubicBezTo>
                  <a:pt x="6618132" y="1070778"/>
                  <a:pt x="6621670" y="1062298"/>
                  <a:pt x="6628488" y="1055507"/>
                </a:cubicBezTo>
                <a:cubicBezTo>
                  <a:pt x="6635306" y="1048715"/>
                  <a:pt x="6643861" y="1045188"/>
                  <a:pt x="6654153" y="1044926"/>
                </a:cubicBezTo>
                <a:close/>
                <a:moveTo>
                  <a:pt x="6025502" y="1044926"/>
                </a:moveTo>
                <a:cubicBezTo>
                  <a:pt x="6035671" y="1045188"/>
                  <a:pt x="6044151" y="1048715"/>
                  <a:pt x="6050942" y="1055507"/>
                </a:cubicBezTo>
                <a:cubicBezTo>
                  <a:pt x="6057733" y="1062298"/>
                  <a:pt x="6061260" y="1070778"/>
                  <a:pt x="6061523" y="1080946"/>
                </a:cubicBezTo>
                <a:cubicBezTo>
                  <a:pt x="6061260" y="1091227"/>
                  <a:pt x="6057733" y="1099739"/>
                  <a:pt x="6050942" y="1106482"/>
                </a:cubicBezTo>
                <a:cubicBezTo>
                  <a:pt x="6044151" y="1113225"/>
                  <a:pt x="6035671" y="1116720"/>
                  <a:pt x="6025502" y="1116967"/>
                </a:cubicBezTo>
                <a:cubicBezTo>
                  <a:pt x="6015211" y="1116720"/>
                  <a:pt x="6006656" y="1113225"/>
                  <a:pt x="5999838" y="1106482"/>
                </a:cubicBezTo>
                <a:cubicBezTo>
                  <a:pt x="5993020" y="1099739"/>
                  <a:pt x="5989482" y="1091227"/>
                  <a:pt x="5989225" y="1080946"/>
                </a:cubicBezTo>
                <a:cubicBezTo>
                  <a:pt x="5989482" y="1070778"/>
                  <a:pt x="5993020" y="1062298"/>
                  <a:pt x="5999838" y="1055507"/>
                </a:cubicBezTo>
                <a:cubicBezTo>
                  <a:pt x="6006656" y="1048715"/>
                  <a:pt x="6015211" y="1045188"/>
                  <a:pt x="6025502" y="1044926"/>
                </a:cubicBezTo>
                <a:close/>
                <a:moveTo>
                  <a:pt x="5873102" y="1044926"/>
                </a:moveTo>
                <a:cubicBezTo>
                  <a:pt x="5883270" y="1045188"/>
                  <a:pt x="5891750" y="1048715"/>
                  <a:pt x="5898542" y="1055507"/>
                </a:cubicBezTo>
                <a:cubicBezTo>
                  <a:pt x="5905333" y="1062298"/>
                  <a:pt x="5908860" y="1070778"/>
                  <a:pt x="5909123" y="1080946"/>
                </a:cubicBezTo>
                <a:cubicBezTo>
                  <a:pt x="5908860" y="1091227"/>
                  <a:pt x="5905333" y="1099739"/>
                  <a:pt x="5898542" y="1106482"/>
                </a:cubicBezTo>
                <a:cubicBezTo>
                  <a:pt x="5891750" y="1113225"/>
                  <a:pt x="5883271" y="1116720"/>
                  <a:pt x="5873102" y="1116967"/>
                </a:cubicBezTo>
                <a:cubicBezTo>
                  <a:pt x="5862811" y="1116720"/>
                  <a:pt x="5854256" y="1113225"/>
                  <a:pt x="5847438" y="1106482"/>
                </a:cubicBezTo>
                <a:cubicBezTo>
                  <a:pt x="5840620" y="1099739"/>
                  <a:pt x="5837082" y="1091227"/>
                  <a:pt x="5836824" y="1080946"/>
                </a:cubicBezTo>
                <a:cubicBezTo>
                  <a:pt x="5837082" y="1070778"/>
                  <a:pt x="5840620" y="1062298"/>
                  <a:pt x="5847438" y="1055507"/>
                </a:cubicBezTo>
                <a:cubicBezTo>
                  <a:pt x="5854256" y="1048715"/>
                  <a:pt x="5862811" y="1045188"/>
                  <a:pt x="5873102" y="1044926"/>
                </a:cubicBezTo>
                <a:close/>
                <a:moveTo>
                  <a:pt x="5454002" y="1044926"/>
                </a:moveTo>
                <a:cubicBezTo>
                  <a:pt x="5464170" y="1045188"/>
                  <a:pt x="5472650" y="1048715"/>
                  <a:pt x="5479442" y="1055507"/>
                </a:cubicBezTo>
                <a:cubicBezTo>
                  <a:pt x="5486233" y="1062298"/>
                  <a:pt x="5489760" y="1070778"/>
                  <a:pt x="5490023" y="1080946"/>
                </a:cubicBezTo>
                <a:cubicBezTo>
                  <a:pt x="5489760" y="1091227"/>
                  <a:pt x="5486233" y="1099739"/>
                  <a:pt x="5479442" y="1106482"/>
                </a:cubicBezTo>
                <a:cubicBezTo>
                  <a:pt x="5472650" y="1113225"/>
                  <a:pt x="5464170" y="1116720"/>
                  <a:pt x="5454002" y="1116967"/>
                </a:cubicBezTo>
                <a:cubicBezTo>
                  <a:pt x="5443711" y="1116720"/>
                  <a:pt x="5435156" y="1113225"/>
                  <a:pt x="5428338" y="1106482"/>
                </a:cubicBezTo>
                <a:cubicBezTo>
                  <a:pt x="5421520" y="1099739"/>
                  <a:pt x="5417982" y="1091227"/>
                  <a:pt x="5417725" y="1080946"/>
                </a:cubicBezTo>
                <a:cubicBezTo>
                  <a:pt x="5417982" y="1070778"/>
                  <a:pt x="5421520" y="1062298"/>
                  <a:pt x="5428338" y="1055507"/>
                </a:cubicBezTo>
                <a:cubicBezTo>
                  <a:pt x="5435156" y="1048715"/>
                  <a:pt x="5443711" y="1045188"/>
                  <a:pt x="5454002" y="1044926"/>
                </a:cubicBezTo>
                <a:close/>
                <a:moveTo>
                  <a:pt x="5168252" y="1044926"/>
                </a:moveTo>
                <a:cubicBezTo>
                  <a:pt x="5178420" y="1045188"/>
                  <a:pt x="5186900" y="1048715"/>
                  <a:pt x="5193692" y="1055507"/>
                </a:cubicBezTo>
                <a:cubicBezTo>
                  <a:pt x="5200483" y="1062298"/>
                  <a:pt x="5204010" y="1070778"/>
                  <a:pt x="5204273" y="1080946"/>
                </a:cubicBezTo>
                <a:cubicBezTo>
                  <a:pt x="5204010" y="1091227"/>
                  <a:pt x="5200483" y="1099739"/>
                  <a:pt x="5193692" y="1106482"/>
                </a:cubicBezTo>
                <a:cubicBezTo>
                  <a:pt x="5186900" y="1113225"/>
                  <a:pt x="5178420" y="1116720"/>
                  <a:pt x="5168252" y="1116967"/>
                </a:cubicBezTo>
                <a:cubicBezTo>
                  <a:pt x="5157961" y="1116720"/>
                  <a:pt x="5149406" y="1113225"/>
                  <a:pt x="5142588" y="1106482"/>
                </a:cubicBezTo>
                <a:cubicBezTo>
                  <a:pt x="5135770" y="1099739"/>
                  <a:pt x="5132232" y="1091227"/>
                  <a:pt x="5131974" y="1080946"/>
                </a:cubicBezTo>
                <a:cubicBezTo>
                  <a:pt x="5132232" y="1070778"/>
                  <a:pt x="5135770" y="1062298"/>
                  <a:pt x="5142588" y="1055507"/>
                </a:cubicBezTo>
                <a:cubicBezTo>
                  <a:pt x="5149406" y="1048715"/>
                  <a:pt x="5157961" y="1045188"/>
                  <a:pt x="5168252" y="1044926"/>
                </a:cubicBezTo>
                <a:close/>
                <a:moveTo>
                  <a:pt x="4158603" y="1044926"/>
                </a:moveTo>
                <a:cubicBezTo>
                  <a:pt x="4168771" y="1045188"/>
                  <a:pt x="4177251" y="1048715"/>
                  <a:pt x="4184042" y="1055507"/>
                </a:cubicBezTo>
                <a:cubicBezTo>
                  <a:pt x="4190833" y="1062298"/>
                  <a:pt x="4194360" y="1070778"/>
                  <a:pt x="4194623" y="1080946"/>
                </a:cubicBezTo>
                <a:cubicBezTo>
                  <a:pt x="4194360" y="1091227"/>
                  <a:pt x="4190833" y="1099739"/>
                  <a:pt x="4184042" y="1106482"/>
                </a:cubicBezTo>
                <a:cubicBezTo>
                  <a:pt x="4177251" y="1113225"/>
                  <a:pt x="4168771" y="1116720"/>
                  <a:pt x="4158603" y="1116967"/>
                </a:cubicBezTo>
                <a:cubicBezTo>
                  <a:pt x="4148311" y="1116720"/>
                  <a:pt x="4139756" y="1113225"/>
                  <a:pt x="4132938" y="1106482"/>
                </a:cubicBezTo>
                <a:cubicBezTo>
                  <a:pt x="4126120" y="1099739"/>
                  <a:pt x="4122582" y="1091227"/>
                  <a:pt x="4122325" y="1080946"/>
                </a:cubicBezTo>
                <a:cubicBezTo>
                  <a:pt x="4122582" y="1070778"/>
                  <a:pt x="4126120" y="1062298"/>
                  <a:pt x="4132938" y="1055507"/>
                </a:cubicBezTo>
                <a:cubicBezTo>
                  <a:pt x="4139756" y="1048715"/>
                  <a:pt x="4148311" y="1045188"/>
                  <a:pt x="4158603" y="1044926"/>
                </a:cubicBezTo>
                <a:close/>
                <a:moveTo>
                  <a:pt x="3089487" y="1042868"/>
                </a:moveTo>
                <a:cubicBezTo>
                  <a:pt x="3099204" y="1042949"/>
                  <a:pt x="3107089" y="1045427"/>
                  <a:pt x="3113141" y="1050303"/>
                </a:cubicBezTo>
                <a:cubicBezTo>
                  <a:pt x="3119194" y="1055179"/>
                  <a:pt x="3122965" y="1061970"/>
                  <a:pt x="3124454" y="1070675"/>
                </a:cubicBezTo>
                <a:lnTo>
                  <a:pt x="3056835" y="1070675"/>
                </a:lnTo>
                <a:cubicBezTo>
                  <a:pt x="3058614" y="1063321"/>
                  <a:pt x="3062192" y="1056917"/>
                  <a:pt x="3067569" y="1051461"/>
                </a:cubicBezTo>
                <a:cubicBezTo>
                  <a:pt x="3072947" y="1046006"/>
                  <a:pt x="3080253" y="1043142"/>
                  <a:pt x="3089487" y="1042868"/>
                </a:cubicBezTo>
                <a:close/>
                <a:moveTo>
                  <a:pt x="2746588" y="1042868"/>
                </a:moveTo>
                <a:cubicBezTo>
                  <a:pt x="2756304" y="1042949"/>
                  <a:pt x="2764189" y="1045427"/>
                  <a:pt x="2770241" y="1050303"/>
                </a:cubicBezTo>
                <a:cubicBezTo>
                  <a:pt x="2776294" y="1055179"/>
                  <a:pt x="2780065" y="1061970"/>
                  <a:pt x="2781554" y="1070675"/>
                </a:cubicBezTo>
                <a:lnTo>
                  <a:pt x="2713935" y="1070675"/>
                </a:lnTo>
                <a:cubicBezTo>
                  <a:pt x="2715713" y="1063321"/>
                  <a:pt x="2719291" y="1056917"/>
                  <a:pt x="2724669" y="1051461"/>
                </a:cubicBezTo>
                <a:cubicBezTo>
                  <a:pt x="2730047" y="1046006"/>
                  <a:pt x="2737353" y="1043142"/>
                  <a:pt x="2746588" y="1042868"/>
                </a:cubicBezTo>
                <a:close/>
                <a:moveTo>
                  <a:pt x="6823094" y="1022294"/>
                </a:moveTo>
                <a:lnTo>
                  <a:pt x="6823094" y="1139566"/>
                </a:lnTo>
                <a:lnTo>
                  <a:pt x="6847751" y="1139566"/>
                </a:lnTo>
                <a:lnTo>
                  <a:pt x="6847751" y="1022294"/>
                </a:lnTo>
                <a:close/>
                <a:moveTo>
                  <a:pt x="6213494" y="1022294"/>
                </a:moveTo>
                <a:lnTo>
                  <a:pt x="6213494" y="1139566"/>
                </a:lnTo>
                <a:lnTo>
                  <a:pt x="6238151" y="1139566"/>
                </a:lnTo>
                <a:lnTo>
                  <a:pt x="6238151" y="1022294"/>
                </a:lnTo>
                <a:close/>
                <a:moveTo>
                  <a:pt x="5352524" y="1022294"/>
                </a:moveTo>
                <a:lnTo>
                  <a:pt x="5312413" y="1110280"/>
                </a:lnTo>
                <a:lnTo>
                  <a:pt x="5272303" y="1022326"/>
                </a:lnTo>
                <a:lnTo>
                  <a:pt x="5242992" y="1022326"/>
                </a:lnTo>
                <a:lnTo>
                  <a:pt x="5299300" y="1139566"/>
                </a:lnTo>
                <a:lnTo>
                  <a:pt x="5325783" y="1139566"/>
                </a:lnTo>
                <a:lnTo>
                  <a:pt x="5381835" y="1022294"/>
                </a:lnTo>
                <a:close/>
                <a:moveTo>
                  <a:pt x="5056502" y="1022294"/>
                </a:moveTo>
                <a:lnTo>
                  <a:pt x="5056502" y="1070643"/>
                </a:lnTo>
                <a:cubicBezTo>
                  <a:pt x="5056475" y="1084176"/>
                  <a:pt x="5053441" y="1095212"/>
                  <a:pt x="5047401" y="1103750"/>
                </a:cubicBezTo>
                <a:cubicBezTo>
                  <a:pt x="5041359" y="1112289"/>
                  <a:pt x="5032472" y="1116694"/>
                  <a:pt x="5020738" y="1116967"/>
                </a:cubicBezTo>
                <a:cubicBezTo>
                  <a:pt x="5010473" y="1116795"/>
                  <a:pt x="5002443" y="1113345"/>
                  <a:pt x="4996649" y="1106616"/>
                </a:cubicBezTo>
                <a:cubicBezTo>
                  <a:pt x="4990854" y="1099886"/>
                  <a:pt x="4987906" y="1090906"/>
                  <a:pt x="4987804" y="1079676"/>
                </a:cubicBezTo>
                <a:lnTo>
                  <a:pt x="4987804" y="1022326"/>
                </a:lnTo>
                <a:lnTo>
                  <a:pt x="4963148" y="1022326"/>
                </a:lnTo>
                <a:lnTo>
                  <a:pt x="4963148" y="1081734"/>
                </a:lnTo>
                <a:cubicBezTo>
                  <a:pt x="4963061" y="1098969"/>
                  <a:pt x="4967151" y="1113161"/>
                  <a:pt x="4975417" y="1124312"/>
                </a:cubicBezTo>
                <a:cubicBezTo>
                  <a:pt x="4983684" y="1135463"/>
                  <a:pt x="4996647" y="1141234"/>
                  <a:pt x="5014306" y="1141623"/>
                </a:cubicBezTo>
                <a:cubicBezTo>
                  <a:pt x="5023719" y="1141527"/>
                  <a:pt x="5031973" y="1139344"/>
                  <a:pt x="5039070" y="1135074"/>
                </a:cubicBezTo>
                <a:cubicBezTo>
                  <a:pt x="5046167" y="1130804"/>
                  <a:pt x="5051978" y="1125025"/>
                  <a:pt x="5056502" y="1117737"/>
                </a:cubicBezTo>
                <a:lnTo>
                  <a:pt x="5056502" y="1139566"/>
                </a:lnTo>
                <a:lnTo>
                  <a:pt x="5081159" y="1139566"/>
                </a:lnTo>
                <a:lnTo>
                  <a:pt x="5081159" y="1022294"/>
                </a:lnTo>
                <a:close/>
                <a:moveTo>
                  <a:pt x="4504052" y="1022294"/>
                </a:moveTo>
                <a:lnTo>
                  <a:pt x="4504052" y="1070643"/>
                </a:lnTo>
                <a:cubicBezTo>
                  <a:pt x="4504025" y="1084176"/>
                  <a:pt x="4500991" y="1095212"/>
                  <a:pt x="4494950" y="1103750"/>
                </a:cubicBezTo>
                <a:cubicBezTo>
                  <a:pt x="4488909" y="1112289"/>
                  <a:pt x="4480022" y="1116694"/>
                  <a:pt x="4468288" y="1116967"/>
                </a:cubicBezTo>
                <a:cubicBezTo>
                  <a:pt x="4458023" y="1116795"/>
                  <a:pt x="4449993" y="1113345"/>
                  <a:pt x="4444199" y="1106616"/>
                </a:cubicBezTo>
                <a:cubicBezTo>
                  <a:pt x="4438404" y="1099886"/>
                  <a:pt x="4435456" y="1090906"/>
                  <a:pt x="4435354" y="1079676"/>
                </a:cubicBezTo>
                <a:lnTo>
                  <a:pt x="4435354" y="1022326"/>
                </a:lnTo>
                <a:lnTo>
                  <a:pt x="4410697" y="1022326"/>
                </a:lnTo>
                <a:lnTo>
                  <a:pt x="4410697" y="1081734"/>
                </a:lnTo>
                <a:cubicBezTo>
                  <a:pt x="4410611" y="1098969"/>
                  <a:pt x="4414701" y="1113161"/>
                  <a:pt x="4422967" y="1124312"/>
                </a:cubicBezTo>
                <a:cubicBezTo>
                  <a:pt x="4431234" y="1135463"/>
                  <a:pt x="4444197" y="1141234"/>
                  <a:pt x="4461856" y="1141623"/>
                </a:cubicBezTo>
                <a:cubicBezTo>
                  <a:pt x="4471268" y="1141527"/>
                  <a:pt x="4479523" y="1139344"/>
                  <a:pt x="4486621" y="1135074"/>
                </a:cubicBezTo>
                <a:cubicBezTo>
                  <a:pt x="4493717" y="1130804"/>
                  <a:pt x="4499528" y="1125025"/>
                  <a:pt x="4504052" y="1117737"/>
                </a:cubicBezTo>
                <a:lnTo>
                  <a:pt x="4504052" y="1139566"/>
                </a:lnTo>
                <a:lnTo>
                  <a:pt x="4528709" y="1139566"/>
                </a:lnTo>
                <a:lnTo>
                  <a:pt x="4528709" y="1022294"/>
                </a:lnTo>
                <a:close/>
                <a:moveTo>
                  <a:pt x="4260870" y="1022294"/>
                </a:moveTo>
                <a:lnTo>
                  <a:pt x="4260870" y="1139566"/>
                </a:lnTo>
                <a:lnTo>
                  <a:pt x="4285526" y="1139566"/>
                </a:lnTo>
                <a:lnTo>
                  <a:pt x="4285526" y="1022294"/>
                </a:lnTo>
                <a:close/>
                <a:moveTo>
                  <a:pt x="3851294" y="1022294"/>
                </a:moveTo>
                <a:lnTo>
                  <a:pt x="3851294" y="1139566"/>
                </a:lnTo>
                <a:lnTo>
                  <a:pt x="3875951" y="1139566"/>
                </a:lnTo>
                <a:lnTo>
                  <a:pt x="3875951" y="1022294"/>
                </a:lnTo>
                <a:close/>
                <a:moveTo>
                  <a:pt x="3384570" y="1022294"/>
                </a:moveTo>
                <a:lnTo>
                  <a:pt x="3384570" y="1139566"/>
                </a:lnTo>
                <a:lnTo>
                  <a:pt x="3409226" y="1139566"/>
                </a:lnTo>
                <a:lnTo>
                  <a:pt x="3409226" y="1022294"/>
                </a:lnTo>
                <a:close/>
                <a:moveTo>
                  <a:pt x="2313302" y="1022294"/>
                </a:moveTo>
                <a:lnTo>
                  <a:pt x="2313302" y="1070643"/>
                </a:lnTo>
                <a:cubicBezTo>
                  <a:pt x="2313276" y="1084176"/>
                  <a:pt x="2310242" y="1095212"/>
                  <a:pt x="2304201" y="1103750"/>
                </a:cubicBezTo>
                <a:cubicBezTo>
                  <a:pt x="2298160" y="1112289"/>
                  <a:pt x="2289272" y="1116694"/>
                  <a:pt x="2277538" y="1116967"/>
                </a:cubicBezTo>
                <a:cubicBezTo>
                  <a:pt x="2267273" y="1116795"/>
                  <a:pt x="2259243" y="1113345"/>
                  <a:pt x="2253449" y="1106616"/>
                </a:cubicBezTo>
                <a:cubicBezTo>
                  <a:pt x="2247654" y="1099886"/>
                  <a:pt x="2244706" y="1090906"/>
                  <a:pt x="2244604" y="1079676"/>
                </a:cubicBezTo>
                <a:lnTo>
                  <a:pt x="2244604" y="1022326"/>
                </a:lnTo>
                <a:lnTo>
                  <a:pt x="2219948" y="1022326"/>
                </a:lnTo>
                <a:lnTo>
                  <a:pt x="2219948" y="1081734"/>
                </a:lnTo>
                <a:cubicBezTo>
                  <a:pt x="2219861" y="1098969"/>
                  <a:pt x="2223951" y="1113161"/>
                  <a:pt x="2232218" y="1124312"/>
                </a:cubicBezTo>
                <a:cubicBezTo>
                  <a:pt x="2240484" y="1135463"/>
                  <a:pt x="2253447" y="1141234"/>
                  <a:pt x="2271106" y="1141623"/>
                </a:cubicBezTo>
                <a:cubicBezTo>
                  <a:pt x="2280519" y="1141527"/>
                  <a:pt x="2288774" y="1139344"/>
                  <a:pt x="2295871" y="1135074"/>
                </a:cubicBezTo>
                <a:cubicBezTo>
                  <a:pt x="2302968" y="1130804"/>
                  <a:pt x="2308778" y="1125025"/>
                  <a:pt x="2313302" y="1117737"/>
                </a:cubicBezTo>
                <a:lnTo>
                  <a:pt x="2313302" y="1139566"/>
                </a:lnTo>
                <a:lnTo>
                  <a:pt x="2337959" y="1139566"/>
                </a:lnTo>
                <a:lnTo>
                  <a:pt x="2337959" y="1022294"/>
                </a:lnTo>
                <a:close/>
                <a:moveTo>
                  <a:pt x="1980674" y="1022294"/>
                </a:moveTo>
                <a:lnTo>
                  <a:pt x="1940564" y="1110280"/>
                </a:lnTo>
                <a:lnTo>
                  <a:pt x="1900453" y="1022326"/>
                </a:lnTo>
                <a:lnTo>
                  <a:pt x="1871142" y="1022326"/>
                </a:lnTo>
                <a:lnTo>
                  <a:pt x="1927451" y="1139566"/>
                </a:lnTo>
                <a:lnTo>
                  <a:pt x="1953934" y="1139566"/>
                </a:lnTo>
                <a:lnTo>
                  <a:pt x="2009985" y="1022294"/>
                </a:lnTo>
                <a:close/>
                <a:moveTo>
                  <a:pt x="6182249" y="1020751"/>
                </a:moveTo>
                <a:cubicBezTo>
                  <a:pt x="6173060" y="1021828"/>
                  <a:pt x="6164884" y="1024818"/>
                  <a:pt x="6157721" y="1029720"/>
                </a:cubicBezTo>
                <a:cubicBezTo>
                  <a:pt x="6150557" y="1034623"/>
                  <a:pt x="6144760" y="1041148"/>
                  <a:pt x="6140330" y="1049298"/>
                </a:cubicBezTo>
                <a:lnTo>
                  <a:pt x="6140330" y="1022294"/>
                </a:lnTo>
                <a:lnTo>
                  <a:pt x="6115673" y="1022294"/>
                </a:lnTo>
                <a:lnTo>
                  <a:pt x="6115673" y="1139566"/>
                </a:lnTo>
                <a:lnTo>
                  <a:pt x="6140330" y="1139566"/>
                </a:lnTo>
                <a:lnTo>
                  <a:pt x="6140330" y="1093275"/>
                </a:lnTo>
                <a:cubicBezTo>
                  <a:pt x="6140308" y="1079462"/>
                  <a:pt x="6143758" y="1068768"/>
                  <a:pt x="6150681" y="1061192"/>
                </a:cubicBezTo>
                <a:cubicBezTo>
                  <a:pt x="6157603" y="1053616"/>
                  <a:pt x="6168126" y="1050251"/>
                  <a:pt x="6182249" y="1051098"/>
                </a:cubicBezTo>
                <a:close/>
                <a:moveTo>
                  <a:pt x="2667524" y="1020751"/>
                </a:moveTo>
                <a:cubicBezTo>
                  <a:pt x="2658335" y="1021828"/>
                  <a:pt x="2650159" y="1024818"/>
                  <a:pt x="2642996" y="1029720"/>
                </a:cubicBezTo>
                <a:cubicBezTo>
                  <a:pt x="2635832" y="1034623"/>
                  <a:pt x="2630035" y="1041148"/>
                  <a:pt x="2625604" y="1049298"/>
                </a:cubicBezTo>
                <a:lnTo>
                  <a:pt x="2625604" y="1022294"/>
                </a:lnTo>
                <a:lnTo>
                  <a:pt x="2600948" y="1022294"/>
                </a:lnTo>
                <a:lnTo>
                  <a:pt x="2600948" y="1139566"/>
                </a:lnTo>
                <a:lnTo>
                  <a:pt x="2625604" y="1139566"/>
                </a:lnTo>
                <a:lnTo>
                  <a:pt x="2625604" y="1093275"/>
                </a:lnTo>
                <a:cubicBezTo>
                  <a:pt x="2625583" y="1079462"/>
                  <a:pt x="2629033" y="1068768"/>
                  <a:pt x="2635956" y="1061192"/>
                </a:cubicBezTo>
                <a:cubicBezTo>
                  <a:pt x="2642878" y="1053616"/>
                  <a:pt x="2653401" y="1050251"/>
                  <a:pt x="2667524" y="1051098"/>
                </a:cubicBezTo>
                <a:close/>
                <a:moveTo>
                  <a:pt x="6954051" y="1020269"/>
                </a:moveTo>
                <a:cubicBezTo>
                  <a:pt x="6944638" y="1020365"/>
                  <a:pt x="6936383" y="1022548"/>
                  <a:pt x="6929286" y="1026818"/>
                </a:cubicBezTo>
                <a:cubicBezTo>
                  <a:pt x="6922189" y="1031088"/>
                  <a:pt x="6916378" y="1036867"/>
                  <a:pt x="6911854" y="1044155"/>
                </a:cubicBezTo>
                <a:lnTo>
                  <a:pt x="6911854" y="1022324"/>
                </a:lnTo>
                <a:lnTo>
                  <a:pt x="6887198" y="1022324"/>
                </a:lnTo>
                <a:lnTo>
                  <a:pt x="6887198" y="1139566"/>
                </a:lnTo>
                <a:lnTo>
                  <a:pt x="6911854" y="1139566"/>
                </a:lnTo>
                <a:lnTo>
                  <a:pt x="6911854" y="1091217"/>
                </a:lnTo>
                <a:cubicBezTo>
                  <a:pt x="6911881" y="1077699"/>
                  <a:pt x="6914915" y="1066673"/>
                  <a:pt x="6920956" y="1058138"/>
                </a:cubicBezTo>
                <a:cubicBezTo>
                  <a:pt x="6926997" y="1049603"/>
                  <a:pt x="6935884" y="1045199"/>
                  <a:pt x="6947618" y="1044926"/>
                </a:cubicBezTo>
                <a:cubicBezTo>
                  <a:pt x="6957894" y="1045092"/>
                  <a:pt x="6965967" y="1048553"/>
                  <a:pt x="6971836" y="1055309"/>
                </a:cubicBezTo>
                <a:cubicBezTo>
                  <a:pt x="6977706" y="1062065"/>
                  <a:pt x="6980696" y="1071120"/>
                  <a:pt x="6980809" y="1082473"/>
                </a:cubicBezTo>
                <a:lnTo>
                  <a:pt x="6980809" y="1139566"/>
                </a:lnTo>
                <a:lnTo>
                  <a:pt x="7005466" y="1139566"/>
                </a:lnTo>
                <a:lnTo>
                  <a:pt x="7005466" y="1080416"/>
                </a:lnTo>
                <a:cubicBezTo>
                  <a:pt x="7005558" y="1063058"/>
                  <a:pt x="7001457" y="1048790"/>
                  <a:pt x="6993164" y="1037612"/>
                </a:cubicBezTo>
                <a:cubicBezTo>
                  <a:pt x="6984870" y="1026434"/>
                  <a:pt x="6971833" y="1020653"/>
                  <a:pt x="6954051" y="1020269"/>
                </a:cubicBezTo>
                <a:close/>
                <a:moveTo>
                  <a:pt x="6654153" y="1020269"/>
                </a:moveTo>
                <a:cubicBezTo>
                  <a:pt x="6642521" y="1020399"/>
                  <a:pt x="6631970" y="1023165"/>
                  <a:pt x="6622498" y="1028567"/>
                </a:cubicBezTo>
                <a:cubicBezTo>
                  <a:pt x="6613027" y="1033970"/>
                  <a:pt x="6605471" y="1041231"/>
                  <a:pt x="6599830" y="1050350"/>
                </a:cubicBezTo>
                <a:cubicBezTo>
                  <a:pt x="6594190" y="1059469"/>
                  <a:pt x="6591300" y="1069668"/>
                  <a:pt x="6591161" y="1080946"/>
                </a:cubicBezTo>
                <a:cubicBezTo>
                  <a:pt x="6591300" y="1092306"/>
                  <a:pt x="6594190" y="1102543"/>
                  <a:pt x="6599830" y="1111657"/>
                </a:cubicBezTo>
                <a:cubicBezTo>
                  <a:pt x="6605471" y="1120772"/>
                  <a:pt x="6613027" y="1128013"/>
                  <a:pt x="6622498" y="1133382"/>
                </a:cubicBezTo>
                <a:cubicBezTo>
                  <a:pt x="6631969" y="1138751"/>
                  <a:pt x="6642521" y="1141499"/>
                  <a:pt x="6654153" y="1141623"/>
                </a:cubicBezTo>
                <a:cubicBezTo>
                  <a:pt x="6665780" y="1141499"/>
                  <a:pt x="6676310" y="1138751"/>
                  <a:pt x="6685740" y="1133382"/>
                </a:cubicBezTo>
                <a:cubicBezTo>
                  <a:pt x="6695170" y="1128013"/>
                  <a:pt x="6702685" y="1120772"/>
                  <a:pt x="6708284" y="1111657"/>
                </a:cubicBezTo>
                <a:cubicBezTo>
                  <a:pt x="6713883" y="1102543"/>
                  <a:pt x="6716751" y="1092306"/>
                  <a:pt x="6716887" y="1080946"/>
                </a:cubicBezTo>
                <a:cubicBezTo>
                  <a:pt x="6716751" y="1069668"/>
                  <a:pt x="6713883" y="1059469"/>
                  <a:pt x="6708284" y="1050350"/>
                </a:cubicBezTo>
                <a:cubicBezTo>
                  <a:pt x="6702685" y="1041231"/>
                  <a:pt x="6695170" y="1033970"/>
                  <a:pt x="6685740" y="1028567"/>
                </a:cubicBezTo>
                <a:cubicBezTo>
                  <a:pt x="6676310" y="1023165"/>
                  <a:pt x="6665780" y="1020399"/>
                  <a:pt x="6654153" y="1020269"/>
                </a:cubicBezTo>
                <a:close/>
                <a:moveTo>
                  <a:pt x="6435587" y="1020269"/>
                </a:moveTo>
                <a:cubicBezTo>
                  <a:pt x="6426972" y="1020360"/>
                  <a:pt x="6419499" y="1022297"/>
                  <a:pt x="6413168" y="1026080"/>
                </a:cubicBezTo>
                <a:cubicBezTo>
                  <a:pt x="6406837" y="1029863"/>
                  <a:pt x="6401616" y="1034946"/>
                  <a:pt x="6397505" y="1041330"/>
                </a:cubicBezTo>
                <a:lnTo>
                  <a:pt x="6397505" y="1022324"/>
                </a:lnTo>
                <a:lnTo>
                  <a:pt x="6372848" y="1022324"/>
                </a:lnTo>
                <a:lnTo>
                  <a:pt x="6372848" y="1139566"/>
                </a:lnTo>
                <a:lnTo>
                  <a:pt x="6397505" y="1139566"/>
                </a:lnTo>
                <a:lnTo>
                  <a:pt x="6397505" y="1089160"/>
                </a:lnTo>
                <a:cubicBezTo>
                  <a:pt x="6397461" y="1081975"/>
                  <a:pt x="6398462" y="1075028"/>
                  <a:pt x="6400506" y="1068319"/>
                </a:cubicBezTo>
                <a:cubicBezTo>
                  <a:pt x="6402551" y="1061610"/>
                  <a:pt x="6405895" y="1056073"/>
                  <a:pt x="6410542" y="1051707"/>
                </a:cubicBezTo>
                <a:cubicBezTo>
                  <a:pt x="6415187" y="1047342"/>
                  <a:pt x="6421392" y="1045081"/>
                  <a:pt x="6429154" y="1044926"/>
                </a:cubicBezTo>
                <a:cubicBezTo>
                  <a:pt x="6439248" y="1045220"/>
                  <a:pt x="6446592" y="1048939"/>
                  <a:pt x="6451186" y="1056081"/>
                </a:cubicBezTo>
                <a:cubicBezTo>
                  <a:pt x="6455780" y="1063223"/>
                  <a:pt x="6458042" y="1072020"/>
                  <a:pt x="6457973" y="1082473"/>
                </a:cubicBezTo>
                <a:lnTo>
                  <a:pt x="6457973" y="1139566"/>
                </a:lnTo>
                <a:lnTo>
                  <a:pt x="6482629" y="1139566"/>
                </a:lnTo>
                <a:lnTo>
                  <a:pt x="6482629" y="1089160"/>
                </a:lnTo>
                <a:cubicBezTo>
                  <a:pt x="6482585" y="1081975"/>
                  <a:pt x="6483589" y="1075028"/>
                  <a:pt x="6485641" y="1068319"/>
                </a:cubicBezTo>
                <a:cubicBezTo>
                  <a:pt x="6487693" y="1061610"/>
                  <a:pt x="6491060" y="1056073"/>
                  <a:pt x="6495743" y="1051707"/>
                </a:cubicBezTo>
                <a:cubicBezTo>
                  <a:pt x="6500425" y="1047342"/>
                  <a:pt x="6506689" y="1045081"/>
                  <a:pt x="6514536" y="1044926"/>
                </a:cubicBezTo>
                <a:cubicBezTo>
                  <a:pt x="6524517" y="1045220"/>
                  <a:pt x="6531829" y="1048939"/>
                  <a:pt x="6536472" y="1056081"/>
                </a:cubicBezTo>
                <a:cubicBezTo>
                  <a:pt x="6541114" y="1063223"/>
                  <a:pt x="6543408" y="1072020"/>
                  <a:pt x="6543355" y="1082473"/>
                </a:cubicBezTo>
                <a:lnTo>
                  <a:pt x="6543355" y="1139566"/>
                </a:lnTo>
                <a:lnTo>
                  <a:pt x="6568012" y="1139566"/>
                </a:lnTo>
                <a:lnTo>
                  <a:pt x="6568012" y="1080416"/>
                </a:lnTo>
                <a:cubicBezTo>
                  <a:pt x="6568189" y="1063058"/>
                  <a:pt x="6564431" y="1048790"/>
                  <a:pt x="6556737" y="1037612"/>
                </a:cubicBezTo>
                <a:cubicBezTo>
                  <a:pt x="6549043" y="1026434"/>
                  <a:pt x="6536348" y="1020653"/>
                  <a:pt x="6518653" y="1020269"/>
                </a:cubicBezTo>
                <a:cubicBezTo>
                  <a:pt x="6509105" y="1020387"/>
                  <a:pt x="6500733" y="1022720"/>
                  <a:pt x="6493534" y="1027268"/>
                </a:cubicBezTo>
                <a:cubicBezTo>
                  <a:pt x="6486336" y="1031816"/>
                  <a:pt x="6480475" y="1037874"/>
                  <a:pt x="6475952" y="1045440"/>
                </a:cubicBezTo>
                <a:cubicBezTo>
                  <a:pt x="6472378" y="1037649"/>
                  <a:pt x="6467453" y="1031527"/>
                  <a:pt x="6461177" y="1027075"/>
                </a:cubicBezTo>
                <a:cubicBezTo>
                  <a:pt x="6454902" y="1022623"/>
                  <a:pt x="6446372" y="1020355"/>
                  <a:pt x="6435587" y="1020269"/>
                </a:cubicBezTo>
                <a:close/>
                <a:moveTo>
                  <a:pt x="6025502" y="1020269"/>
                </a:moveTo>
                <a:cubicBezTo>
                  <a:pt x="6013871" y="1020399"/>
                  <a:pt x="6003320" y="1023165"/>
                  <a:pt x="5993848" y="1028567"/>
                </a:cubicBezTo>
                <a:cubicBezTo>
                  <a:pt x="5984377" y="1033970"/>
                  <a:pt x="5976821" y="1041231"/>
                  <a:pt x="5971180" y="1050350"/>
                </a:cubicBezTo>
                <a:cubicBezTo>
                  <a:pt x="5965540" y="1059469"/>
                  <a:pt x="5962650" y="1069668"/>
                  <a:pt x="5962510" y="1080946"/>
                </a:cubicBezTo>
                <a:cubicBezTo>
                  <a:pt x="5962650" y="1092306"/>
                  <a:pt x="5965540" y="1102543"/>
                  <a:pt x="5971180" y="1111657"/>
                </a:cubicBezTo>
                <a:cubicBezTo>
                  <a:pt x="5976821" y="1120772"/>
                  <a:pt x="5984377" y="1128013"/>
                  <a:pt x="5993848" y="1133382"/>
                </a:cubicBezTo>
                <a:cubicBezTo>
                  <a:pt x="6003320" y="1138751"/>
                  <a:pt x="6013871" y="1141499"/>
                  <a:pt x="6025502" y="1141623"/>
                </a:cubicBezTo>
                <a:cubicBezTo>
                  <a:pt x="6037131" y="1141499"/>
                  <a:pt x="6047660" y="1138751"/>
                  <a:pt x="6057090" y="1133382"/>
                </a:cubicBezTo>
                <a:cubicBezTo>
                  <a:pt x="6066520" y="1128013"/>
                  <a:pt x="6074035" y="1120772"/>
                  <a:pt x="6079634" y="1111657"/>
                </a:cubicBezTo>
                <a:cubicBezTo>
                  <a:pt x="6085233" y="1102543"/>
                  <a:pt x="6088101" y="1092306"/>
                  <a:pt x="6088237" y="1080946"/>
                </a:cubicBezTo>
                <a:cubicBezTo>
                  <a:pt x="6088101" y="1069668"/>
                  <a:pt x="6085233" y="1059469"/>
                  <a:pt x="6079634" y="1050350"/>
                </a:cubicBezTo>
                <a:cubicBezTo>
                  <a:pt x="6074035" y="1041231"/>
                  <a:pt x="6066520" y="1033970"/>
                  <a:pt x="6057090" y="1028567"/>
                </a:cubicBezTo>
                <a:cubicBezTo>
                  <a:pt x="6047660" y="1023165"/>
                  <a:pt x="6037131" y="1020399"/>
                  <a:pt x="6025502" y="1020269"/>
                </a:cubicBezTo>
                <a:close/>
                <a:moveTo>
                  <a:pt x="5868986" y="1020269"/>
                </a:moveTo>
                <a:cubicBezTo>
                  <a:pt x="5857649" y="1020399"/>
                  <a:pt x="5847568" y="1023165"/>
                  <a:pt x="5838743" y="1028567"/>
                </a:cubicBezTo>
                <a:cubicBezTo>
                  <a:pt x="5829918" y="1033970"/>
                  <a:pt x="5822965" y="1041231"/>
                  <a:pt x="5817885" y="1050350"/>
                </a:cubicBezTo>
                <a:cubicBezTo>
                  <a:pt x="5812805" y="1059469"/>
                  <a:pt x="5810213" y="1069668"/>
                  <a:pt x="5810110" y="1080946"/>
                </a:cubicBezTo>
                <a:cubicBezTo>
                  <a:pt x="5810457" y="1098220"/>
                  <a:pt x="5816057" y="1112546"/>
                  <a:pt x="5826910" y="1123924"/>
                </a:cubicBezTo>
                <a:cubicBezTo>
                  <a:pt x="5837762" y="1135302"/>
                  <a:pt x="5851788" y="1141202"/>
                  <a:pt x="5868986" y="1141623"/>
                </a:cubicBezTo>
                <a:cubicBezTo>
                  <a:pt x="5877138" y="1141538"/>
                  <a:pt x="5884632" y="1139783"/>
                  <a:pt x="5891466" y="1136358"/>
                </a:cubicBezTo>
                <a:cubicBezTo>
                  <a:pt x="5898301" y="1132934"/>
                  <a:pt x="5904186" y="1128353"/>
                  <a:pt x="5909123" y="1122617"/>
                </a:cubicBezTo>
                <a:lnTo>
                  <a:pt x="5909123" y="1134432"/>
                </a:lnTo>
                <a:cubicBezTo>
                  <a:pt x="5909134" y="1140218"/>
                  <a:pt x="5907768" y="1145824"/>
                  <a:pt x="5905025" y="1151250"/>
                </a:cubicBezTo>
                <a:cubicBezTo>
                  <a:pt x="5902282" y="1156677"/>
                  <a:pt x="5898096" y="1161160"/>
                  <a:pt x="5892466" y="1164701"/>
                </a:cubicBezTo>
                <a:cubicBezTo>
                  <a:pt x="5886835" y="1168241"/>
                  <a:pt x="5879695" y="1170075"/>
                  <a:pt x="5871044" y="1170202"/>
                </a:cubicBezTo>
                <a:cubicBezTo>
                  <a:pt x="5860511" y="1169912"/>
                  <a:pt x="5852182" y="1168110"/>
                  <a:pt x="5846055" y="1164795"/>
                </a:cubicBezTo>
                <a:cubicBezTo>
                  <a:pt x="5839929" y="1161480"/>
                  <a:pt x="5835910" y="1158391"/>
                  <a:pt x="5833999" y="1155527"/>
                </a:cubicBezTo>
                <a:lnTo>
                  <a:pt x="5813964" y="1169172"/>
                </a:lnTo>
                <a:cubicBezTo>
                  <a:pt x="5818056" y="1175648"/>
                  <a:pt x="5824834" y="1181513"/>
                  <a:pt x="5834298" y="1186768"/>
                </a:cubicBezTo>
                <a:cubicBezTo>
                  <a:pt x="5843761" y="1192023"/>
                  <a:pt x="5856009" y="1194806"/>
                  <a:pt x="5871044" y="1195116"/>
                </a:cubicBezTo>
                <a:cubicBezTo>
                  <a:pt x="5889192" y="1194903"/>
                  <a:pt x="5904086" y="1189421"/>
                  <a:pt x="5915726" y="1178669"/>
                </a:cubicBezTo>
                <a:cubicBezTo>
                  <a:pt x="5927367" y="1167917"/>
                  <a:pt x="5933385" y="1153172"/>
                  <a:pt x="5933779" y="1134432"/>
                </a:cubicBezTo>
                <a:lnTo>
                  <a:pt x="5933779" y="1022324"/>
                </a:lnTo>
                <a:lnTo>
                  <a:pt x="5909123" y="1022324"/>
                </a:lnTo>
                <a:lnTo>
                  <a:pt x="5909123" y="1039532"/>
                </a:lnTo>
                <a:cubicBezTo>
                  <a:pt x="5904186" y="1033785"/>
                  <a:pt x="5898301" y="1029162"/>
                  <a:pt x="5891466" y="1025663"/>
                </a:cubicBezTo>
                <a:cubicBezTo>
                  <a:pt x="5884632" y="1022163"/>
                  <a:pt x="5877138" y="1020365"/>
                  <a:pt x="5868986" y="1020269"/>
                </a:cubicBezTo>
                <a:close/>
                <a:moveTo>
                  <a:pt x="5675145" y="1020269"/>
                </a:moveTo>
                <a:cubicBezTo>
                  <a:pt x="5665238" y="1020494"/>
                  <a:pt x="5656043" y="1022484"/>
                  <a:pt x="5647558" y="1026241"/>
                </a:cubicBezTo>
                <a:cubicBezTo>
                  <a:pt x="5639074" y="1029997"/>
                  <a:pt x="5632071" y="1034170"/>
                  <a:pt x="5626549" y="1038761"/>
                </a:cubicBezTo>
                <a:lnTo>
                  <a:pt x="5638363" y="1058574"/>
                </a:lnTo>
                <a:cubicBezTo>
                  <a:pt x="5641270" y="1056090"/>
                  <a:pt x="5645929" y="1053268"/>
                  <a:pt x="5652344" y="1050108"/>
                </a:cubicBezTo>
                <a:cubicBezTo>
                  <a:pt x="5658758" y="1046948"/>
                  <a:pt x="5665672" y="1045221"/>
                  <a:pt x="5673086" y="1044926"/>
                </a:cubicBezTo>
                <a:cubicBezTo>
                  <a:pt x="5682914" y="1044979"/>
                  <a:pt x="5689701" y="1047061"/>
                  <a:pt x="5693448" y="1051171"/>
                </a:cubicBezTo>
                <a:cubicBezTo>
                  <a:pt x="5697195" y="1055280"/>
                  <a:pt x="5699158" y="1061096"/>
                  <a:pt x="5699335" y="1068618"/>
                </a:cubicBezTo>
                <a:lnTo>
                  <a:pt x="5680807" y="1068618"/>
                </a:lnTo>
                <a:cubicBezTo>
                  <a:pt x="5672549" y="1068486"/>
                  <a:pt x="5663937" y="1069349"/>
                  <a:pt x="5654971" y="1071206"/>
                </a:cubicBezTo>
                <a:cubicBezTo>
                  <a:pt x="5646006" y="1073064"/>
                  <a:pt x="5638369" y="1076707"/>
                  <a:pt x="5632063" y="1082135"/>
                </a:cubicBezTo>
                <a:cubicBezTo>
                  <a:pt x="5625756" y="1087564"/>
                  <a:pt x="5622463" y="1095569"/>
                  <a:pt x="5622182" y="1106150"/>
                </a:cubicBezTo>
                <a:cubicBezTo>
                  <a:pt x="5622476" y="1116969"/>
                  <a:pt x="5626640" y="1125550"/>
                  <a:pt x="5634676" y="1131893"/>
                </a:cubicBezTo>
                <a:cubicBezTo>
                  <a:pt x="5642711" y="1138236"/>
                  <a:pt x="5652855" y="1141480"/>
                  <a:pt x="5665109" y="1141623"/>
                </a:cubicBezTo>
                <a:cubicBezTo>
                  <a:pt x="5673065" y="1141538"/>
                  <a:pt x="5679863" y="1140168"/>
                  <a:pt x="5685503" y="1137515"/>
                </a:cubicBezTo>
                <a:cubicBezTo>
                  <a:pt x="5691143" y="1134862"/>
                  <a:pt x="5695753" y="1131438"/>
                  <a:pt x="5699335" y="1127244"/>
                </a:cubicBezTo>
                <a:lnTo>
                  <a:pt x="5699335" y="1139566"/>
                </a:lnTo>
                <a:lnTo>
                  <a:pt x="5723992" y="1139566"/>
                </a:lnTo>
                <a:lnTo>
                  <a:pt x="5723992" y="1072213"/>
                </a:lnTo>
                <a:cubicBezTo>
                  <a:pt x="5724046" y="1055301"/>
                  <a:pt x="5720084" y="1042430"/>
                  <a:pt x="5712106" y="1033600"/>
                </a:cubicBezTo>
                <a:cubicBezTo>
                  <a:pt x="5704129" y="1024770"/>
                  <a:pt x="5691809" y="1020327"/>
                  <a:pt x="5675145" y="1020269"/>
                </a:cubicBezTo>
                <a:close/>
                <a:moveTo>
                  <a:pt x="5454002" y="1020269"/>
                </a:moveTo>
                <a:cubicBezTo>
                  <a:pt x="5442371" y="1020399"/>
                  <a:pt x="5431820" y="1023165"/>
                  <a:pt x="5422348" y="1028567"/>
                </a:cubicBezTo>
                <a:cubicBezTo>
                  <a:pt x="5412877" y="1033970"/>
                  <a:pt x="5405321" y="1041231"/>
                  <a:pt x="5399680" y="1050350"/>
                </a:cubicBezTo>
                <a:cubicBezTo>
                  <a:pt x="5394040" y="1059469"/>
                  <a:pt x="5391150" y="1069668"/>
                  <a:pt x="5391011" y="1080946"/>
                </a:cubicBezTo>
                <a:cubicBezTo>
                  <a:pt x="5391150" y="1092306"/>
                  <a:pt x="5394040" y="1102543"/>
                  <a:pt x="5399680" y="1111657"/>
                </a:cubicBezTo>
                <a:cubicBezTo>
                  <a:pt x="5405321" y="1120772"/>
                  <a:pt x="5412877" y="1128013"/>
                  <a:pt x="5422348" y="1133382"/>
                </a:cubicBezTo>
                <a:cubicBezTo>
                  <a:pt x="5431819" y="1138751"/>
                  <a:pt x="5442371" y="1141499"/>
                  <a:pt x="5454002" y="1141623"/>
                </a:cubicBezTo>
                <a:cubicBezTo>
                  <a:pt x="5465631" y="1141499"/>
                  <a:pt x="5476160" y="1138751"/>
                  <a:pt x="5485590" y="1133382"/>
                </a:cubicBezTo>
                <a:cubicBezTo>
                  <a:pt x="5495020" y="1128013"/>
                  <a:pt x="5502535" y="1120772"/>
                  <a:pt x="5508134" y="1111657"/>
                </a:cubicBezTo>
                <a:cubicBezTo>
                  <a:pt x="5513733" y="1102543"/>
                  <a:pt x="5516601" y="1092306"/>
                  <a:pt x="5516737" y="1080946"/>
                </a:cubicBezTo>
                <a:cubicBezTo>
                  <a:pt x="5516601" y="1069668"/>
                  <a:pt x="5513733" y="1059469"/>
                  <a:pt x="5508134" y="1050350"/>
                </a:cubicBezTo>
                <a:cubicBezTo>
                  <a:pt x="5502535" y="1041231"/>
                  <a:pt x="5495020" y="1033970"/>
                  <a:pt x="5485590" y="1028567"/>
                </a:cubicBezTo>
                <a:cubicBezTo>
                  <a:pt x="5476160" y="1023165"/>
                  <a:pt x="5465631" y="1020399"/>
                  <a:pt x="5454002" y="1020269"/>
                </a:cubicBezTo>
                <a:close/>
                <a:moveTo>
                  <a:pt x="5168252" y="1020269"/>
                </a:moveTo>
                <a:cubicBezTo>
                  <a:pt x="5156621" y="1020399"/>
                  <a:pt x="5146070" y="1023165"/>
                  <a:pt x="5136598" y="1028567"/>
                </a:cubicBezTo>
                <a:cubicBezTo>
                  <a:pt x="5127127" y="1033970"/>
                  <a:pt x="5119571" y="1041231"/>
                  <a:pt x="5113930" y="1050350"/>
                </a:cubicBezTo>
                <a:cubicBezTo>
                  <a:pt x="5108290" y="1059469"/>
                  <a:pt x="5105400" y="1069668"/>
                  <a:pt x="5105260" y="1080946"/>
                </a:cubicBezTo>
                <a:cubicBezTo>
                  <a:pt x="5105400" y="1092306"/>
                  <a:pt x="5108290" y="1102543"/>
                  <a:pt x="5113930" y="1111657"/>
                </a:cubicBezTo>
                <a:cubicBezTo>
                  <a:pt x="5119571" y="1120772"/>
                  <a:pt x="5127127" y="1128013"/>
                  <a:pt x="5136598" y="1133382"/>
                </a:cubicBezTo>
                <a:cubicBezTo>
                  <a:pt x="5146070" y="1138751"/>
                  <a:pt x="5156621" y="1141499"/>
                  <a:pt x="5168252" y="1141623"/>
                </a:cubicBezTo>
                <a:cubicBezTo>
                  <a:pt x="5179881" y="1141499"/>
                  <a:pt x="5190410" y="1138751"/>
                  <a:pt x="5199840" y="1133382"/>
                </a:cubicBezTo>
                <a:cubicBezTo>
                  <a:pt x="5209270" y="1128013"/>
                  <a:pt x="5216785" y="1120772"/>
                  <a:pt x="5222384" y="1111657"/>
                </a:cubicBezTo>
                <a:cubicBezTo>
                  <a:pt x="5227983" y="1102543"/>
                  <a:pt x="5230851" y="1092306"/>
                  <a:pt x="5230987" y="1080946"/>
                </a:cubicBezTo>
                <a:cubicBezTo>
                  <a:pt x="5230851" y="1069668"/>
                  <a:pt x="5227983" y="1059469"/>
                  <a:pt x="5222384" y="1050350"/>
                </a:cubicBezTo>
                <a:cubicBezTo>
                  <a:pt x="5216785" y="1041231"/>
                  <a:pt x="5209270" y="1033970"/>
                  <a:pt x="5199840" y="1028567"/>
                </a:cubicBezTo>
                <a:cubicBezTo>
                  <a:pt x="5190410" y="1023165"/>
                  <a:pt x="5179881" y="1020399"/>
                  <a:pt x="5168252" y="1020269"/>
                </a:cubicBezTo>
                <a:close/>
                <a:moveTo>
                  <a:pt x="4877601" y="1020269"/>
                </a:moveTo>
                <a:cubicBezTo>
                  <a:pt x="4868188" y="1020365"/>
                  <a:pt x="4859933" y="1022548"/>
                  <a:pt x="4852836" y="1026818"/>
                </a:cubicBezTo>
                <a:cubicBezTo>
                  <a:pt x="4845739" y="1031088"/>
                  <a:pt x="4839928" y="1036867"/>
                  <a:pt x="4835404" y="1044155"/>
                </a:cubicBezTo>
                <a:lnTo>
                  <a:pt x="4835404" y="1022324"/>
                </a:lnTo>
                <a:lnTo>
                  <a:pt x="4810748" y="1022324"/>
                </a:lnTo>
                <a:lnTo>
                  <a:pt x="4810748" y="1139566"/>
                </a:lnTo>
                <a:lnTo>
                  <a:pt x="4835404" y="1139566"/>
                </a:lnTo>
                <a:lnTo>
                  <a:pt x="4835404" y="1091217"/>
                </a:lnTo>
                <a:cubicBezTo>
                  <a:pt x="4835431" y="1077699"/>
                  <a:pt x="4838465" y="1066673"/>
                  <a:pt x="4844506" y="1058138"/>
                </a:cubicBezTo>
                <a:cubicBezTo>
                  <a:pt x="4850547" y="1049603"/>
                  <a:pt x="4859435" y="1045199"/>
                  <a:pt x="4871169" y="1044926"/>
                </a:cubicBezTo>
                <a:cubicBezTo>
                  <a:pt x="4881444" y="1045092"/>
                  <a:pt x="4889517" y="1048553"/>
                  <a:pt x="4895386" y="1055309"/>
                </a:cubicBezTo>
                <a:cubicBezTo>
                  <a:pt x="4901256" y="1062065"/>
                  <a:pt x="4904247" y="1071120"/>
                  <a:pt x="4904359" y="1082473"/>
                </a:cubicBezTo>
                <a:lnTo>
                  <a:pt x="4904359" y="1139566"/>
                </a:lnTo>
                <a:lnTo>
                  <a:pt x="4929016" y="1139566"/>
                </a:lnTo>
                <a:lnTo>
                  <a:pt x="4929016" y="1080416"/>
                </a:lnTo>
                <a:cubicBezTo>
                  <a:pt x="4929108" y="1063058"/>
                  <a:pt x="4925007" y="1048790"/>
                  <a:pt x="4916714" y="1037612"/>
                </a:cubicBezTo>
                <a:cubicBezTo>
                  <a:pt x="4908420" y="1026434"/>
                  <a:pt x="4895383" y="1020653"/>
                  <a:pt x="4877601" y="1020269"/>
                </a:cubicBezTo>
                <a:close/>
                <a:moveTo>
                  <a:pt x="4629951" y="1020269"/>
                </a:moveTo>
                <a:cubicBezTo>
                  <a:pt x="4620538" y="1020365"/>
                  <a:pt x="4612283" y="1022548"/>
                  <a:pt x="4605186" y="1026818"/>
                </a:cubicBezTo>
                <a:cubicBezTo>
                  <a:pt x="4598089" y="1031088"/>
                  <a:pt x="4592278" y="1036867"/>
                  <a:pt x="4587754" y="1044155"/>
                </a:cubicBezTo>
                <a:lnTo>
                  <a:pt x="4587754" y="1022324"/>
                </a:lnTo>
                <a:lnTo>
                  <a:pt x="4563098" y="1022324"/>
                </a:lnTo>
                <a:lnTo>
                  <a:pt x="4563098" y="1139566"/>
                </a:lnTo>
                <a:lnTo>
                  <a:pt x="4587754" y="1139566"/>
                </a:lnTo>
                <a:lnTo>
                  <a:pt x="4587754" y="1091217"/>
                </a:lnTo>
                <a:cubicBezTo>
                  <a:pt x="4587781" y="1077699"/>
                  <a:pt x="4590815" y="1066673"/>
                  <a:pt x="4596856" y="1058138"/>
                </a:cubicBezTo>
                <a:cubicBezTo>
                  <a:pt x="4602897" y="1049603"/>
                  <a:pt x="4611785" y="1045199"/>
                  <a:pt x="4623519" y="1044926"/>
                </a:cubicBezTo>
                <a:cubicBezTo>
                  <a:pt x="4633794" y="1045092"/>
                  <a:pt x="4641867" y="1048553"/>
                  <a:pt x="4647736" y="1055309"/>
                </a:cubicBezTo>
                <a:cubicBezTo>
                  <a:pt x="4653606" y="1062065"/>
                  <a:pt x="4656597" y="1071120"/>
                  <a:pt x="4656709" y="1082473"/>
                </a:cubicBezTo>
                <a:lnTo>
                  <a:pt x="4656709" y="1139566"/>
                </a:lnTo>
                <a:lnTo>
                  <a:pt x="4681366" y="1139566"/>
                </a:lnTo>
                <a:lnTo>
                  <a:pt x="4681366" y="1080416"/>
                </a:lnTo>
                <a:cubicBezTo>
                  <a:pt x="4681458" y="1063058"/>
                  <a:pt x="4677357" y="1048790"/>
                  <a:pt x="4669064" y="1037612"/>
                </a:cubicBezTo>
                <a:cubicBezTo>
                  <a:pt x="4660770" y="1026434"/>
                  <a:pt x="4647733" y="1020653"/>
                  <a:pt x="4629951" y="1020269"/>
                </a:cubicBezTo>
                <a:close/>
                <a:moveTo>
                  <a:pt x="3960646" y="1020269"/>
                </a:moveTo>
                <a:cubicBezTo>
                  <a:pt x="3950738" y="1020494"/>
                  <a:pt x="3941543" y="1022484"/>
                  <a:pt x="3933058" y="1026241"/>
                </a:cubicBezTo>
                <a:cubicBezTo>
                  <a:pt x="3924574" y="1029997"/>
                  <a:pt x="3917571" y="1034170"/>
                  <a:pt x="3912049" y="1038761"/>
                </a:cubicBezTo>
                <a:lnTo>
                  <a:pt x="3923863" y="1058574"/>
                </a:lnTo>
                <a:cubicBezTo>
                  <a:pt x="3926769" y="1056090"/>
                  <a:pt x="3931430" y="1053268"/>
                  <a:pt x="3937844" y="1050108"/>
                </a:cubicBezTo>
                <a:cubicBezTo>
                  <a:pt x="3944258" y="1046948"/>
                  <a:pt x="3951172" y="1045221"/>
                  <a:pt x="3958587" y="1044926"/>
                </a:cubicBezTo>
                <a:cubicBezTo>
                  <a:pt x="3968414" y="1044979"/>
                  <a:pt x="3975201" y="1047061"/>
                  <a:pt x="3978948" y="1051171"/>
                </a:cubicBezTo>
                <a:cubicBezTo>
                  <a:pt x="3982696" y="1055280"/>
                  <a:pt x="3984658" y="1061096"/>
                  <a:pt x="3984835" y="1068618"/>
                </a:cubicBezTo>
                <a:lnTo>
                  <a:pt x="3966307" y="1068618"/>
                </a:lnTo>
                <a:cubicBezTo>
                  <a:pt x="3958049" y="1068486"/>
                  <a:pt x="3949437" y="1069349"/>
                  <a:pt x="3940471" y="1071206"/>
                </a:cubicBezTo>
                <a:cubicBezTo>
                  <a:pt x="3931506" y="1073064"/>
                  <a:pt x="3923870" y="1076707"/>
                  <a:pt x="3917563" y="1082135"/>
                </a:cubicBezTo>
                <a:cubicBezTo>
                  <a:pt x="3911257" y="1087564"/>
                  <a:pt x="3907963" y="1095569"/>
                  <a:pt x="3907683" y="1106150"/>
                </a:cubicBezTo>
                <a:cubicBezTo>
                  <a:pt x="3907976" y="1116969"/>
                  <a:pt x="3912141" y="1125550"/>
                  <a:pt x="3920176" y="1131893"/>
                </a:cubicBezTo>
                <a:cubicBezTo>
                  <a:pt x="3928211" y="1138236"/>
                  <a:pt x="3938356" y="1141480"/>
                  <a:pt x="3950610" y="1141623"/>
                </a:cubicBezTo>
                <a:cubicBezTo>
                  <a:pt x="3958565" y="1141538"/>
                  <a:pt x="3965363" y="1140168"/>
                  <a:pt x="3971003" y="1137515"/>
                </a:cubicBezTo>
                <a:cubicBezTo>
                  <a:pt x="3976643" y="1134862"/>
                  <a:pt x="3981254" y="1131438"/>
                  <a:pt x="3984835" y="1127244"/>
                </a:cubicBezTo>
                <a:lnTo>
                  <a:pt x="3984835" y="1139566"/>
                </a:lnTo>
                <a:lnTo>
                  <a:pt x="4009492" y="1139566"/>
                </a:lnTo>
                <a:lnTo>
                  <a:pt x="4009492" y="1072213"/>
                </a:lnTo>
                <a:cubicBezTo>
                  <a:pt x="4009546" y="1055301"/>
                  <a:pt x="4005585" y="1042430"/>
                  <a:pt x="3997607" y="1033600"/>
                </a:cubicBezTo>
                <a:cubicBezTo>
                  <a:pt x="3989629" y="1024770"/>
                  <a:pt x="3977309" y="1020327"/>
                  <a:pt x="3960646" y="1020269"/>
                </a:cubicBezTo>
                <a:close/>
                <a:moveTo>
                  <a:pt x="3767804" y="1020269"/>
                </a:moveTo>
                <a:cubicBezTo>
                  <a:pt x="3756262" y="1020399"/>
                  <a:pt x="3745775" y="1023165"/>
                  <a:pt x="3736342" y="1028567"/>
                </a:cubicBezTo>
                <a:cubicBezTo>
                  <a:pt x="3726909" y="1033970"/>
                  <a:pt x="3719377" y="1041231"/>
                  <a:pt x="3713745" y="1050350"/>
                </a:cubicBezTo>
                <a:cubicBezTo>
                  <a:pt x="3708113" y="1059469"/>
                  <a:pt x="3705227" y="1069668"/>
                  <a:pt x="3705086" y="1080946"/>
                </a:cubicBezTo>
                <a:cubicBezTo>
                  <a:pt x="3705227" y="1092306"/>
                  <a:pt x="3708113" y="1102543"/>
                  <a:pt x="3713745" y="1111657"/>
                </a:cubicBezTo>
                <a:cubicBezTo>
                  <a:pt x="3719377" y="1120772"/>
                  <a:pt x="3726909" y="1128013"/>
                  <a:pt x="3736342" y="1133382"/>
                </a:cubicBezTo>
                <a:cubicBezTo>
                  <a:pt x="3745775" y="1138751"/>
                  <a:pt x="3756262" y="1141499"/>
                  <a:pt x="3767804" y="1141623"/>
                </a:cubicBezTo>
                <a:cubicBezTo>
                  <a:pt x="3779115" y="1141511"/>
                  <a:pt x="3789412" y="1138910"/>
                  <a:pt x="3798697" y="1133821"/>
                </a:cubicBezTo>
                <a:cubicBezTo>
                  <a:pt x="3807983" y="1128732"/>
                  <a:pt x="3815515" y="1121827"/>
                  <a:pt x="3821297" y="1113107"/>
                </a:cubicBezTo>
                <a:lnTo>
                  <a:pt x="3798665" y="1099986"/>
                </a:lnTo>
                <a:cubicBezTo>
                  <a:pt x="3795386" y="1105196"/>
                  <a:pt x="3791079" y="1109312"/>
                  <a:pt x="3785742" y="1112336"/>
                </a:cubicBezTo>
                <a:cubicBezTo>
                  <a:pt x="3780406" y="1115359"/>
                  <a:pt x="3774427" y="1116903"/>
                  <a:pt x="3767804" y="1116967"/>
                </a:cubicBezTo>
                <a:cubicBezTo>
                  <a:pt x="3757640" y="1116720"/>
                  <a:pt x="3749164" y="1113225"/>
                  <a:pt x="3742376" y="1106482"/>
                </a:cubicBezTo>
                <a:cubicBezTo>
                  <a:pt x="3735588" y="1099739"/>
                  <a:pt x="3732062" y="1091227"/>
                  <a:pt x="3731800" y="1080946"/>
                </a:cubicBezTo>
                <a:cubicBezTo>
                  <a:pt x="3732062" y="1070778"/>
                  <a:pt x="3735588" y="1062298"/>
                  <a:pt x="3742376" y="1055507"/>
                </a:cubicBezTo>
                <a:cubicBezTo>
                  <a:pt x="3749164" y="1048715"/>
                  <a:pt x="3757640" y="1045188"/>
                  <a:pt x="3767804" y="1044926"/>
                </a:cubicBezTo>
                <a:cubicBezTo>
                  <a:pt x="3774427" y="1045006"/>
                  <a:pt x="3780406" y="1046582"/>
                  <a:pt x="3785742" y="1049654"/>
                </a:cubicBezTo>
                <a:cubicBezTo>
                  <a:pt x="3791079" y="1052725"/>
                  <a:pt x="3795386" y="1056809"/>
                  <a:pt x="3798665" y="1061907"/>
                </a:cubicBezTo>
                <a:lnTo>
                  <a:pt x="3821297" y="1048785"/>
                </a:lnTo>
                <a:cubicBezTo>
                  <a:pt x="3815515" y="1040178"/>
                  <a:pt x="3807983" y="1033305"/>
                  <a:pt x="3798697" y="1028168"/>
                </a:cubicBezTo>
                <a:cubicBezTo>
                  <a:pt x="3789412" y="1023030"/>
                  <a:pt x="3779115" y="1020397"/>
                  <a:pt x="3767804" y="1020269"/>
                </a:cubicBezTo>
                <a:close/>
                <a:moveTo>
                  <a:pt x="3627270" y="1020269"/>
                </a:moveTo>
                <a:cubicBezTo>
                  <a:pt x="3617364" y="1020494"/>
                  <a:pt x="3608168" y="1022484"/>
                  <a:pt x="3599683" y="1026241"/>
                </a:cubicBezTo>
                <a:cubicBezTo>
                  <a:pt x="3591199" y="1029997"/>
                  <a:pt x="3584196" y="1034170"/>
                  <a:pt x="3578674" y="1038761"/>
                </a:cubicBezTo>
                <a:lnTo>
                  <a:pt x="3590489" y="1058574"/>
                </a:lnTo>
                <a:cubicBezTo>
                  <a:pt x="3593395" y="1056090"/>
                  <a:pt x="3598055" y="1053268"/>
                  <a:pt x="3604469" y="1050108"/>
                </a:cubicBezTo>
                <a:cubicBezTo>
                  <a:pt x="3610883" y="1046948"/>
                  <a:pt x="3617797" y="1045221"/>
                  <a:pt x="3625212" y="1044926"/>
                </a:cubicBezTo>
                <a:cubicBezTo>
                  <a:pt x="3635039" y="1044979"/>
                  <a:pt x="3641826" y="1047061"/>
                  <a:pt x="3645573" y="1051171"/>
                </a:cubicBezTo>
                <a:cubicBezTo>
                  <a:pt x="3649321" y="1055280"/>
                  <a:pt x="3651283" y="1061096"/>
                  <a:pt x="3651460" y="1068618"/>
                </a:cubicBezTo>
                <a:lnTo>
                  <a:pt x="3632932" y="1068618"/>
                </a:lnTo>
                <a:cubicBezTo>
                  <a:pt x="3624674" y="1068486"/>
                  <a:pt x="3616062" y="1069349"/>
                  <a:pt x="3607096" y="1071206"/>
                </a:cubicBezTo>
                <a:cubicBezTo>
                  <a:pt x="3598131" y="1073064"/>
                  <a:pt x="3590495" y="1076707"/>
                  <a:pt x="3584188" y="1082135"/>
                </a:cubicBezTo>
                <a:cubicBezTo>
                  <a:pt x="3577882" y="1087564"/>
                  <a:pt x="3574588" y="1095569"/>
                  <a:pt x="3574308" y="1106150"/>
                </a:cubicBezTo>
                <a:cubicBezTo>
                  <a:pt x="3574601" y="1116969"/>
                  <a:pt x="3578766" y="1125550"/>
                  <a:pt x="3586801" y="1131893"/>
                </a:cubicBezTo>
                <a:cubicBezTo>
                  <a:pt x="3594836" y="1138236"/>
                  <a:pt x="3604981" y="1141480"/>
                  <a:pt x="3617235" y="1141623"/>
                </a:cubicBezTo>
                <a:cubicBezTo>
                  <a:pt x="3625190" y="1141538"/>
                  <a:pt x="3631988" y="1140168"/>
                  <a:pt x="3637628" y="1137515"/>
                </a:cubicBezTo>
                <a:cubicBezTo>
                  <a:pt x="3643268" y="1134862"/>
                  <a:pt x="3647879" y="1131438"/>
                  <a:pt x="3651460" y="1127244"/>
                </a:cubicBezTo>
                <a:lnTo>
                  <a:pt x="3651460" y="1139566"/>
                </a:lnTo>
                <a:lnTo>
                  <a:pt x="3676117" y="1139566"/>
                </a:lnTo>
                <a:lnTo>
                  <a:pt x="3676117" y="1072213"/>
                </a:lnTo>
                <a:cubicBezTo>
                  <a:pt x="3676171" y="1055301"/>
                  <a:pt x="3672210" y="1042430"/>
                  <a:pt x="3664232" y="1033600"/>
                </a:cubicBezTo>
                <a:cubicBezTo>
                  <a:pt x="3656254" y="1024770"/>
                  <a:pt x="3643934" y="1020327"/>
                  <a:pt x="3627270" y="1020269"/>
                </a:cubicBezTo>
                <a:close/>
                <a:moveTo>
                  <a:pt x="3501105" y="1020269"/>
                </a:moveTo>
                <a:cubicBezTo>
                  <a:pt x="3489562" y="1020399"/>
                  <a:pt x="3479075" y="1023165"/>
                  <a:pt x="3469643" y="1028567"/>
                </a:cubicBezTo>
                <a:cubicBezTo>
                  <a:pt x="3460210" y="1033970"/>
                  <a:pt x="3452677" y="1041231"/>
                  <a:pt x="3447046" y="1050350"/>
                </a:cubicBezTo>
                <a:cubicBezTo>
                  <a:pt x="3441413" y="1059469"/>
                  <a:pt x="3438527" y="1069668"/>
                  <a:pt x="3438386" y="1080946"/>
                </a:cubicBezTo>
                <a:cubicBezTo>
                  <a:pt x="3438527" y="1092306"/>
                  <a:pt x="3441413" y="1102543"/>
                  <a:pt x="3447046" y="1111657"/>
                </a:cubicBezTo>
                <a:cubicBezTo>
                  <a:pt x="3452677" y="1120772"/>
                  <a:pt x="3460210" y="1128013"/>
                  <a:pt x="3469643" y="1133382"/>
                </a:cubicBezTo>
                <a:cubicBezTo>
                  <a:pt x="3479075" y="1138751"/>
                  <a:pt x="3489562" y="1141499"/>
                  <a:pt x="3501105" y="1141623"/>
                </a:cubicBezTo>
                <a:cubicBezTo>
                  <a:pt x="3512415" y="1141511"/>
                  <a:pt x="3522713" y="1138910"/>
                  <a:pt x="3531998" y="1133821"/>
                </a:cubicBezTo>
                <a:cubicBezTo>
                  <a:pt x="3541283" y="1128732"/>
                  <a:pt x="3548816" y="1121827"/>
                  <a:pt x="3554597" y="1113107"/>
                </a:cubicBezTo>
                <a:lnTo>
                  <a:pt x="3531966" y="1099986"/>
                </a:lnTo>
                <a:cubicBezTo>
                  <a:pt x="3528687" y="1105196"/>
                  <a:pt x="3524379" y="1109312"/>
                  <a:pt x="3519043" y="1112336"/>
                </a:cubicBezTo>
                <a:cubicBezTo>
                  <a:pt x="3513706" y="1115359"/>
                  <a:pt x="3507727" y="1116903"/>
                  <a:pt x="3501105" y="1116967"/>
                </a:cubicBezTo>
                <a:cubicBezTo>
                  <a:pt x="3490941" y="1116720"/>
                  <a:pt x="3482465" y="1113225"/>
                  <a:pt x="3475676" y="1106482"/>
                </a:cubicBezTo>
                <a:cubicBezTo>
                  <a:pt x="3468888" y="1099739"/>
                  <a:pt x="3465363" y="1091227"/>
                  <a:pt x="3465100" y="1080946"/>
                </a:cubicBezTo>
                <a:cubicBezTo>
                  <a:pt x="3465363" y="1070778"/>
                  <a:pt x="3468888" y="1062298"/>
                  <a:pt x="3475676" y="1055507"/>
                </a:cubicBezTo>
                <a:cubicBezTo>
                  <a:pt x="3482465" y="1048715"/>
                  <a:pt x="3490941" y="1045188"/>
                  <a:pt x="3501105" y="1044926"/>
                </a:cubicBezTo>
                <a:cubicBezTo>
                  <a:pt x="3507727" y="1045006"/>
                  <a:pt x="3513706" y="1046582"/>
                  <a:pt x="3519043" y="1049654"/>
                </a:cubicBezTo>
                <a:cubicBezTo>
                  <a:pt x="3524379" y="1052725"/>
                  <a:pt x="3528687" y="1056809"/>
                  <a:pt x="3531966" y="1061907"/>
                </a:cubicBezTo>
                <a:lnTo>
                  <a:pt x="3554597" y="1048785"/>
                </a:lnTo>
                <a:cubicBezTo>
                  <a:pt x="3548816" y="1040178"/>
                  <a:pt x="3541283" y="1033305"/>
                  <a:pt x="3531998" y="1028168"/>
                </a:cubicBezTo>
                <a:cubicBezTo>
                  <a:pt x="3522713" y="1023030"/>
                  <a:pt x="3512415" y="1020397"/>
                  <a:pt x="3501105" y="1020269"/>
                </a:cubicBezTo>
                <a:close/>
                <a:moveTo>
                  <a:pt x="3089487" y="1020269"/>
                </a:moveTo>
                <a:cubicBezTo>
                  <a:pt x="3077650" y="1020399"/>
                  <a:pt x="3067188" y="1023165"/>
                  <a:pt x="3058102" y="1028568"/>
                </a:cubicBezTo>
                <a:cubicBezTo>
                  <a:pt x="3049016" y="1033971"/>
                  <a:pt x="3041887" y="1041232"/>
                  <a:pt x="3036714" y="1050351"/>
                </a:cubicBezTo>
                <a:cubicBezTo>
                  <a:pt x="3031542" y="1059470"/>
                  <a:pt x="3028908" y="1069668"/>
                  <a:pt x="3028811" y="1080945"/>
                </a:cubicBezTo>
                <a:cubicBezTo>
                  <a:pt x="3029073" y="1098219"/>
                  <a:pt x="3035169" y="1112545"/>
                  <a:pt x="3047097" y="1123923"/>
                </a:cubicBezTo>
                <a:cubicBezTo>
                  <a:pt x="3059026" y="1135302"/>
                  <a:pt x="3075213" y="1141202"/>
                  <a:pt x="3095658" y="1141623"/>
                </a:cubicBezTo>
                <a:cubicBezTo>
                  <a:pt x="3107779" y="1141468"/>
                  <a:pt x="3118246" y="1138825"/>
                  <a:pt x="3127057" y="1133692"/>
                </a:cubicBezTo>
                <a:cubicBezTo>
                  <a:pt x="3135868" y="1128560"/>
                  <a:pt x="3142799" y="1121869"/>
                  <a:pt x="3147850" y="1113620"/>
                </a:cubicBezTo>
                <a:lnTo>
                  <a:pt x="3127282" y="1101003"/>
                </a:lnTo>
                <a:cubicBezTo>
                  <a:pt x="3125289" y="1104484"/>
                  <a:pt x="3121754" y="1107949"/>
                  <a:pt x="3116676" y="1111399"/>
                </a:cubicBezTo>
                <a:cubicBezTo>
                  <a:pt x="3111599" y="1114848"/>
                  <a:pt x="3104593" y="1116704"/>
                  <a:pt x="3095658" y="1116967"/>
                </a:cubicBezTo>
                <a:cubicBezTo>
                  <a:pt x="3084721" y="1116784"/>
                  <a:pt x="3076000" y="1114188"/>
                  <a:pt x="3069497" y="1109178"/>
                </a:cubicBezTo>
                <a:cubicBezTo>
                  <a:pt x="3062995" y="1104168"/>
                  <a:pt x="3058774" y="1097838"/>
                  <a:pt x="3056835" y="1090188"/>
                </a:cubicBezTo>
                <a:lnTo>
                  <a:pt x="3148621" y="1090188"/>
                </a:lnTo>
                <a:cubicBezTo>
                  <a:pt x="3150087" y="1075725"/>
                  <a:pt x="3148329" y="1063283"/>
                  <a:pt x="3143347" y="1052861"/>
                </a:cubicBezTo>
                <a:cubicBezTo>
                  <a:pt x="3138365" y="1042439"/>
                  <a:pt x="3131141" y="1034418"/>
                  <a:pt x="3121674" y="1028796"/>
                </a:cubicBezTo>
                <a:cubicBezTo>
                  <a:pt x="3112207" y="1023175"/>
                  <a:pt x="3101478" y="1020332"/>
                  <a:pt x="3089487" y="1020269"/>
                </a:cubicBezTo>
                <a:close/>
                <a:moveTo>
                  <a:pt x="2746588" y="1020269"/>
                </a:moveTo>
                <a:cubicBezTo>
                  <a:pt x="2734749" y="1020399"/>
                  <a:pt x="2724288" y="1023165"/>
                  <a:pt x="2715202" y="1028568"/>
                </a:cubicBezTo>
                <a:cubicBezTo>
                  <a:pt x="2706116" y="1033971"/>
                  <a:pt x="2698987" y="1041232"/>
                  <a:pt x="2693814" y="1050351"/>
                </a:cubicBezTo>
                <a:cubicBezTo>
                  <a:pt x="2688642" y="1059470"/>
                  <a:pt x="2686008" y="1069668"/>
                  <a:pt x="2685911" y="1080945"/>
                </a:cubicBezTo>
                <a:cubicBezTo>
                  <a:pt x="2686173" y="1098219"/>
                  <a:pt x="2692269" y="1112545"/>
                  <a:pt x="2704198" y="1123923"/>
                </a:cubicBezTo>
                <a:cubicBezTo>
                  <a:pt x="2716126" y="1135302"/>
                  <a:pt x="2732313" y="1141202"/>
                  <a:pt x="2752758" y="1141623"/>
                </a:cubicBezTo>
                <a:cubicBezTo>
                  <a:pt x="2764879" y="1141468"/>
                  <a:pt x="2775346" y="1138825"/>
                  <a:pt x="2784157" y="1133692"/>
                </a:cubicBezTo>
                <a:cubicBezTo>
                  <a:pt x="2792968" y="1128560"/>
                  <a:pt x="2799899" y="1121869"/>
                  <a:pt x="2804950" y="1113620"/>
                </a:cubicBezTo>
                <a:lnTo>
                  <a:pt x="2784382" y="1101003"/>
                </a:lnTo>
                <a:cubicBezTo>
                  <a:pt x="2782389" y="1104484"/>
                  <a:pt x="2778854" y="1107949"/>
                  <a:pt x="2773776" y="1111399"/>
                </a:cubicBezTo>
                <a:cubicBezTo>
                  <a:pt x="2768698" y="1114848"/>
                  <a:pt x="2761692" y="1116704"/>
                  <a:pt x="2752758" y="1116967"/>
                </a:cubicBezTo>
                <a:cubicBezTo>
                  <a:pt x="2741820" y="1116784"/>
                  <a:pt x="2733100" y="1114188"/>
                  <a:pt x="2726597" y="1109178"/>
                </a:cubicBezTo>
                <a:cubicBezTo>
                  <a:pt x="2720095" y="1104168"/>
                  <a:pt x="2715874" y="1097838"/>
                  <a:pt x="2713935" y="1090188"/>
                </a:cubicBezTo>
                <a:lnTo>
                  <a:pt x="2805721" y="1090188"/>
                </a:lnTo>
                <a:cubicBezTo>
                  <a:pt x="2807187" y="1075725"/>
                  <a:pt x="2805429" y="1063283"/>
                  <a:pt x="2800447" y="1052861"/>
                </a:cubicBezTo>
                <a:cubicBezTo>
                  <a:pt x="2795465" y="1042439"/>
                  <a:pt x="2788241" y="1034418"/>
                  <a:pt x="2778774" y="1028796"/>
                </a:cubicBezTo>
                <a:cubicBezTo>
                  <a:pt x="2769306" y="1023175"/>
                  <a:pt x="2758578" y="1020332"/>
                  <a:pt x="2746588" y="1020269"/>
                </a:cubicBezTo>
                <a:close/>
                <a:moveTo>
                  <a:pt x="2512846" y="1020269"/>
                </a:moveTo>
                <a:cubicBezTo>
                  <a:pt x="2502939" y="1020494"/>
                  <a:pt x="2493743" y="1022484"/>
                  <a:pt x="2485259" y="1026241"/>
                </a:cubicBezTo>
                <a:cubicBezTo>
                  <a:pt x="2476774" y="1029997"/>
                  <a:pt x="2469771" y="1034170"/>
                  <a:pt x="2464249" y="1038761"/>
                </a:cubicBezTo>
                <a:lnTo>
                  <a:pt x="2476064" y="1058574"/>
                </a:lnTo>
                <a:cubicBezTo>
                  <a:pt x="2478970" y="1056090"/>
                  <a:pt x="2483630" y="1053268"/>
                  <a:pt x="2490044" y="1050108"/>
                </a:cubicBezTo>
                <a:cubicBezTo>
                  <a:pt x="2496458" y="1046948"/>
                  <a:pt x="2503372" y="1045221"/>
                  <a:pt x="2510787" y="1044926"/>
                </a:cubicBezTo>
                <a:cubicBezTo>
                  <a:pt x="2520614" y="1044979"/>
                  <a:pt x="2527401" y="1047061"/>
                  <a:pt x="2531149" y="1051171"/>
                </a:cubicBezTo>
                <a:cubicBezTo>
                  <a:pt x="2534896" y="1055280"/>
                  <a:pt x="2536858" y="1061096"/>
                  <a:pt x="2537035" y="1068618"/>
                </a:cubicBezTo>
                <a:lnTo>
                  <a:pt x="2518507" y="1068618"/>
                </a:lnTo>
                <a:cubicBezTo>
                  <a:pt x="2510249" y="1068486"/>
                  <a:pt x="2501637" y="1069349"/>
                  <a:pt x="2492672" y="1071206"/>
                </a:cubicBezTo>
                <a:cubicBezTo>
                  <a:pt x="2483706" y="1073064"/>
                  <a:pt x="2476070" y="1076707"/>
                  <a:pt x="2469763" y="1082135"/>
                </a:cubicBezTo>
                <a:cubicBezTo>
                  <a:pt x="2463457" y="1087564"/>
                  <a:pt x="2460163" y="1095569"/>
                  <a:pt x="2459882" y="1106150"/>
                </a:cubicBezTo>
                <a:cubicBezTo>
                  <a:pt x="2460176" y="1116969"/>
                  <a:pt x="2464341" y="1125550"/>
                  <a:pt x="2472376" y="1131893"/>
                </a:cubicBezTo>
                <a:cubicBezTo>
                  <a:pt x="2480411" y="1138236"/>
                  <a:pt x="2490556" y="1141480"/>
                  <a:pt x="2502809" y="1141623"/>
                </a:cubicBezTo>
                <a:cubicBezTo>
                  <a:pt x="2510765" y="1141538"/>
                  <a:pt x="2517564" y="1140168"/>
                  <a:pt x="2523203" y="1137515"/>
                </a:cubicBezTo>
                <a:cubicBezTo>
                  <a:pt x="2528843" y="1134862"/>
                  <a:pt x="2533454" y="1131438"/>
                  <a:pt x="2537035" y="1127244"/>
                </a:cubicBezTo>
                <a:lnTo>
                  <a:pt x="2537035" y="1139566"/>
                </a:lnTo>
                <a:lnTo>
                  <a:pt x="2561692" y="1139566"/>
                </a:lnTo>
                <a:lnTo>
                  <a:pt x="2561692" y="1072213"/>
                </a:lnTo>
                <a:cubicBezTo>
                  <a:pt x="2561746" y="1055301"/>
                  <a:pt x="2557784" y="1042430"/>
                  <a:pt x="2549807" y="1033600"/>
                </a:cubicBezTo>
                <a:cubicBezTo>
                  <a:pt x="2541830" y="1024770"/>
                  <a:pt x="2529509" y="1020327"/>
                  <a:pt x="2512846" y="1020269"/>
                </a:cubicBezTo>
                <a:close/>
                <a:moveTo>
                  <a:pt x="2074696" y="1020269"/>
                </a:moveTo>
                <a:cubicBezTo>
                  <a:pt x="2064789" y="1020494"/>
                  <a:pt x="2055593" y="1022484"/>
                  <a:pt x="2047109" y="1026241"/>
                </a:cubicBezTo>
                <a:cubicBezTo>
                  <a:pt x="2038624" y="1029997"/>
                  <a:pt x="2031621" y="1034170"/>
                  <a:pt x="2026099" y="1038761"/>
                </a:cubicBezTo>
                <a:lnTo>
                  <a:pt x="2037914" y="1058574"/>
                </a:lnTo>
                <a:cubicBezTo>
                  <a:pt x="2040820" y="1056090"/>
                  <a:pt x="2045480" y="1053268"/>
                  <a:pt x="2051894" y="1050108"/>
                </a:cubicBezTo>
                <a:cubicBezTo>
                  <a:pt x="2058308" y="1046948"/>
                  <a:pt x="2065223" y="1045221"/>
                  <a:pt x="2072637" y="1044926"/>
                </a:cubicBezTo>
                <a:cubicBezTo>
                  <a:pt x="2082464" y="1044979"/>
                  <a:pt x="2089251" y="1047061"/>
                  <a:pt x="2092998" y="1051171"/>
                </a:cubicBezTo>
                <a:cubicBezTo>
                  <a:pt x="2096746" y="1055280"/>
                  <a:pt x="2098708" y="1061096"/>
                  <a:pt x="2098885" y="1068618"/>
                </a:cubicBezTo>
                <a:lnTo>
                  <a:pt x="2080357" y="1068618"/>
                </a:lnTo>
                <a:cubicBezTo>
                  <a:pt x="2072099" y="1068486"/>
                  <a:pt x="2063487" y="1069349"/>
                  <a:pt x="2054521" y="1071206"/>
                </a:cubicBezTo>
                <a:cubicBezTo>
                  <a:pt x="2045556" y="1073064"/>
                  <a:pt x="2037920" y="1076707"/>
                  <a:pt x="2031613" y="1082135"/>
                </a:cubicBezTo>
                <a:cubicBezTo>
                  <a:pt x="2025307" y="1087564"/>
                  <a:pt x="2022013" y="1095569"/>
                  <a:pt x="2021733" y="1106150"/>
                </a:cubicBezTo>
                <a:cubicBezTo>
                  <a:pt x="2022026" y="1116969"/>
                  <a:pt x="2026191" y="1125550"/>
                  <a:pt x="2034226" y="1131893"/>
                </a:cubicBezTo>
                <a:cubicBezTo>
                  <a:pt x="2042261" y="1138236"/>
                  <a:pt x="2052406" y="1141480"/>
                  <a:pt x="2064660" y="1141623"/>
                </a:cubicBezTo>
                <a:cubicBezTo>
                  <a:pt x="2072615" y="1141538"/>
                  <a:pt x="2079413" y="1140168"/>
                  <a:pt x="2085053" y="1137515"/>
                </a:cubicBezTo>
                <a:cubicBezTo>
                  <a:pt x="2090693" y="1134862"/>
                  <a:pt x="2095304" y="1131438"/>
                  <a:pt x="2098885" y="1127244"/>
                </a:cubicBezTo>
                <a:lnTo>
                  <a:pt x="2098885" y="1139566"/>
                </a:lnTo>
                <a:lnTo>
                  <a:pt x="2123542" y="1139566"/>
                </a:lnTo>
                <a:lnTo>
                  <a:pt x="2123542" y="1072213"/>
                </a:lnTo>
                <a:cubicBezTo>
                  <a:pt x="2123596" y="1055301"/>
                  <a:pt x="2119635" y="1042430"/>
                  <a:pt x="2111657" y="1033600"/>
                </a:cubicBezTo>
                <a:cubicBezTo>
                  <a:pt x="2103679" y="1024770"/>
                  <a:pt x="2091359" y="1020327"/>
                  <a:pt x="2074696" y="1020269"/>
                </a:cubicBezTo>
                <a:close/>
                <a:moveTo>
                  <a:pt x="6288399" y="987865"/>
                </a:moveTo>
                <a:lnTo>
                  <a:pt x="6288399" y="1022326"/>
                </a:lnTo>
                <a:lnTo>
                  <a:pt x="6262167" y="1022326"/>
                </a:lnTo>
                <a:lnTo>
                  <a:pt x="6262167" y="1046983"/>
                </a:lnTo>
                <a:lnTo>
                  <a:pt x="6288399" y="1046983"/>
                </a:lnTo>
                <a:lnTo>
                  <a:pt x="6288399" y="1098442"/>
                </a:lnTo>
                <a:cubicBezTo>
                  <a:pt x="6288217" y="1111788"/>
                  <a:pt x="6291278" y="1122164"/>
                  <a:pt x="6297583" y="1129571"/>
                </a:cubicBezTo>
                <a:cubicBezTo>
                  <a:pt x="6303889" y="1136979"/>
                  <a:pt x="6314533" y="1140739"/>
                  <a:pt x="6329515" y="1140852"/>
                </a:cubicBezTo>
                <a:cubicBezTo>
                  <a:pt x="6331160" y="1140847"/>
                  <a:pt x="6333078" y="1140793"/>
                  <a:pt x="6335269" y="1140691"/>
                </a:cubicBezTo>
                <a:cubicBezTo>
                  <a:pt x="6337461" y="1140589"/>
                  <a:pt x="6339314" y="1140472"/>
                  <a:pt x="6340830" y="1140338"/>
                </a:cubicBezTo>
                <a:lnTo>
                  <a:pt x="6340830" y="1116710"/>
                </a:lnTo>
                <a:cubicBezTo>
                  <a:pt x="6330672" y="1117844"/>
                  <a:pt x="6323471" y="1116857"/>
                  <a:pt x="6319228" y="1113749"/>
                </a:cubicBezTo>
                <a:cubicBezTo>
                  <a:pt x="6314984" y="1110641"/>
                  <a:pt x="6312927" y="1105539"/>
                  <a:pt x="6313056" y="1098442"/>
                </a:cubicBezTo>
                <a:lnTo>
                  <a:pt x="6313056" y="1046983"/>
                </a:lnTo>
                <a:lnTo>
                  <a:pt x="6344688" y="1046983"/>
                </a:lnTo>
                <a:lnTo>
                  <a:pt x="6344688" y="1022326"/>
                </a:lnTo>
                <a:lnTo>
                  <a:pt x="6313056" y="1022326"/>
                </a:lnTo>
                <a:lnTo>
                  <a:pt x="6313056" y="987865"/>
                </a:lnTo>
                <a:close/>
                <a:moveTo>
                  <a:pt x="2383149" y="987865"/>
                </a:moveTo>
                <a:lnTo>
                  <a:pt x="2383149" y="1022326"/>
                </a:lnTo>
                <a:lnTo>
                  <a:pt x="2356917" y="1022326"/>
                </a:lnTo>
                <a:lnTo>
                  <a:pt x="2356917" y="1046983"/>
                </a:lnTo>
                <a:lnTo>
                  <a:pt x="2383149" y="1046983"/>
                </a:lnTo>
                <a:lnTo>
                  <a:pt x="2383149" y="1098442"/>
                </a:lnTo>
                <a:cubicBezTo>
                  <a:pt x="2382967" y="1111788"/>
                  <a:pt x="2386028" y="1122164"/>
                  <a:pt x="2392334" y="1129571"/>
                </a:cubicBezTo>
                <a:cubicBezTo>
                  <a:pt x="2398639" y="1136979"/>
                  <a:pt x="2409283" y="1140739"/>
                  <a:pt x="2424265" y="1140852"/>
                </a:cubicBezTo>
                <a:cubicBezTo>
                  <a:pt x="2425910" y="1140847"/>
                  <a:pt x="2427828" y="1140793"/>
                  <a:pt x="2430019" y="1140691"/>
                </a:cubicBezTo>
                <a:cubicBezTo>
                  <a:pt x="2432210" y="1140589"/>
                  <a:pt x="2434065" y="1140472"/>
                  <a:pt x="2435581" y="1140338"/>
                </a:cubicBezTo>
                <a:lnTo>
                  <a:pt x="2435581" y="1116710"/>
                </a:lnTo>
                <a:cubicBezTo>
                  <a:pt x="2425422" y="1117844"/>
                  <a:pt x="2418221" y="1116857"/>
                  <a:pt x="2413978" y="1113749"/>
                </a:cubicBezTo>
                <a:cubicBezTo>
                  <a:pt x="2409735" y="1110641"/>
                  <a:pt x="2407677" y="1105539"/>
                  <a:pt x="2407806" y="1098442"/>
                </a:cubicBezTo>
                <a:lnTo>
                  <a:pt x="2407806" y="1046983"/>
                </a:lnTo>
                <a:lnTo>
                  <a:pt x="2439438" y="1046983"/>
                </a:lnTo>
                <a:lnTo>
                  <a:pt x="2439438" y="1022326"/>
                </a:lnTo>
                <a:lnTo>
                  <a:pt x="2407806" y="1022326"/>
                </a:lnTo>
                <a:lnTo>
                  <a:pt x="2407806" y="987865"/>
                </a:lnTo>
                <a:close/>
                <a:moveTo>
                  <a:pt x="6835422" y="974749"/>
                </a:moveTo>
                <a:cubicBezTo>
                  <a:pt x="6831205" y="974845"/>
                  <a:pt x="6827694" y="976258"/>
                  <a:pt x="6824889" y="978988"/>
                </a:cubicBezTo>
                <a:cubicBezTo>
                  <a:pt x="6822085" y="981717"/>
                  <a:pt x="6820630" y="985185"/>
                  <a:pt x="6820523" y="989392"/>
                </a:cubicBezTo>
                <a:cubicBezTo>
                  <a:pt x="6820630" y="993609"/>
                  <a:pt x="6822085" y="997120"/>
                  <a:pt x="6824889" y="999925"/>
                </a:cubicBezTo>
                <a:cubicBezTo>
                  <a:pt x="6827694" y="1002729"/>
                  <a:pt x="6831205" y="1004185"/>
                  <a:pt x="6835422" y="1004292"/>
                </a:cubicBezTo>
                <a:cubicBezTo>
                  <a:pt x="6839517" y="1004185"/>
                  <a:pt x="6842952" y="1002729"/>
                  <a:pt x="6845730" y="999925"/>
                </a:cubicBezTo>
                <a:cubicBezTo>
                  <a:pt x="6848508" y="997120"/>
                  <a:pt x="6849953" y="993609"/>
                  <a:pt x="6850066" y="989392"/>
                </a:cubicBezTo>
                <a:cubicBezTo>
                  <a:pt x="6849953" y="985185"/>
                  <a:pt x="6848508" y="981717"/>
                  <a:pt x="6845730" y="978988"/>
                </a:cubicBezTo>
                <a:cubicBezTo>
                  <a:pt x="6842952" y="976258"/>
                  <a:pt x="6839517" y="974845"/>
                  <a:pt x="6835422" y="974749"/>
                </a:cubicBezTo>
                <a:close/>
                <a:moveTo>
                  <a:pt x="6225823" y="974749"/>
                </a:moveTo>
                <a:cubicBezTo>
                  <a:pt x="6221605" y="974845"/>
                  <a:pt x="6218094" y="976258"/>
                  <a:pt x="6215290" y="978988"/>
                </a:cubicBezTo>
                <a:cubicBezTo>
                  <a:pt x="6212486" y="981717"/>
                  <a:pt x="6211030" y="985185"/>
                  <a:pt x="6210922" y="989392"/>
                </a:cubicBezTo>
                <a:cubicBezTo>
                  <a:pt x="6211030" y="993609"/>
                  <a:pt x="6212485" y="997120"/>
                  <a:pt x="6215290" y="999925"/>
                </a:cubicBezTo>
                <a:cubicBezTo>
                  <a:pt x="6218094" y="1002729"/>
                  <a:pt x="6221605" y="1004185"/>
                  <a:pt x="6225823" y="1004292"/>
                </a:cubicBezTo>
                <a:cubicBezTo>
                  <a:pt x="6229917" y="1004185"/>
                  <a:pt x="6233353" y="1002729"/>
                  <a:pt x="6236131" y="999925"/>
                </a:cubicBezTo>
                <a:cubicBezTo>
                  <a:pt x="6238908" y="997120"/>
                  <a:pt x="6240353" y="993609"/>
                  <a:pt x="6240466" y="989392"/>
                </a:cubicBezTo>
                <a:cubicBezTo>
                  <a:pt x="6240353" y="985185"/>
                  <a:pt x="6238908" y="981717"/>
                  <a:pt x="6236131" y="978988"/>
                </a:cubicBezTo>
                <a:cubicBezTo>
                  <a:pt x="6233353" y="976258"/>
                  <a:pt x="6229917" y="974845"/>
                  <a:pt x="6225823" y="974749"/>
                </a:cubicBezTo>
                <a:close/>
                <a:moveTo>
                  <a:pt x="4273198" y="974749"/>
                </a:moveTo>
                <a:cubicBezTo>
                  <a:pt x="4268981" y="974845"/>
                  <a:pt x="4265469" y="976258"/>
                  <a:pt x="4262665" y="978988"/>
                </a:cubicBezTo>
                <a:cubicBezTo>
                  <a:pt x="4259860" y="981717"/>
                  <a:pt x="4258405" y="985185"/>
                  <a:pt x="4258298" y="989392"/>
                </a:cubicBezTo>
                <a:cubicBezTo>
                  <a:pt x="4258405" y="993609"/>
                  <a:pt x="4259860" y="997120"/>
                  <a:pt x="4262665" y="999925"/>
                </a:cubicBezTo>
                <a:cubicBezTo>
                  <a:pt x="4265469" y="1002729"/>
                  <a:pt x="4268981" y="1004185"/>
                  <a:pt x="4273198" y="1004292"/>
                </a:cubicBezTo>
                <a:cubicBezTo>
                  <a:pt x="4277292" y="1004185"/>
                  <a:pt x="4280728" y="1002729"/>
                  <a:pt x="4283505" y="999925"/>
                </a:cubicBezTo>
                <a:cubicBezTo>
                  <a:pt x="4286283" y="997120"/>
                  <a:pt x="4287728" y="993609"/>
                  <a:pt x="4287841" y="989392"/>
                </a:cubicBezTo>
                <a:cubicBezTo>
                  <a:pt x="4287728" y="985185"/>
                  <a:pt x="4286283" y="981717"/>
                  <a:pt x="4283505" y="978988"/>
                </a:cubicBezTo>
                <a:cubicBezTo>
                  <a:pt x="4280728" y="976258"/>
                  <a:pt x="4277292" y="974845"/>
                  <a:pt x="4273198" y="974749"/>
                </a:cubicBezTo>
                <a:close/>
                <a:moveTo>
                  <a:pt x="3863623" y="974749"/>
                </a:moveTo>
                <a:cubicBezTo>
                  <a:pt x="3859406" y="974845"/>
                  <a:pt x="3855894" y="976258"/>
                  <a:pt x="3853090" y="978988"/>
                </a:cubicBezTo>
                <a:cubicBezTo>
                  <a:pt x="3850286" y="981717"/>
                  <a:pt x="3848830" y="985185"/>
                  <a:pt x="3848722" y="989392"/>
                </a:cubicBezTo>
                <a:cubicBezTo>
                  <a:pt x="3848830" y="993609"/>
                  <a:pt x="3850286" y="997120"/>
                  <a:pt x="3853090" y="999925"/>
                </a:cubicBezTo>
                <a:cubicBezTo>
                  <a:pt x="3855894" y="1002729"/>
                  <a:pt x="3859406" y="1004185"/>
                  <a:pt x="3863623" y="1004292"/>
                </a:cubicBezTo>
                <a:cubicBezTo>
                  <a:pt x="3867717" y="1004185"/>
                  <a:pt x="3871153" y="1002729"/>
                  <a:pt x="3873931" y="999925"/>
                </a:cubicBezTo>
                <a:cubicBezTo>
                  <a:pt x="3876708" y="997120"/>
                  <a:pt x="3878153" y="993609"/>
                  <a:pt x="3878265" y="989392"/>
                </a:cubicBezTo>
                <a:cubicBezTo>
                  <a:pt x="3878153" y="985185"/>
                  <a:pt x="3876708" y="981717"/>
                  <a:pt x="3873931" y="978988"/>
                </a:cubicBezTo>
                <a:cubicBezTo>
                  <a:pt x="3871153" y="976258"/>
                  <a:pt x="3867717" y="974845"/>
                  <a:pt x="3863623" y="974749"/>
                </a:cubicBezTo>
                <a:close/>
                <a:moveTo>
                  <a:pt x="3396898" y="974749"/>
                </a:moveTo>
                <a:cubicBezTo>
                  <a:pt x="3392681" y="974845"/>
                  <a:pt x="3389170" y="976258"/>
                  <a:pt x="3386365" y="978988"/>
                </a:cubicBezTo>
                <a:cubicBezTo>
                  <a:pt x="3383561" y="981717"/>
                  <a:pt x="3382105" y="985185"/>
                  <a:pt x="3381998" y="989392"/>
                </a:cubicBezTo>
                <a:cubicBezTo>
                  <a:pt x="3382105" y="993609"/>
                  <a:pt x="3383561" y="997120"/>
                  <a:pt x="3386365" y="999925"/>
                </a:cubicBezTo>
                <a:cubicBezTo>
                  <a:pt x="3389170" y="1002729"/>
                  <a:pt x="3392681" y="1004185"/>
                  <a:pt x="3396898" y="1004292"/>
                </a:cubicBezTo>
                <a:cubicBezTo>
                  <a:pt x="3400992" y="1004185"/>
                  <a:pt x="3404428" y="1002729"/>
                  <a:pt x="3407206" y="999925"/>
                </a:cubicBezTo>
                <a:cubicBezTo>
                  <a:pt x="3409983" y="997120"/>
                  <a:pt x="3411429" y="993609"/>
                  <a:pt x="3411541" y="989392"/>
                </a:cubicBezTo>
                <a:cubicBezTo>
                  <a:pt x="3411429" y="985185"/>
                  <a:pt x="3409983" y="981717"/>
                  <a:pt x="3407206" y="978988"/>
                </a:cubicBezTo>
                <a:cubicBezTo>
                  <a:pt x="3404428" y="976258"/>
                  <a:pt x="3400992" y="974845"/>
                  <a:pt x="3396898" y="974749"/>
                </a:cubicBezTo>
                <a:close/>
                <a:moveTo>
                  <a:pt x="2990141" y="959576"/>
                </a:moveTo>
                <a:lnTo>
                  <a:pt x="2960326" y="1024384"/>
                </a:lnTo>
                <a:lnTo>
                  <a:pt x="2981145" y="1024384"/>
                </a:lnTo>
                <a:lnTo>
                  <a:pt x="3016358" y="959576"/>
                </a:lnTo>
                <a:close/>
                <a:moveTo>
                  <a:pt x="3327751" y="953516"/>
                </a:moveTo>
                <a:cubicBezTo>
                  <a:pt x="3322105" y="953984"/>
                  <a:pt x="3317191" y="955223"/>
                  <a:pt x="3313010" y="957235"/>
                </a:cubicBezTo>
                <a:cubicBezTo>
                  <a:pt x="3304647" y="961259"/>
                  <a:pt x="3298670" y="967413"/>
                  <a:pt x="3295077" y="975695"/>
                </a:cubicBezTo>
                <a:cubicBezTo>
                  <a:pt x="3291485" y="983978"/>
                  <a:pt x="3289734" y="993431"/>
                  <a:pt x="3289824" y="1004054"/>
                </a:cubicBezTo>
                <a:lnTo>
                  <a:pt x="3289824" y="1022326"/>
                </a:lnTo>
                <a:lnTo>
                  <a:pt x="3264364" y="1022326"/>
                </a:lnTo>
                <a:lnTo>
                  <a:pt x="3264364" y="1046983"/>
                </a:lnTo>
                <a:lnTo>
                  <a:pt x="3289824" y="1046983"/>
                </a:lnTo>
                <a:lnTo>
                  <a:pt x="3289824" y="1139566"/>
                </a:lnTo>
                <a:lnTo>
                  <a:pt x="3314481" y="1139566"/>
                </a:lnTo>
                <a:lnTo>
                  <a:pt x="3314481" y="1046983"/>
                </a:lnTo>
                <a:lnTo>
                  <a:pt x="3349200" y="1046983"/>
                </a:lnTo>
                <a:lnTo>
                  <a:pt x="3349200" y="1022326"/>
                </a:lnTo>
                <a:lnTo>
                  <a:pt x="3314481" y="1022326"/>
                </a:lnTo>
                <a:lnTo>
                  <a:pt x="3314481" y="1004054"/>
                </a:lnTo>
                <a:cubicBezTo>
                  <a:pt x="3314256" y="994125"/>
                  <a:pt x="3316506" y="986769"/>
                  <a:pt x="3321232" y="981988"/>
                </a:cubicBezTo>
                <a:cubicBezTo>
                  <a:pt x="3325958" y="977207"/>
                  <a:pt x="3334509" y="975898"/>
                  <a:pt x="3346885" y="978061"/>
                </a:cubicBezTo>
                <a:lnTo>
                  <a:pt x="3346885" y="954431"/>
                </a:lnTo>
                <a:cubicBezTo>
                  <a:pt x="3339775" y="953354"/>
                  <a:pt x="3333397" y="953049"/>
                  <a:pt x="3327751" y="953516"/>
                </a:cubicBezTo>
                <a:close/>
                <a:moveTo>
                  <a:pt x="3222976" y="953516"/>
                </a:moveTo>
                <a:cubicBezTo>
                  <a:pt x="3217330" y="953984"/>
                  <a:pt x="3212416" y="955223"/>
                  <a:pt x="3208235" y="957235"/>
                </a:cubicBezTo>
                <a:cubicBezTo>
                  <a:pt x="3199872" y="961259"/>
                  <a:pt x="3193894" y="967413"/>
                  <a:pt x="3190302" y="975695"/>
                </a:cubicBezTo>
                <a:cubicBezTo>
                  <a:pt x="3186710" y="983978"/>
                  <a:pt x="3184959" y="993431"/>
                  <a:pt x="3185049" y="1004054"/>
                </a:cubicBezTo>
                <a:lnTo>
                  <a:pt x="3185049" y="1022326"/>
                </a:lnTo>
                <a:lnTo>
                  <a:pt x="3159589" y="1022326"/>
                </a:lnTo>
                <a:lnTo>
                  <a:pt x="3159589" y="1046983"/>
                </a:lnTo>
                <a:lnTo>
                  <a:pt x="3185049" y="1046983"/>
                </a:lnTo>
                <a:lnTo>
                  <a:pt x="3185049" y="1139566"/>
                </a:lnTo>
                <a:lnTo>
                  <a:pt x="3209706" y="1139566"/>
                </a:lnTo>
                <a:lnTo>
                  <a:pt x="3209706" y="1046983"/>
                </a:lnTo>
                <a:lnTo>
                  <a:pt x="3244425" y="1046983"/>
                </a:lnTo>
                <a:lnTo>
                  <a:pt x="3244425" y="1022326"/>
                </a:lnTo>
                <a:lnTo>
                  <a:pt x="3209706" y="1022326"/>
                </a:lnTo>
                <a:lnTo>
                  <a:pt x="3209706" y="1004054"/>
                </a:lnTo>
                <a:cubicBezTo>
                  <a:pt x="3209481" y="994125"/>
                  <a:pt x="3211731" y="986769"/>
                  <a:pt x="3216457" y="981988"/>
                </a:cubicBezTo>
                <a:cubicBezTo>
                  <a:pt x="3221183" y="977207"/>
                  <a:pt x="3229734" y="975898"/>
                  <a:pt x="3242110" y="978061"/>
                </a:cubicBezTo>
                <a:lnTo>
                  <a:pt x="3242110" y="954431"/>
                </a:lnTo>
                <a:cubicBezTo>
                  <a:pt x="3235000" y="953354"/>
                  <a:pt x="3228622" y="953049"/>
                  <a:pt x="3222976" y="953516"/>
                </a:cubicBezTo>
                <a:close/>
                <a:moveTo>
                  <a:pt x="4194623" y="928715"/>
                </a:moveTo>
                <a:lnTo>
                  <a:pt x="4194623" y="1039532"/>
                </a:lnTo>
                <a:cubicBezTo>
                  <a:pt x="4189686" y="1033785"/>
                  <a:pt x="4183801" y="1029162"/>
                  <a:pt x="4176966" y="1025663"/>
                </a:cubicBezTo>
                <a:cubicBezTo>
                  <a:pt x="4170132" y="1022163"/>
                  <a:pt x="4162639" y="1020365"/>
                  <a:pt x="4154486" y="1020269"/>
                </a:cubicBezTo>
                <a:cubicBezTo>
                  <a:pt x="4143149" y="1020399"/>
                  <a:pt x="4133068" y="1023165"/>
                  <a:pt x="4124243" y="1028566"/>
                </a:cubicBezTo>
                <a:cubicBezTo>
                  <a:pt x="4115418" y="1033968"/>
                  <a:pt x="4108465" y="1041228"/>
                  <a:pt x="4103385" y="1050344"/>
                </a:cubicBezTo>
                <a:cubicBezTo>
                  <a:pt x="4098305" y="1059461"/>
                  <a:pt x="4095713" y="1069656"/>
                  <a:pt x="4095611" y="1080930"/>
                </a:cubicBezTo>
                <a:cubicBezTo>
                  <a:pt x="4095957" y="1098212"/>
                  <a:pt x="4101557" y="1112543"/>
                  <a:pt x="4112410" y="1123922"/>
                </a:cubicBezTo>
                <a:cubicBezTo>
                  <a:pt x="4123263" y="1135302"/>
                  <a:pt x="4137288" y="1141202"/>
                  <a:pt x="4154486" y="1141623"/>
                </a:cubicBezTo>
                <a:cubicBezTo>
                  <a:pt x="4162639" y="1141538"/>
                  <a:pt x="4170132" y="1139783"/>
                  <a:pt x="4176966" y="1136358"/>
                </a:cubicBezTo>
                <a:cubicBezTo>
                  <a:pt x="4183801" y="1132934"/>
                  <a:pt x="4189686" y="1128353"/>
                  <a:pt x="4194623" y="1122617"/>
                </a:cubicBezTo>
                <a:lnTo>
                  <a:pt x="4194623" y="1139566"/>
                </a:lnTo>
                <a:lnTo>
                  <a:pt x="4219280" y="1139566"/>
                </a:lnTo>
                <a:lnTo>
                  <a:pt x="4219280" y="928715"/>
                </a:lnTo>
                <a:close/>
                <a:moveTo>
                  <a:pt x="5763248" y="928683"/>
                </a:moveTo>
                <a:lnTo>
                  <a:pt x="5763248" y="1139566"/>
                </a:lnTo>
                <a:lnTo>
                  <a:pt x="5787904" y="1139566"/>
                </a:lnTo>
                <a:lnTo>
                  <a:pt x="5787904" y="928683"/>
                </a:lnTo>
                <a:close/>
                <a:moveTo>
                  <a:pt x="2905748" y="928683"/>
                </a:moveTo>
                <a:lnTo>
                  <a:pt x="2905748" y="1139566"/>
                </a:lnTo>
                <a:lnTo>
                  <a:pt x="2930404" y="1139566"/>
                </a:lnTo>
                <a:lnTo>
                  <a:pt x="2930404" y="928683"/>
                </a:lnTo>
                <a:close/>
                <a:moveTo>
                  <a:pt x="2162798" y="928683"/>
                </a:moveTo>
                <a:lnTo>
                  <a:pt x="2162798" y="1139566"/>
                </a:lnTo>
                <a:lnTo>
                  <a:pt x="2187455" y="1139566"/>
                </a:lnTo>
                <a:lnTo>
                  <a:pt x="2187455" y="928683"/>
                </a:lnTo>
                <a:close/>
                <a:moveTo>
                  <a:pt x="5659698" y="784103"/>
                </a:moveTo>
                <a:lnTo>
                  <a:pt x="5680285" y="784103"/>
                </a:lnTo>
                <a:lnTo>
                  <a:pt x="5680285" y="795172"/>
                </a:lnTo>
                <a:cubicBezTo>
                  <a:pt x="5679271" y="799994"/>
                  <a:pt x="5676280" y="804638"/>
                  <a:pt x="5671310" y="809106"/>
                </a:cubicBezTo>
                <a:cubicBezTo>
                  <a:pt x="5666340" y="813573"/>
                  <a:pt x="5659296" y="815965"/>
                  <a:pt x="5650177" y="816282"/>
                </a:cubicBezTo>
                <a:cubicBezTo>
                  <a:pt x="5644076" y="816239"/>
                  <a:pt x="5638907" y="814909"/>
                  <a:pt x="5634673" y="812291"/>
                </a:cubicBezTo>
                <a:cubicBezTo>
                  <a:pt x="5630437" y="809674"/>
                  <a:pt x="5628228" y="806027"/>
                  <a:pt x="5628046" y="801350"/>
                </a:cubicBezTo>
                <a:cubicBezTo>
                  <a:pt x="5628046" y="795564"/>
                  <a:pt x="5630684" y="791241"/>
                  <a:pt x="5635959" y="788382"/>
                </a:cubicBezTo>
                <a:cubicBezTo>
                  <a:pt x="5641234" y="785524"/>
                  <a:pt x="5649147" y="784097"/>
                  <a:pt x="5659698" y="784103"/>
                </a:cubicBezTo>
                <a:close/>
                <a:moveTo>
                  <a:pt x="6911328" y="740126"/>
                </a:moveTo>
                <a:cubicBezTo>
                  <a:pt x="6921496" y="740388"/>
                  <a:pt x="6929975" y="743915"/>
                  <a:pt x="6936767" y="750707"/>
                </a:cubicBezTo>
                <a:cubicBezTo>
                  <a:pt x="6943558" y="757498"/>
                  <a:pt x="6947085" y="765978"/>
                  <a:pt x="6947348" y="776146"/>
                </a:cubicBezTo>
                <a:cubicBezTo>
                  <a:pt x="6947085" y="786427"/>
                  <a:pt x="6943558" y="794939"/>
                  <a:pt x="6936767" y="801682"/>
                </a:cubicBezTo>
                <a:cubicBezTo>
                  <a:pt x="6929975" y="808425"/>
                  <a:pt x="6921496" y="811920"/>
                  <a:pt x="6911328" y="812167"/>
                </a:cubicBezTo>
                <a:cubicBezTo>
                  <a:pt x="6901036" y="811920"/>
                  <a:pt x="6892481" y="808425"/>
                  <a:pt x="6885662" y="801682"/>
                </a:cubicBezTo>
                <a:cubicBezTo>
                  <a:pt x="6878845" y="794939"/>
                  <a:pt x="6875307" y="786427"/>
                  <a:pt x="6875050" y="776146"/>
                </a:cubicBezTo>
                <a:cubicBezTo>
                  <a:pt x="6875307" y="765978"/>
                  <a:pt x="6878845" y="757498"/>
                  <a:pt x="6885662" y="750707"/>
                </a:cubicBezTo>
                <a:cubicBezTo>
                  <a:pt x="6892481" y="743915"/>
                  <a:pt x="6901036" y="740388"/>
                  <a:pt x="6911328" y="740126"/>
                </a:cubicBezTo>
                <a:close/>
                <a:moveTo>
                  <a:pt x="6673202" y="740126"/>
                </a:moveTo>
                <a:cubicBezTo>
                  <a:pt x="6683371" y="740388"/>
                  <a:pt x="6691850" y="743915"/>
                  <a:pt x="6698642" y="750707"/>
                </a:cubicBezTo>
                <a:cubicBezTo>
                  <a:pt x="6705433" y="757498"/>
                  <a:pt x="6708960" y="765978"/>
                  <a:pt x="6709223" y="776146"/>
                </a:cubicBezTo>
                <a:cubicBezTo>
                  <a:pt x="6708960" y="786427"/>
                  <a:pt x="6705433" y="794939"/>
                  <a:pt x="6698642" y="801682"/>
                </a:cubicBezTo>
                <a:cubicBezTo>
                  <a:pt x="6691850" y="808425"/>
                  <a:pt x="6683371" y="811920"/>
                  <a:pt x="6673202" y="812167"/>
                </a:cubicBezTo>
                <a:cubicBezTo>
                  <a:pt x="6662911" y="811920"/>
                  <a:pt x="6654356" y="808425"/>
                  <a:pt x="6647538" y="801682"/>
                </a:cubicBezTo>
                <a:cubicBezTo>
                  <a:pt x="6640720" y="794939"/>
                  <a:pt x="6637182" y="786427"/>
                  <a:pt x="6636925" y="776146"/>
                </a:cubicBezTo>
                <a:cubicBezTo>
                  <a:pt x="6637182" y="765978"/>
                  <a:pt x="6640720" y="757498"/>
                  <a:pt x="6647538" y="750707"/>
                </a:cubicBezTo>
                <a:cubicBezTo>
                  <a:pt x="6654356" y="743915"/>
                  <a:pt x="6662911" y="740388"/>
                  <a:pt x="6673202" y="740126"/>
                </a:cubicBezTo>
                <a:close/>
                <a:moveTo>
                  <a:pt x="6120753" y="740126"/>
                </a:moveTo>
                <a:cubicBezTo>
                  <a:pt x="6130921" y="740388"/>
                  <a:pt x="6139400" y="743915"/>
                  <a:pt x="6146192" y="750707"/>
                </a:cubicBezTo>
                <a:cubicBezTo>
                  <a:pt x="6152983" y="757498"/>
                  <a:pt x="6156510" y="765978"/>
                  <a:pt x="6156773" y="776146"/>
                </a:cubicBezTo>
                <a:cubicBezTo>
                  <a:pt x="6156510" y="786427"/>
                  <a:pt x="6152983" y="794939"/>
                  <a:pt x="6146192" y="801682"/>
                </a:cubicBezTo>
                <a:cubicBezTo>
                  <a:pt x="6139400" y="808425"/>
                  <a:pt x="6130921" y="811920"/>
                  <a:pt x="6120753" y="812167"/>
                </a:cubicBezTo>
                <a:cubicBezTo>
                  <a:pt x="6110461" y="811920"/>
                  <a:pt x="6101906" y="808425"/>
                  <a:pt x="6095088" y="801682"/>
                </a:cubicBezTo>
                <a:cubicBezTo>
                  <a:pt x="6088270" y="794939"/>
                  <a:pt x="6084732" y="786427"/>
                  <a:pt x="6084475" y="776146"/>
                </a:cubicBezTo>
                <a:cubicBezTo>
                  <a:pt x="6084732" y="765978"/>
                  <a:pt x="6088270" y="757498"/>
                  <a:pt x="6095088" y="750707"/>
                </a:cubicBezTo>
                <a:cubicBezTo>
                  <a:pt x="6101906" y="743915"/>
                  <a:pt x="6110461" y="740388"/>
                  <a:pt x="6120753" y="740126"/>
                </a:cubicBezTo>
                <a:close/>
                <a:moveTo>
                  <a:pt x="5892152" y="740126"/>
                </a:moveTo>
                <a:cubicBezTo>
                  <a:pt x="5902320" y="740388"/>
                  <a:pt x="5910800" y="743915"/>
                  <a:pt x="5917592" y="750707"/>
                </a:cubicBezTo>
                <a:cubicBezTo>
                  <a:pt x="5924383" y="757498"/>
                  <a:pt x="5927910" y="765978"/>
                  <a:pt x="5928173" y="776146"/>
                </a:cubicBezTo>
                <a:cubicBezTo>
                  <a:pt x="5927910" y="786427"/>
                  <a:pt x="5924383" y="794939"/>
                  <a:pt x="5917592" y="801682"/>
                </a:cubicBezTo>
                <a:cubicBezTo>
                  <a:pt x="5910800" y="808425"/>
                  <a:pt x="5902320" y="811920"/>
                  <a:pt x="5892152" y="812167"/>
                </a:cubicBezTo>
                <a:cubicBezTo>
                  <a:pt x="5881861" y="811920"/>
                  <a:pt x="5873306" y="808425"/>
                  <a:pt x="5866488" y="801682"/>
                </a:cubicBezTo>
                <a:cubicBezTo>
                  <a:pt x="5859670" y="794939"/>
                  <a:pt x="5856132" y="786427"/>
                  <a:pt x="5855875" y="776146"/>
                </a:cubicBezTo>
                <a:cubicBezTo>
                  <a:pt x="5856132" y="765978"/>
                  <a:pt x="5859670" y="757498"/>
                  <a:pt x="5866488" y="750707"/>
                </a:cubicBezTo>
                <a:cubicBezTo>
                  <a:pt x="5873306" y="743915"/>
                  <a:pt x="5881861" y="740388"/>
                  <a:pt x="5892152" y="740126"/>
                </a:cubicBezTo>
                <a:close/>
                <a:moveTo>
                  <a:pt x="5015852" y="740126"/>
                </a:moveTo>
                <a:cubicBezTo>
                  <a:pt x="5026020" y="740388"/>
                  <a:pt x="5034500" y="743915"/>
                  <a:pt x="5041292" y="750707"/>
                </a:cubicBezTo>
                <a:cubicBezTo>
                  <a:pt x="5048083" y="757498"/>
                  <a:pt x="5051610" y="765978"/>
                  <a:pt x="5051873" y="776146"/>
                </a:cubicBezTo>
                <a:cubicBezTo>
                  <a:pt x="5051610" y="786427"/>
                  <a:pt x="5048083" y="794939"/>
                  <a:pt x="5041292" y="801682"/>
                </a:cubicBezTo>
                <a:cubicBezTo>
                  <a:pt x="5034500" y="808425"/>
                  <a:pt x="5026020" y="811920"/>
                  <a:pt x="5015852" y="812167"/>
                </a:cubicBezTo>
                <a:cubicBezTo>
                  <a:pt x="5005561" y="811920"/>
                  <a:pt x="4997006" y="808425"/>
                  <a:pt x="4990188" y="801682"/>
                </a:cubicBezTo>
                <a:cubicBezTo>
                  <a:pt x="4983370" y="794939"/>
                  <a:pt x="4979832" y="786427"/>
                  <a:pt x="4979574" y="776146"/>
                </a:cubicBezTo>
                <a:cubicBezTo>
                  <a:pt x="4979832" y="765978"/>
                  <a:pt x="4983370" y="757498"/>
                  <a:pt x="4990188" y="750707"/>
                </a:cubicBezTo>
                <a:cubicBezTo>
                  <a:pt x="4997006" y="743915"/>
                  <a:pt x="5005561" y="740388"/>
                  <a:pt x="5015852" y="740126"/>
                </a:cubicBezTo>
                <a:close/>
                <a:moveTo>
                  <a:pt x="4796777" y="740126"/>
                </a:moveTo>
                <a:cubicBezTo>
                  <a:pt x="4806945" y="740388"/>
                  <a:pt x="4815425" y="743915"/>
                  <a:pt x="4822217" y="750707"/>
                </a:cubicBezTo>
                <a:cubicBezTo>
                  <a:pt x="4829008" y="757498"/>
                  <a:pt x="4832535" y="765978"/>
                  <a:pt x="4832798" y="776146"/>
                </a:cubicBezTo>
                <a:cubicBezTo>
                  <a:pt x="4832535" y="786427"/>
                  <a:pt x="4829008" y="794939"/>
                  <a:pt x="4822217" y="801682"/>
                </a:cubicBezTo>
                <a:cubicBezTo>
                  <a:pt x="4815425" y="808425"/>
                  <a:pt x="4806945" y="811920"/>
                  <a:pt x="4796777" y="812167"/>
                </a:cubicBezTo>
                <a:cubicBezTo>
                  <a:pt x="4786486" y="811920"/>
                  <a:pt x="4777931" y="808425"/>
                  <a:pt x="4771113" y="801682"/>
                </a:cubicBezTo>
                <a:cubicBezTo>
                  <a:pt x="4764295" y="794939"/>
                  <a:pt x="4760757" y="786427"/>
                  <a:pt x="4760499" y="776146"/>
                </a:cubicBezTo>
                <a:cubicBezTo>
                  <a:pt x="4760757" y="765978"/>
                  <a:pt x="4764295" y="757498"/>
                  <a:pt x="4771113" y="750707"/>
                </a:cubicBezTo>
                <a:cubicBezTo>
                  <a:pt x="4777931" y="743915"/>
                  <a:pt x="4786486" y="740388"/>
                  <a:pt x="4796777" y="740126"/>
                </a:cubicBezTo>
                <a:close/>
                <a:moveTo>
                  <a:pt x="4215752" y="740126"/>
                </a:moveTo>
                <a:cubicBezTo>
                  <a:pt x="4225920" y="740388"/>
                  <a:pt x="4234401" y="743915"/>
                  <a:pt x="4241192" y="750707"/>
                </a:cubicBezTo>
                <a:cubicBezTo>
                  <a:pt x="4247983" y="757498"/>
                  <a:pt x="4251510" y="765978"/>
                  <a:pt x="4251773" y="776146"/>
                </a:cubicBezTo>
                <a:cubicBezTo>
                  <a:pt x="4251510" y="786427"/>
                  <a:pt x="4247983" y="794939"/>
                  <a:pt x="4241192" y="801682"/>
                </a:cubicBezTo>
                <a:cubicBezTo>
                  <a:pt x="4234401" y="808425"/>
                  <a:pt x="4225920" y="811920"/>
                  <a:pt x="4215752" y="812167"/>
                </a:cubicBezTo>
                <a:cubicBezTo>
                  <a:pt x="4205461" y="811920"/>
                  <a:pt x="4196906" y="808425"/>
                  <a:pt x="4190088" y="801682"/>
                </a:cubicBezTo>
                <a:cubicBezTo>
                  <a:pt x="4183270" y="794939"/>
                  <a:pt x="4179732" y="786427"/>
                  <a:pt x="4179475" y="776146"/>
                </a:cubicBezTo>
                <a:cubicBezTo>
                  <a:pt x="4179732" y="765978"/>
                  <a:pt x="4183270" y="757498"/>
                  <a:pt x="4190088" y="750707"/>
                </a:cubicBezTo>
                <a:cubicBezTo>
                  <a:pt x="4196906" y="743915"/>
                  <a:pt x="4205461" y="740388"/>
                  <a:pt x="4215752" y="740126"/>
                </a:cubicBezTo>
                <a:close/>
                <a:moveTo>
                  <a:pt x="3577577" y="740126"/>
                </a:moveTo>
                <a:cubicBezTo>
                  <a:pt x="3587746" y="740388"/>
                  <a:pt x="3596226" y="743915"/>
                  <a:pt x="3603017" y="750707"/>
                </a:cubicBezTo>
                <a:cubicBezTo>
                  <a:pt x="3609808" y="757498"/>
                  <a:pt x="3613335" y="765978"/>
                  <a:pt x="3613598" y="776146"/>
                </a:cubicBezTo>
                <a:cubicBezTo>
                  <a:pt x="3613335" y="786427"/>
                  <a:pt x="3609808" y="794939"/>
                  <a:pt x="3603017" y="801682"/>
                </a:cubicBezTo>
                <a:cubicBezTo>
                  <a:pt x="3596226" y="808425"/>
                  <a:pt x="3587746" y="811920"/>
                  <a:pt x="3577577" y="812167"/>
                </a:cubicBezTo>
                <a:cubicBezTo>
                  <a:pt x="3567286" y="811920"/>
                  <a:pt x="3558731" y="808425"/>
                  <a:pt x="3551913" y="801682"/>
                </a:cubicBezTo>
                <a:cubicBezTo>
                  <a:pt x="3545095" y="794939"/>
                  <a:pt x="3541557" y="786427"/>
                  <a:pt x="3541300" y="776146"/>
                </a:cubicBezTo>
                <a:cubicBezTo>
                  <a:pt x="3541557" y="765978"/>
                  <a:pt x="3545095" y="757498"/>
                  <a:pt x="3551913" y="750707"/>
                </a:cubicBezTo>
                <a:cubicBezTo>
                  <a:pt x="3558731" y="743915"/>
                  <a:pt x="3567286" y="740388"/>
                  <a:pt x="3577577" y="740126"/>
                </a:cubicBezTo>
                <a:close/>
                <a:moveTo>
                  <a:pt x="3272778" y="740126"/>
                </a:moveTo>
                <a:cubicBezTo>
                  <a:pt x="3282946" y="740388"/>
                  <a:pt x="3291426" y="743915"/>
                  <a:pt x="3298217" y="750707"/>
                </a:cubicBezTo>
                <a:cubicBezTo>
                  <a:pt x="3305009" y="757498"/>
                  <a:pt x="3308536" y="765978"/>
                  <a:pt x="3308798" y="776146"/>
                </a:cubicBezTo>
                <a:cubicBezTo>
                  <a:pt x="3308536" y="786427"/>
                  <a:pt x="3305009" y="794939"/>
                  <a:pt x="3298217" y="801682"/>
                </a:cubicBezTo>
                <a:cubicBezTo>
                  <a:pt x="3291426" y="808425"/>
                  <a:pt x="3282946" y="811920"/>
                  <a:pt x="3272778" y="812167"/>
                </a:cubicBezTo>
                <a:cubicBezTo>
                  <a:pt x="3262486" y="811920"/>
                  <a:pt x="3253931" y="808425"/>
                  <a:pt x="3247113" y="801682"/>
                </a:cubicBezTo>
                <a:cubicBezTo>
                  <a:pt x="3240295" y="794939"/>
                  <a:pt x="3236757" y="786427"/>
                  <a:pt x="3236500" y="776146"/>
                </a:cubicBezTo>
                <a:cubicBezTo>
                  <a:pt x="3236757" y="765978"/>
                  <a:pt x="3240295" y="757498"/>
                  <a:pt x="3247113" y="750707"/>
                </a:cubicBezTo>
                <a:cubicBezTo>
                  <a:pt x="3253931" y="743915"/>
                  <a:pt x="3262486" y="740388"/>
                  <a:pt x="3272778" y="740126"/>
                </a:cubicBezTo>
                <a:close/>
                <a:moveTo>
                  <a:pt x="3053703" y="740126"/>
                </a:moveTo>
                <a:cubicBezTo>
                  <a:pt x="3063871" y="740388"/>
                  <a:pt x="3072351" y="743915"/>
                  <a:pt x="3079142" y="750707"/>
                </a:cubicBezTo>
                <a:cubicBezTo>
                  <a:pt x="3085934" y="757498"/>
                  <a:pt x="3089461" y="765978"/>
                  <a:pt x="3089723" y="776146"/>
                </a:cubicBezTo>
                <a:cubicBezTo>
                  <a:pt x="3089461" y="786427"/>
                  <a:pt x="3085934" y="794939"/>
                  <a:pt x="3079142" y="801682"/>
                </a:cubicBezTo>
                <a:cubicBezTo>
                  <a:pt x="3072351" y="808425"/>
                  <a:pt x="3063871" y="811920"/>
                  <a:pt x="3053703" y="812167"/>
                </a:cubicBezTo>
                <a:cubicBezTo>
                  <a:pt x="3043411" y="811920"/>
                  <a:pt x="3034856" y="808425"/>
                  <a:pt x="3028038" y="801682"/>
                </a:cubicBezTo>
                <a:cubicBezTo>
                  <a:pt x="3021220" y="794939"/>
                  <a:pt x="3017682" y="786427"/>
                  <a:pt x="3017425" y="776146"/>
                </a:cubicBezTo>
                <a:cubicBezTo>
                  <a:pt x="3017682" y="765978"/>
                  <a:pt x="3021220" y="757498"/>
                  <a:pt x="3028038" y="750707"/>
                </a:cubicBezTo>
                <a:cubicBezTo>
                  <a:pt x="3034856" y="743915"/>
                  <a:pt x="3043411" y="740388"/>
                  <a:pt x="3053703" y="740126"/>
                </a:cubicBezTo>
                <a:close/>
                <a:moveTo>
                  <a:pt x="2309457" y="740126"/>
                </a:moveTo>
                <a:cubicBezTo>
                  <a:pt x="2319749" y="740388"/>
                  <a:pt x="2328304" y="743915"/>
                  <a:pt x="2335122" y="750707"/>
                </a:cubicBezTo>
                <a:cubicBezTo>
                  <a:pt x="2341940" y="757498"/>
                  <a:pt x="2345478" y="765978"/>
                  <a:pt x="2345735" y="776146"/>
                </a:cubicBezTo>
                <a:cubicBezTo>
                  <a:pt x="2345478" y="786427"/>
                  <a:pt x="2341940" y="794939"/>
                  <a:pt x="2335122" y="801682"/>
                </a:cubicBezTo>
                <a:cubicBezTo>
                  <a:pt x="2328304" y="808425"/>
                  <a:pt x="2319749" y="811920"/>
                  <a:pt x="2309457" y="812167"/>
                </a:cubicBezTo>
                <a:cubicBezTo>
                  <a:pt x="2299278" y="811920"/>
                  <a:pt x="2290755" y="808425"/>
                  <a:pt x="2283889" y="801682"/>
                </a:cubicBezTo>
                <a:cubicBezTo>
                  <a:pt x="2277023" y="794939"/>
                  <a:pt x="2273453" y="786427"/>
                  <a:pt x="2273180" y="776146"/>
                </a:cubicBezTo>
                <a:cubicBezTo>
                  <a:pt x="2273453" y="765978"/>
                  <a:pt x="2277023" y="757498"/>
                  <a:pt x="2283889" y="750707"/>
                </a:cubicBezTo>
                <a:cubicBezTo>
                  <a:pt x="2290755" y="743915"/>
                  <a:pt x="2299278" y="740388"/>
                  <a:pt x="2309457" y="740126"/>
                </a:cubicBezTo>
                <a:close/>
                <a:moveTo>
                  <a:pt x="2158353" y="740126"/>
                </a:moveTo>
                <a:cubicBezTo>
                  <a:pt x="2168521" y="740388"/>
                  <a:pt x="2177001" y="743915"/>
                  <a:pt x="2183792" y="750707"/>
                </a:cubicBezTo>
                <a:cubicBezTo>
                  <a:pt x="2190584" y="757498"/>
                  <a:pt x="2194111" y="765978"/>
                  <a:pt x="2194373" y="776146"/>
                </a:cubicBezTo>
                <a:cubicBezTo>
                  <a:pt x="2194111" y="786427"/>
                  <a:pt x="2190584" y="794939"/>
                  <a:pt x="2183792" y="801682"/>
                </a:cubicBezTo>
                <a:cubicBezTo>
                  <a:pt x="2177001" y="808425"/>
                  <a:pt x="2168521" y="811920"/>
                  <a:pt x="2158353" y="812167"/>
                </a:cubicBezTo>
                <a:cubicBezTo>
                  <a:pt x="2148061" y="811920"/>
                  <a:pt x="2139506" y="808425"/>
                  <a:pt x="2132688" y="801682"/>
                </a:cubicBezTo>
                <a:cubicBezTo>
                  <a:pt x="2125870" y="794939"/>
                  <a:pt x="2122332" y="786427"/>
                  <a:pt x="2122075" y="776146"/>
                </a:cubicBezTo>
                <a:cubicBezTo>
                  <a:pt x="2122332" y="765978"/>
                  <a:pt x="2125870" y="757498"/>
                  <a:pt x="2132688" y="750707"/>
                </a:cubicBezTo>
                <a:cubicBezTo>
                  <a:pt x="2139506" y="743915"/>
                  <a:pt x="2148061" y="740388"/>
                  <a:pt x="2158353" y="740126"/>
                </a:cubicBezTo>
                <a:close/>
                <a:moveTo>
                  <a:pt x="6423237" y="738068"/>
                </a:moveTo>
                <a:cubicBezTo>
                  <a:pt x="6432954" y="738149"/>
                  <a:pt x="6440838" y="740627"/>
                  <a:pt x="6446891" y="745503"/>
                </a:cubicBezTo>
                <a:cubicBezTo>
                  <a:pt x="6452943" y="750379"/>
                  <a:pt x="6456714" y="757169"/>
                  <a:pt x="6458204" y="765875"/>
                </a:cubicBezTo>
                <a:lnTo>
                  <a:pt x="6390585" y="765875"/>
                </a:lnTo>
                <a:cubicBezTo>
                  <a:pt x="6392363" y="758521"/>
                  <a:pt x="6395941" y="752117"/>
                  <a:pt x="6401319" y="746661"/>
                </a:cubicBezTo>
                <a:cubicBezTo>
                  <a:pt x="6406697" y="741206"/>
                  <a:pt x="6414003" y="738342"/>
                  <a:pt x="6423237" y="738068"/>
                </a:cubicBezTo>
                <a:close/>
                <a:moveTo>
                  <a:pt x="5242137" y="738068"/>
                </a:moveTo>
                <a:cubicBezTo>
                  <a:pt x="5251853" y="738149"/>
                  <a:pt x="5259738" y="740627"/>
                  <a:pt x="5265791" y="745503"/>
                </a:cubicBezTo>
                <a:cubicBezTo>
                  <a:pt x="5271843" y="750379"/>
                  <a:pt x="5275614" y="757169"/>
                  <a:pt x="5277103" y="765875"/>
                </a:cubicBezTo>
                <a:lnTo>
                  <a:pt x="5209485" y="765875"/>
                </a:lnTo>
                <a:cubicBezTo>
                  <a:pt x="5211263" y="758521"/>
                  <a:pt x="5214841" y="752117"/>
                  <a:pt x="5220219" y="746661"/>
                </a:cubicBezTo>
                <a:cubicBezTo>
                  <a:pt x="5225597" y="741206"/>
                  <a:pt x="5232903" y="738342"/>
                  <a:pt x="5242137" y="738068"/>
                </a:cubicBezTo>
                <a:close/>
                <a:moveTo>
                  <a:pt x="3880062" y="738068"/>
                </a:moveTo>
                <a:cubicBezTo>
                  <a:pt x="3889779" y="738149"/>
                  <a:pt x="3897663" y="740627"/>
                  <a:pt x="3903716" y="745503"/>
                </a:cubicBezTo>
                <a:cubicBezTo>
                  <a:pt x="3909768" y="750379"/>
                  <a:pt x="3913539" y="757169"/>
                  <a:pt x="3915028" y="765875"/>
                </a:cubicBezTo>
                <a:lnTo>
                  <a:pt x="3847410" y="765875"/>
                </a:lnTo>
                <a:cubicBezTo>
                  <a:pt x="3849188" y="758521"/>
                  <a:pt x="3852766" y="752117"/>
                  <a:pt x="3858144" y="746661"/>
                </a:cubicBezTo>
                <a:cubicBezTo>
                  <a:pt x="3863522" y="741206"/>
                  <a:pt x="3870828" y="738342"/>
                  <a:pt x="3880062" y="738068"/>
                </a:cubicBezTo>
                <a:close/>
                <a:moveTo>
                  <a:pt x="2517988" y="738068"/>
                </a:moveTo>
                <a:cubicBezTo>
                  <a:pt x="2527704" y="738149"/>
                  <a:pt x="2535588" y="740627"/>
                  <a:pt x="2541641" y="745503"/>
                </a:cubicBezTo>
                <a:cubicBezTo>
                  <a:pt x="2547694" y="750379"/>
                  <a:pt x="2551465" y="757169"/>
                  <a:pt x="2552953" y="765875"/>
                </a:cubicBezTo>
                <a:lnTo>
                  <a:pt x="2485335" y="765875"/>
                </a:lnTo>
                <a:cubicBezTo>
                  <a:pt x="2487113" y="758521"/>
                  <a:pt x="2490692" y="752117"/>
                  <a:pt x="2496069" y="746661"/>
                </a:cubicBezTo>
                <a:cubicBezTo>
                  <a:pt x="2501447" y="741206"/>
                  <a:pt x="2508753" y="738342"/>
                  <a:pt x="2517988" y="738068"/>
                </a:cubicBezTo>
                <a:close/>
                <a:moveTo>
                  <a:pt x="7013595" y="717494"/>
                </a:moveTo>
                <a:lnTo>
                  <a:pt x="7013595" y="834766"/>
                </a:lnTo>
                <a:lnTo>
                  <a:pt x="7038251" y="834766"/>
                </a:lnTo>
                <a:lnTo>
                  <a:pt x="7038251" y="717494"/>
                </a:lnTo>
                <a:close/>
                <a:moveTo>
                  <a:pt x="6313802" y="717494"/>
                </a:moveTo>
                <a:lnTo>
                  <a:pt x="6313802" y="765843"/>
                </a:lnTo>
                <a:cubicBezTo>
                  <a:pt x="6313775" y="779376"/>
                  <a:pt x="6310742" y="790412"/>
                  <a:pt x="6304700" y="798950"/>
                </a:cubicBezTo>
                <a:cubicBezTo>
                  <a:pt x="6298659" y="807489"/>
                  <a:pt x="6289772" y="811894"/>
                  <a:pt x="6278038" y="812167"/>
                </a:cubicBezTo>
                <a:cubicBezTo>
                  <a:pt x="6267773" y="811995"/>
                  <a:pt x="6259744" y="808545"/>
                  <a:pt x="6253949" y="801816"/>
                </a:cubicBezTo>
                <a:cubicBezTo>
                  <a:pt x="6248154" y="795086"/>
                  <a:pt x="6245206" y="786106"/>
                  <a:pt x="6245104" y="774876"/>
                </a:cubicBezTo>
                <a:lnTo>
                  <a:pt x="6245104" y="717526"/>
                </a:lnTo>
                <a:lnTo>
                  <a:pt x="6220448" y="717526"/>
                </a:lnTo>
                <a:lnTo>
                  <a:pt x="6220448" y="776934"/>
                </a:lnTo>
                <a:cubicBezTo>
                  <a:pt x="6220361" y="794169"/>
                  <a:pt x="6224451" y="808361"/>
                  <a:pt x="6232718" y="819512"/>
                </a:cubicBezTo>
                <a:cubicBezTo>
                  <a:pt x="6240984" y="830663"/>
                  <a:pt x="6253947" y="836434"/>
                  <a:pt x="6271606" y="836823"/>
                </a:cubicBezTo>
                <a:cubicBezTo>
                  <a:pt x="6281019" y="836727"/>
                  <a:pt x="6289273" y="834544"/>
                  <a:pt x="6296371" y="830274"/>
                </a:cubicBezTo>
                <a:cubicBezTo>
                  <a:pt x="6303468" y="826004"/>
                  <a:pt x="6309278" y="820225"/>
                  <a:pt x="6313802" y="812937"/>
                </a:cubicBezTo>
                <a:lnTo>
                  <a:pt x="6313802" y="834766"/>
                </a:lnTo>
                <a:lnTo>
                  <a:pt x="6338459" y="834766"/>
                </a:lnTo>
                <a:lnTo>
                  <a:pt x="6338459" y="717494"/>
                </a:lnTo>
                <a:close/>
                <a:moveTo>
                  <a:pt x="4899044" y="717494"/>
                </a:moveTo>
                <a:lnTo>
                  <a:pt x="4899044" y="834766"/>
                </a:lnTo>
                <a:lnTo>
                  <a:pt x="4923701" y="834766"/>
                </a:lnTo>
                <a:lnTo>
                  <a:pt x="4923701" y="717494"/>
                </a:lnTo>
                <a:close/>
                <a:moveTo>
                  <a:pt x="4685027" y="717494"/>
                </a:moveTo>
                <a:lnTo>
                  <a:pt x="4685027" y="765843"/>
                </a:lnTo>
                <a:cubicBezTo>
                  <a:pt x="4685000" y="779376"/>
                  <a:pt x="4681966" y="790412"/>
                  <a:pt x="4675925" y="798950"/>
                </a:cubicBezTo>
                <a:cubicBezTo>
                  <a:pt x="4669884" y="807489"/>
                  <a:pt x="4660997" y="811894"/>
                  <a:pt x="4649263" y="812167"/>
                </a:cubicBezTo>
                <a:cubicBezTo>
                  <a:pt x="4638998" y="811995"/>
                  <a:pt x="4630968" y="808545"/>
                  <a:pt x="4625174" y="801816"/>
                </a:cubicBezTo>
                <a:cubicBezTo>
                  <a:pt x="4619379" y="795086"/>
                  <a:pt x="4616431" y="786106"/>
                  <a:pt x="4616329" y="774876"/>
                </a:cubicBezTo>
                <a:lnTo>
                  <a:pt x="4616329" y="717526"/>
                </a:lnTo>
                <a:lnTo>
                  <a:pt x="4591673" y="717526"/>
                </a:lnTo>
                <a:lnTo>
                  <a:pt x="4591673" y="776934"/>
                </a:lnTo>
                <a:cubicBezTo>
                  <a:pt x="4591586" y="794169"/>
                  <a:pt x="4595676" y="808361"/>
                  <a:pt x="4603942" y="819512"/>
                </a:cubicBezTo>
                <a:cubicBezTo>
                  <a:pt x="4612209" y="830663"/>
                  <a:pt x="4625172" y="836434"/>
                  <a:pt x="4642831" y="836823"/>
                </a:cubicBezTo>
                <a:cubicBezTo>
                  <a:pt x="4652243" y="836727"/>
                  <a:pt x="4660498" y="834544"/>
                  <a:pt x="4667595" y="830274"/>
                </a:cubicBezTo>
                <a:cubicBezTo>
                  <a:pt x="4674692" y="826004"/>
                  <a:pt x="4680503" y="820225"/>
                  <a:pt x="4685027" y="812937"/>
                </a:cubicBezTo>
                <a:lnTo>
                  <a:pt x="4685027" y="834766"/>
                </a:lnTo>
                <a:lnTo>
                  <a:pt x="4709684" y="834766"/>
                </a:lnTo>
                <a:lnTo>
                  <a:pt x="4709684" y="717494"/>
                </a:lnTo>
                <a:close/>
                <a:moveTo>
                  <a:pt x="3770627" y="717494"/>
                </a:moveTo>
                <a:lnTo>
                  <a:pt x="3770627" y="765843"/>
                </a:lnTo>
                <a:cubicBezTo>
                  <a:pt x="3770600" y="779376"/>
                  <a:pt x="3767566" y="790412"/>
                  <a:pt x="3761525" y="798950"/>
                </a:cubicBezTo>
                <a:cubicBezTo>
                  <a:pt x="3755484" y="807489"/>
                  <a:pt x="3746597" y="811894"/>
                  <a:pt x="3734863" y="812167"/>
                </a:cubicBezTo>
                <a:cubicBezTo>
                  <a:pt x="3724598" y="811995"/>
                  <a:pt x="3716568" y="808545"/>
                  <a:pt x="3710774" y="801816"/>
                </a:cubicBezTo>
                <a:cubicBezTo>
                  <a:pt x="3704979" y="795086"/>
                  <a:pt x="3702031" y="786106"/>
                  <a:pt x="3701929" y="774876"/>
                </a:cubicBezTo>
                <a:lnTo>
                  <a:pt x="3701929" y="717526"/>
                </a:lnTo>
                <a:lnTo>
                  <a:pt x="3677273" y="717526"/>
                </a:lnTo>
                <a:lnTo>
                  <a:pt x="3677273" y="776934"/>
                </a:lnTo>
                <a:cubicBezTo>
                  <a:pt x="3677186" y="794169"/>
                  <a:pt x="3681276" y="808361"/>
                  <a:pt x="3689543" y="819512"/>
                </a:cubicBezTo>
                <a:cubicBezTo>
                  <a:pt x="3697809" y="830663"/>
                  <a:pt x="3710772" y="836434"/>
                  <a:pt x="3728431" y="836823"/>
                </a:cubicBezTo>
                <a:cubicBezTo>
                  <a:pt x="3737844" y="836727"/>
                  <a:pt x="3746099" y="834544"/>
                  <a:pt x="3753196" y="830274"/>
                </a:cubicBezTo>
                <a:cubicBezTo>
                  <a:pt x="3760293" y="826004"/>
                  <a:pt x="3766103" y="820225"/>
                  <a:pt x="3770627" y="812937"/>
                </a:cubicBezTo>
                <a:lnTo>
                  <a:pt x="3770627" y="834766"/>
                </a:lnTo>
                <a:lnTo>
                  <a:pt x="3795284" y="834766"/>
                </a:lnTo>
                <a:lnTo>
                  <a:pt x="3795284" y="717494"/>
                </a:lnTo>
                <a:close/>
                <a:moveTo>
                  <a:pt x="3375045" y="717494"/>
                </a:moveTo>
                <a:lnTo>
                  <a:pt x="3375045" y="834766"/>
                </a:lnTo>
                <a:lnTo>
                  <a:pt x="3399701" y="834766"/>
                </a:lnTo>
                <a:lnTo>
                  <a:pt x="3399701" y="717494"/>
                </a:lnTo>
                <a:close/>
                <a:moveTo>
                  <a:pt x="2952224" y="717494"/>
                </a:moveTo>
                <a:lnTo>
                  <a:pt x="2912114" y="805480"/>
                </a:lnTo>
                <a:lnTo>
                  <a:pt x="2872004" y="717526"/>
                </a:lnTo>
                <a:lnTo>
                  <a:pt x="2842692" y="717526"/>
                </a:lnTo>
                <a:lnTo>
                  <a:pt x="2899001" y="834766"/>
                </a:lnTo>
                <a:lnTo>
                  <a:pt x="2925484" y="834766"/>
                </a:lnTo>
                <a:lnTo>
                  <a:pt x="2981535" y="717494"/>
                </a:lnTo>
                <a:close/>
                <a:moveTo>
                  <a:pt x="2794019" y="717494"/>
                </a:moveTo>
                <a:lnTo>
                  <a:pt x="2794019" y="834766"/>
                </a:lnTo>
                <a:lnTo>
                  <a:pt x="2818676" y="834766"/>
                </a:lnTo>
                <a:lnTo>
                  <a:pt x="2818676" y="717494"/>
                </a:lnTo>
                <a:close/>
                <a:moveTo>
                  <a:pt x="2403495" y="717494"/>
                </a:moveTo>
                <a:lnTo>
                  <a:pt x="2403495" y="834766"/>
                </a:lnTo>
                <a:lnTo>
                  <a:pt x="2428151" y="834766"/>
                </a:lnTo>
                <a:lnTo>
                  <a:pt x="2428151" y="717494"/>
                </a:lnTo>
                <a:close/>
                <a:moveTo>
                  <a:pt x="6673202" y="715469"/>
                </a:moveTo>
                <a:cubicBezTo>
                  <a:pt x="6661571" y="715599"/>
                  <a:pt x="6651019" y="718365"/>
                  <a:pt x="6641548" y="723767"/>
                </a:cubicBezTo>
                <a:cubicBezTo>
                  <a:pt x="6632077" y="729170"/>
                  <a:pt x="6624521" y="736431"/>
                  <a:pt x="6618880" y="745550"/>
                </a:cubicBezTo>
                <a:cubicBezTo>
                  <a:pt x="6613240" y="754669"/>
                  <a:pt x="6610350" y="764867"/>
                  <a:pt x="6610211" y="776146"/>
                </a:cubicBezTo>
                <a:cubicBezTo>
                  <a:pt x="6610350" y="787506"/>
                  <a:pt x="6613240" y="797743"/>
                  <a:pt x="6618880" y="806857"/>
                </a:cubicBezTo>
                <a:cubicBezTo>
                  <a:pt x="6624521" y="815972"/>
                  <a:pt x="6632077" y="823213"/>
                  <a:pt x="6641548" y="828582"/>
                </a:cubicBezTo>
                <a:cubicBezTo>
                  <a:pt x="6651019" y="833951"/>
                  <a:pt x="6661571" y="836699"/>
                  <a:pt x="6673202" y="836823"/>
                </a:cubicBezTo>
                <a:cubicBezTo>
                  <a:pt x="6684830" y="836699"/>
                  <a:pt x="6695359" y="833951"/>
                  <a:pt x="6704790" y="828582"/>
                </a:cubicBezTo>
                <a:cubicBezTo>
                  <a:pt x="6714220" y="823213"/>
                  <a:pt x="6721735" y="815972"/>
                  <a:pt x="6727334" y="806857"/>
                </a:cubicBezTo>
                <a:cubicBezTo>
                  <a:pt x="6732933" y="797743"/>
                  <a:pt x="6735801" y="787506"/>
                  <a:pt x="6735937" y="776146"/>
                </a:cubicBezTo>
                <a:cubicBezTo>
                  <a:pt x="6735801" y="764867"/>
                  <a:pt x="6732933" y="754669"/>
                  <a:pt x="6727334" y="745550"/>
                </a:cubicBezTo>
                <a:cubicBezTo>
                  <a:pt x="6721735" y="736431"/>
                  <a:pt x="6714220" y="729170"/>
                  <a:pt x="6704790" y="723767"/>
                </a:cubicBezTo>
                <a:cubicBezTo>
                  <a:pt x="6695359" y="718365"/>
                  <a:pt x="6684830" y="715599"/>
                  <a:pt x="6673202" y="715469"/>
                </a:cubicBezTo>
                <a:close/>
                <a:moveTo>
                  <a:pt x="6423237" y="715469"/>
                </a:moveTo>
                <a:cubicBezTo>
                  <a:pt x="6411399" y="715599"/>
                  <a:pt x="6400937" y="718365"/>
                  <a:pt x="6391851" y="723768"/>
                </a:cubicBezTo>
                <a:cubicBezTo>
                  <a:pt x="6382766" y="729171"/>
                  <a:pt x="6375636" y="736432"/>
                  <a:pt x="6370464" y="745551"/>
                </a:cubicBezTo>
                <a:cubicBezTo>
                  <a:pt x="6365292" y="754670"/>
                  <a:pt x="6362657" y="764868"/>
                  <a:pt x="6362561" y="776145"/>
                </a:cubicBezTo>
                <a:cubicBezTo>
                  <a:pt x="6362823" y="793419"/>
                  <a:pt x="6368919" y="807745"/>
                  <a:pt x="6380847" y="819123"/>
                </a:cubicBezTo>
                <a:cubicBezTo>
                  <a:pt x="6392776" y="830502"/>
                  <a:pt x="6408963" y="836402"/>
                  <a:pt x="6429408" y="836823"/>
                </a:cubicBezTo>
                <a:cubicBezTo>
                  <a:pt x="6441529" y="836668"/>
                  <a:pt x="6451995" y="834025"/>
                  <a:pt x="6460807" y="828892"/>
                </a:cubicBezTo>
                <a:cubicBezTo>
                  <a:pt x="6469618" y="823760"/>
                  <a:pt x="6476549" y="817069"/>
                  <a:pt x="6481600" y="808820"/>
                </a:cubicBezTo>
                <a:lnTo>
                  <a:pt x="6461032" y="796203"/>
                </a:lnTo>
                <a:cubicBezTo>
                  <a:pt x="6459039" y="799684"/>
                  <a:pt x="6455504" y="803149"/>
                  <a:pt x="6450426" y="806599"/>
                </a:cubicBezTo>
                <a:cubicBezTo>
                  <a:pt x="6445348" y="810048"/>
                  <a:pt x="6438342" y="811904"/>
                  <a:pt x="6429408" y="812167"/>
                </a:cubicBezTo>
                <a:cubicBezTo>
                  <a:pt x="6418470" y="811984"/>
                  <a:pt x="6409750" y="809388"/>
                  <a:pt x="6403247" y="804378"/>
                </a:cubicBezTo>
                <a:cubicBezTo>
                  <a:pt x="6396745" y="799368"/>
                  <a:pt x="6392524" y="793038"/>
                  <a:pt x="6390585" y="785388"/>
                </a:cubicBezTo>
                <a:lnTo>
                  <a:pt x="6482371" y="785388"/>
                </a:lnTo>
                <a:cubicBezTo>
                  <a:pt x="6483837" y="770925"/>
                  <a:pt x="6482079" y="758483"/>
                  <a:pt x="6477097" y="748061"/>
                </a:cubicBezTo>
                <a:cubicBezTo>
                  <a:pt x="6472115" y="737639"/>
                  <a:pt x="6464891" y="729618"/>
                  <a:pt x="6455423" y="723996"/>
                </a:cubicBezTo>
                <a:cubicBezTo>
                  <a:pt x="6445956" y="718375"/>
                  <a:pt x="6435228" y="715532"/>
                  <a:pt x="6423237" y="715469"/>
                </a:cubicBezTo>
                <a:close/>
                <a:moveTo>
                  <a:pt x="6116636" y="715469"/>
                </a:moveTo>
                <a:cubicBezTo>
                  <a:pt x="6105299" y="715599"/>
                  <a:pt x="6095218" y="718365"/>
                  <a:pt x="6086393" y="723767"/>
                </a:cubicBezTo>
                <a:cubicBezTo>
                  <a:pt x="6077568" y="729170"/>
                  <a:pt x="6070615" y="736431"/>
                  <a:pt x="6065535" y="745550"/>
                </a:cubicBezTo>
                <a:cubicBezTo>
                  <a:pt x="6060455" y="754669"/>
                  <a:pt x="6057863" y="764867"/>
                  <a:pt x="6057761" y="776146"/>
                </a:cubicBezTo>
                <a:cubicBezTo>
                  <a:pt x="6058107" y="793420"/>
                  <a:pt x="6063707" y="807746"/>
                  <a:pt x="6074560" y="819124"/>
                </a:cubicBezTo>
                <a:cubicBezTo>
                  <a:pt x="6085413" y="830502"/>
                  <a:pt x="6099438" y="836402"/>
                  <a:pt x="6116636" y="836823"/>
                </a:cubicBezTo>
                <a:cubicBezTo>
                  <a:pt x="6124789" y="836738"/>
                  <a:pt x="6132282" y="834983"/>
                  <a:pt x="6139116" y="831558"/>
                </a:cubicBezTo>
                <a:cubicBezTo>
                  <a:pt x="6145950" y="828134"/>
                  <a:pt x="6151836" y="823553"/>
                  <a:pt x="6156773" y="817817"/>
                </a:cubicBezTo>
                <a:lnTo>
                  <a:pt x="6156773" y="928378"/>
                </a:lnTo>
                <a:lnTo>
                  <a:pt x="6181430" y="928378"/>
                </a:lnTo>
                <a:lnTo>
                  <a:pt x="6181430" y="717524"/>
                </a:lnTo>
                <a:lnTo>
                  <a:pt x="6156773" y="717524"/>
                </a:lnTo>
                <a:lnTo>
                  <a:pt x="6156773" y="734732"/>
                </a:lnTo>
                <a:cubicBezTo>
                  <a:pt x="6151836" y="728985"/>
                  <a:pt x="6145950" y="724362"/>
                  <a:pt x="6139116" y="720863"/>
                </a:cubicBezTo>
                <a:cubicBezTo>
                  <a:pt x="6132282" y="717363"/>
                  <a:pt x="6124789" y="715565"/>
                  <a:pt x="6116636" y="715469"/>
                </a:cubicBezTo>
                <a:close/>
                <a:moveTo>
                  <a:pt x="5892152" y="715469"/>
                </a:moveTo>
                <a:cubicBezTo>
                  <a:pt x="5880521" y="715599"/>
                  <a:pt x="5869970" y="718365"/>
                  <a:pt x="5860498" y="723767"/>
                </a:cubicBezTo>
                <a:cubicBezTo>
                  <a:pt x="5851027" y="729170"/>
                  <a:pt x="5843471" y="736431"/>
                  <a:pt x="5837830" y="745550"/>
                </a:cubicBezTo>
                <a:cubicBezTo>
                  <a:pt x="5832190" y="754669"/>
                  <a:pt x="5829300" y="764867"/>
                  <a:pt x="5829161" y="776146"/>
                </a:cubicBezTo>
                <a:cubicBezTo>
                  <a:pt x="5829300" y="787506"/>
                  <a:pt x="5832190" y="797743"/>
                  <a:pt x="5837830" y="806857"/>
                </a:cubicBezTo>
                <a:cubicBezTo>
                  <a:pt x="5843471" y="815972"/>
                  <a:pt x="5851027" y="823213"/>
                  <a:pt x="5860498" y="828582"/>
                </a:cubicBezTo>
                <a:cubicBezTo>
                  <a:pt x="5869969" y="833951"/>
                  <a:pt x="5880521" y="836699"/>
                  <a:pt x="5892152" y="836823"/>
                </a:cubicBezTo>
                <a:cubicBezTo>
                  <a:pt x="5903781" y="836699"/>
                  <a:pt x="5914310" y="833951"/>
                  <a:pt x="5923740" y="828582"/>
                </a:cubicBezTo>
                <a:cubicBezTo>
                  <a:pt x="5933170" y="823213"/>
                  <a:pt x="5940685" y="815972"/>
                  <a:pt x="5946284" y="806857"/>
                </a:cubicBezTo>
                <a:cubicBezTo>
                  <a:pt x="5951883" y="797743"/>
                  <a:pt x="5954751" y="787506"/>
                  <a:pt x="5954887" y="776146"/>
                </a:cubicBezTo>
                <a:cubicBezTo>
                  <a:pt x="5954751" y="764867"/>
                  <a:pt x="5951883" y="754669"/>
                  <a:pt x="5946284" y="745550"/>
                </a:cubicBezTo>
                <a:cubicBezTo>
                  <a:pt x="5940685" y="736431"/>
                  <a:pt x="5933170" y="729170"/>
                  <a:pt x="5923740" y="723767"/>
                </a:cubicBezTo>
                <a:cubicBezTo>
                  <a:pt x="5914310" y="718365"/>
                  <a:pt x="5903781" y="715599"/>
                  <a:pt x="5892152" y="715469"/>
                </a:cubicBezTo>
                <a:close/>
                <a:moveTo>
                  <a:pt x="5656095" y="715469"/>
                </a:moveTo>
                <a:cubicBezTo>
                  <a:pt x="5646188" y="715694"/>
                  <a:pt x="5636992" y="717684"/>
                  <a:pt x="5628508" y="721441"/>
                </a:cubicBezTo>
                <a:cubicBezTo>
                  <a:pt x="5620024" y="725197"/>
                  <a:pt x="5613020" y="729370"/>
                  <a:pt x="5607499" y="733961"/>
                </a:cubicBezTo>
                <a:lnTo>
                  <a:pt x="5619314" y="753774"/>
                </a:lnTo>
                <a:cubicBezTo>
                  <a:pt x="5622219" y="751290"/>
                  <a:pt x="5626879" y="748468"/>
                  <a:pt x="5633294" y="745308"/>
                </a:cubicBezTo>
                <a:cubicBezTo>
                  <a:pt x="5639708" y="742148"/>
                  <a:pt x="5646622" y="740421"/>
                  <a:pt x="5654037" y="740126"/>
                </a:cubicBezTo>
                <a:cubicBezTo>
                  <a:pt x="5663864" y="740179"/>
                  <a:pt x="5670651" y="742261"/>
                  <a:pt x="5674398" y="746371"/>
                </a:cubicBezTo>
                <a:cubicBezTo>
                  <a:pt x="5678145" y="750480"/>
                  <a:pt x="5680108" y="756296"/>
                  <a:pt x="5680285" y="763818"/>
                </a:cubicBezTo>
                <a:lnTo>
                  <a:pt x="5661756" y="763818"/>
                </a:lnTo>
                <a:cubicBezTo>
                  <a:pt x="5653499" y="763686"/>
                  <a:pt x="5644887" y="764549"/>
                  <a:pt x="5635921" y="766406"/>
                </a:cubicBezTo>
                <a:cubicBezTo>
                  <a:pt x="5626955" y="768264"/>
                  <a:pt x="5619319" y="771907"/>
                  <a:pt x="5613013" y="777335"/>
                </a:cubicBezTo>
                <a:cubicBezTo>
                  <a:pt x="5606707" y="782764"/>
                  <a:pt x="5603413" y="790769"/>
                  <a:pt x="5603132" y="801350"/>
                </a:cubicBezTo>
                <a:cubicBezTo>
                  <a:pt x="5603426" y="812169"/>
                  <a:pt x="5607590" y="820750"/>
                  <a:pt x="5615625" y="827093"/>
                </a:cubicBezTo>
                <a:cubicBezTo>
                  <a:pt x="5623661" y="833436"/>
                  <a:pt x="5633805" y="836680"/>
                  <a:pt x="5646059" y="836823"/>
                </a:cubicBezTo>
                <a:cubicBezTo>
                  <a:pt x="5654015" y="836738"/>
                  <a:pt x="5660813" y="835368"/>
                  <a:pt x="5666453" y="832715"/>
                </a:cubicBezTo>
                <a:cubicBezTo>
                  <a:pt x="5672093" y="830062"/>
                  <a:pt x="5676703" y="826638"/>
                  <a:pt x="5680285" y="822444"/>
                </a:cubicBezTo>
                <a:lnTo>
                  <a:pt x="5680285" y="834766"/>
                </a:lnTo>
                <a:lnTo>
                  <a:pt x="5704941" y="834766"/>
                </a:lnTo>
                <a:lnTo>
                  <a:pt x="5704941" y="767413"/>
                </a:lnTo>
                <a:cubicBezTo>
                  <a:pt x="5704996" y="750501"/>
                  <a:pt x="5701034" y="737630"/>
                  <a:pt x="5693057" y="728800"/>
                </a:cubicBezTo>
                <a:cubicBezTo>
                  <a:pt x="5685079" y="719970"/>
                  <a:pt x="5672759" y="715527"/>
                  <a:pt x="5656095" y="715469"/>
                </a:cubicBezTo>
                <a:close/>
                <a:moveTo>
                  <a:pt x="5447580" y="715469"/>
                </a:moveTo>
                <a:cubicBezTo>
                  <a:pt x="5436557" y="715511"/>
                  <a:pt x="5427162" y="718508"/>
                  <a:pt x="5419394" y="724460"/>
                </a:cubicBezTo>
                <a:cubicBezTo>
                  <a:pt x="5411626" y="730412"/>
                  <a:pt x="5407569" y="739065"/>
                  <a:pt x="5407222" y="750418"/>
                </a:cubicBezTo>
                <a:cubicBezTo>
                  <a:pt x="5407434" y="758551"/>
                  <a:pt x="5409749" y="764983"/>
                  <a:pt x="5414167" y="769714"/>
                </a:cubicBezTo>
                <a:cubicBezTo>
                  <a:pt x="5418586" y="774446"/>
                  <a:pt x="5423833" y="778076"/>
                  <a:pt x="5429910" y="780606"/>
                </a:cubicBezTo>
                <a:cubicBezTo>
                  <a:pt x="5435986" y="783136"/>
                  <a:pt x="5441619" y="785166"/>
                  <a:pt x="5446808" y="786695"/>
                </a:cubicBezTo>
                <a:cubicBezTo>
                  <a:pt x="5454937" y="789209"/>
                  <a:pt x="5460686" y="791385"/>
                  <a:pt x="5464053" y="793224"/>
                </a:cubicBezTo>
                <a:cubicBezTo>
                  <a:pt x="5467421" y="795062"/>
                  <a:pt x="5469051" y="797688"/>
                  <a:pt x="5468944" y="801103"/>
                </a:cubicBezTo>
                <a:cubicBezTo>
                  <a:pt x="5468670" y="806050"/>
                  <a:pt x="5466579" y="809534"/>
                  <a:pt x="5462670" y="811555"/>
                </a:cubicBezTo>
                <a:cubicBezTo>
                  <a:pt x="5458760" y="813576"/>
                  <a:pt x="5454674" y="814551"/>
                  <a:pt x="5450411" y="814481"/>
                </a:cubicBezTo>
                <a:cubicBezTo>
                  <a:pt x="5441891" y="814149"/>
                  <a:pt x="5435127" y="812305"/>
                  <a:pt x="5430119" y="808950"/>
                </a:cubicBezTo>
                <a:cubicBezTo>
                  <a:pt x="5425112" y="805594"/>
                  <a:pt x="5422017" y="802721"/>
                  <a:pt x="5420835" y="800331"/>
                </a:cubicBezTo>
                <a:lnTo>
                  <a:pt x="5400535" y="812680"/>
                </a:lnTo>
                <a:cubicBezTo>
                  <a:pt x="5403524" y="818856"/>
                  <a:pt x="5409243" y="824357"/>
                  <a:pt x="5417691" y="829183"/>
                </a:cubicBezTo>
                <a:cubicBezTo>
                  <a:pt x="5426140" y="834009"/>
                  <a:pt x="5436360" y="836556"/>
                  <a:pt x="5448352" y="836823"/>
                </a:cubicBezTo>
                <a:cubicBezTo>
                  <a:pt x="5460718" y="836867"/>
                  <a:pt x="5471294" y="833891"/>
                  <a:pt x="5480079" y="827896"/>
                </a:cubicBezTo>
                <a:cubicBezTo>
                  <a:pt x="5488865" y="821901"/>
                  <a:pt x="5493458" y="812627"/>
                  <a:pt x="5493858" y="800074"/>
                </a:cubicBezTo>
                <a:cubicBezTo>
                  <a:pt x="5493644" y="791448"/>
                  <a:pt x="5491332" y="784743"/>
                  <a:pt x="5486922" y="779958"/>
                </a:cubicBezTo>
                <a:cubicBezTo>
                  <a:pt x="5482512" y="775173"/>
                  <a:pt x="5477287" y="771574"/>
                  <a:pt x="5471246" y="769162"/>
                </a:cubicBezTo>
                <a:cubicBezTo>
                  <a:pt x="5465206" y="766749"/>
                  <a:pt x="5459634" y="764790"/>
                  <a:pt x="5454529" y="763282"/>
                </a:cubicBezTo>
                <a:cubicBezTo>
                  <a:pt x="5446277" y="760592"/>
                  <a:pt x="5440453" y="758255"/>
                  <a:pt x="5437058" y="756272"/>
                </a:cubicBezTo>
                <a:cubicBezTo>
                  <a:pt x="5433664" y="754288"/>
                  <a:pt x="5432023" y="751823"/>
                  <a:pt x="5432136" y="748875"/>
                </a:cubicBezTo>
                <a:cubicBezTo>
                  <a:pt x="5432436" y="744351"/>
                  <a:pt x="5434409" y="741306"/>
                  <a:pt x="5438056" y="739741"/>
                </a:cubicBezTo>
                <a:cubicBezTo>
                  <a:pt x="5441703" y="738176"/>
                  <a:pt x="5445220" y="737447"/>
                  <a:pt x="5448609" y="737554"/>
                </a:cubicBezTo>
                <a:cubicBezTo>
                  <a:pt x="5455446" y="737849"/>
                  <a:pt x="5460947" y="739382"/>
                  <a:pt x="5465113" y="742153"/>
                </a:cubicBezTo>
                <a:cubicBezTo>
                  <a:pt x="5469277" y="744924"/>
                  <a:pt x="5472010" y="747165"/>
                  <a:pt x="5473310" y="748875"/>
                </a:cubicBezTo>
                <a:lnTo>
                  <a:pt x="5489235" y="734472"/>
                </a:lnTo>
                <a:cubicBezTo>
                  <a:pt x="5485479" y="729523"/>
                  <a:pt x="5480083" y="725169"/>
                  <a:pt x="5473046" y="721408"/>
                </a:cubicBezTo>
                <a:cubicBezTo>
                  <a:pt x="5466010" y="717646"/>
                  <a:pt x="5457521" y="715667"/>
                  <a:pt x="5447580" y="715469"/>
                </a:cubicBezTo>
                <a:close/>
                <a:moveTo>
                  <a:pt x="5242137" y="715469"/>
                </a:moveTo>
                <a:cubicBezTo>
                  <a:pt x="5230299" y="715599"/>
                  <a:pt x="5219837" y="718365"/>
                  <a:pt x="5210751" y="723768"/>
                </a:cubicBezTo>
                <a:cubicBezTo>
                  <a:pt x="5201665" y="729171"/>
                  <a:pt x="5194536" y="736432"/>
                  <a:pt x="5189364" y="745551"/>
                </a:cubicBezTo>
                <a:cubicBezTo>
                  <a:pt x="5184192" y="754670"/>
                  <a:pt x="5181557" y="764868"/>
                  <a:pt x="5181460" y="776145"/>
                </a:cubicBezTo>
                <a:cubicBezTo>
                  <a:pt x="5181723" y="793419"/>
                  <a:pt x="5187818" y="807745"/>
                  <a:pt x="5199747" y="819123"/>
                </a:cubicBezTo>
                <a:cubicBezTo>
                  <a:pt x="5211676" y="830502"/>
                  <a:pt x="5227863" y="836402"/>
                  <a:pt x="5248307" y="836823"/>
                </a:cubicBezTo>
                <a:cubicBezTo>
                  <a:pt x="5260429" y="836668"/>
                  <a:pt x="5270895" y="834025"/>
                  <a:pt x="5279706" y="828892"/>
                </a:cubicBezTo>
                <a:cubicBezTo>
                  <a:pt x="5288518" y="823760"/>
                  <a:pt x="5295449" y="817069"/>
                  <a:pt x="5300500" y="808820"/>
                </a:cubicBezTo>
                <a:lnTo>
                  <a:pt x="5279931" y="796203"/>
                </a:lnTo>
                <a:cubicBezTo>
                  <a:pt x="5277939" y="799684"/>
                  <a:pt x="5274404" y="803149"/>
                  <a:pt x="5269326" y="806599"/>
                </a:cubicBezTo>
                <a:cubicBezTo>
                  <a:pt x="5264248" y="810048"/>
                  <a:pt x="5257242" y="811904"/>
                  <a:pt x="5248307" y="812167"/>
                </a:cubicBezTo>
                <a:cubicBezTo>
                  <a:pt x="5237370" y="811984"/>
                  <a:pt x="5228650" y="809388"/>
                  <a:pt x="5222147" y="804378"/>
                </a:cubicBezTo>
                <a:cubicBezTo>
                  <a:pt x="5215645" y="799368"/>
                  <a:pt x="5211424" y="793038"/>
                  <a:pt x="5209485" y="785388"/>
                </a:cubicBezTo>
                <a:lnTo>
                  <a:pt x="5301271" y="785388"/>
                </a:lnTo>
                <a:cubicBezTo>
                  <a:pt x="5302737" y="770925"/>
                  <a:pt x="5300978" y="758483"/>
                  <a:pt x="5295996" y="748061"/>
                </a:cubicBezTo>
                <a:cubicBezTo>
                  <a:pt x="5291015" y="737639"/>
                  <a:pt x="5283790" y="729618"/>
                  <a:pt x="5274323" y="723996"/>
                </a:cubicBezTo>
                <a:cubicBezTo>
                  <a:pt x="5264856" y="718375"/>
                  <a:pt x="5254127" y="715532"/>
                  <a:pt x="5242137" y="715469"/>
                </a:cubicBezTo>
                <a:close/>
                <a:moveTo>
                  <a:pt x="5015852" y="715469"/>
                </a:moveTo>
                <a:cubicBezTo>
                  <a:pt x="5004221" y="715599"/>
                  <a:pt x="4993670" y="718365"/>
                  <a:pt x="4984198" y="723767"/>
                </a:cubicBezTo>
                <a:cubicBezTo>
                  <a:pt x="4974727" y="729170"/>
                  <a:pt x="4967171" y="736431"/>
                  <a:pt x="4961530" y="745550"/>
                </a:cubicBezTo>
                <a:cubicBezTo>
                  <a:pt x="4955890" y="754669"/>
                  <a:pt x="4953000" y="764867"/>
                  <a:pt x="4952861" y="776146"/>
                </a:cubicBezTo>
                <a:cubicBezTo>
                  <a:pt x="4953000" y="787506"/>
                  <a:pt x="4955890" y="797743"/>
                  <a:pt x="4961530" y="806857"/>
                </a:cubicBezTo>
                <a:cubicBezTo>
                  <a:pt x="4967171" y="815972"/>
                  <a:pt x="4974727" y="823213"/>
                  <a:pt x="4984198" y="828582"/>
                </a:cubicBezTo>
                <a:cubicBezTo>
                  <a:pt x="4993670" y="833951"/>
                  <a:pt x="5004221" y="836699"/>
                  <a:pt x="5015852" y="836823"/>
                </a:cubicBezTo>
                <a:cubicBezTo>
                  <a:pt x="5027481" y="836699"/>
                  <a:pt x="5038010" y="833951"/>
                  <a:pt x="5047440" y="828582"/>
                </a:cubicBezTo>
                <a:cubicBezTo>
                  <a:pt x="5056870" y="823213"/>
                  <a:pt x="5064384" y="815972"/>
                  <a:pt x="5069984" y="806857"/>
                </a:cubicBezTo>
                <a:cubicBezTo>
                  <a:pt x="5075583" y="797743"/>
                  <a:pt x="5078451" y="787506"/>
                  <a:pt x="5078587" y="776146"/>
                </a:cubicBezTo>
                <a:cubicBezTo>
                  <a:pt x="5078451" y="764867"/>
                  <a:pt x="5075583" y="754669"/>
                  <a:pt x="5069984" y="745550"/>
                </a:cubicBezTo>
                <a:cubicBezTo>
                  <a:pt x="5064384" y="736431"/>
                  <a:pt x="5056870" y="729170"/>
                  <a:pt x="5047440" y="723767"/>
                </a:cubicBezTo>
                <a:cubicBezTo>
                  <a:pt x="5038010" y="718365"/>
                  <a:pt x="5027481" y="715599"/>
                  <a:pt x="5015852" y="715469"/>
                </a:cubicBezTo>
                <a:close/>
                <a:moveTo>
                  <a:pt x="4428405" y="715469"/>
                </a:moveTo>
                <a:cubicBezTo>
                  <a:pt x="4417382" y="715511"/>
                  <a:pt x="4407987" y="718508"/>
                  <a:pt x="4400219" y="724460"/>
                </a:cubicBezTo>
                <a:cubicBezTo>
                  <a:pt x="4392452" y="730412"/>
                  <a:pt x="4388394" y="739065"/>
                  <a:pt x="4388047" y="750418"/>
                </a:cubicBezTo>
                <a:cubicBezTo>
                  <a:pt x="4388259" y="758551"/>
                  <a:pt x="4390575" y="764983"/>
                  <a:pt x="4394993" y="769714"/>
                </a:cubicBezTo>
                <a:cubicBezTo>
                  <a:pt x="4399410" y="774446"/>
                  <a:pt x="4404658" y="778076"/>
                  <a:pt x="4410735" y="780606"/>
                </a:cubicBezTo>
                <a:cubicBezTo>
                  <a:pt x="4416812" y="783136"/>
                  <a:pt x="4422444" y="785166"/>
                  <a:pt x="4427633" y="786695"/>
                </a:cubicBezTo>
                <a:cubicBezTo>
                  <a:pt x="4435762" y="789209"/>
                  <a:pt x="4441511" y="791385"/>
                  <a:pt x="4444878" y="793224"/>
                </a:cubicBezTo>
                <a:cubicBezTo>
                  <a:pt x="4448246" y="795062"/>
                  <a:pt x="4449876" y="797688"/>
                  <a:pt x="4449769" y="801103"/>
                </a:cubicBezTo>
                <a:cubicBezTo>
                  <a:pt x="4449495" y="806050"/>
                  <a:pt x="4447404" y="809534"/>
                  <a:pt x="4443495" y="811555"/>
                </a:cubicBezTo>
                <a:cubicBezTo>
                  <a:pt x="4439586" y="813576"/>
                  <a:pt x="4435500" y="814551"/>
                  <a:pt x="4431236" y="814481"/>
                </a:cubicBezTo>
                <a:cubicBezTo>
                  <a:pt x="4422716" y="814149"/>
                  <a:pt x="4415952" y="812305"/>
                  <a:pt x="4410944" y="808950"/>
                </a:cubicBezTo>
                <a:cubicBezTo>
                  <a:pt x="4405937" y="805594"/>
                  <a:pt x="4402842" y="802721"/>
                  <a:pt x="4401660" y="800331"/>
                </a:cubicBezTo>
                <a:lnTo>
                  <a:pt x="4381361" y="812680"/>
                </a:lnTo>
                <a:cubicBezTo>
                  <a:pt x="4384349" y="818856"/>
                  <a:pt x="4390068" y="824357"/>
                  <a:pt x="4398516" y="829183"/>
                </a:cubicBezTo>
                <a:cubicBezTo>
                  <a:pt x="4406965" y="834009"/>
                  <a:pt x="4417185" y="836556"/>
                  <a:pt x="4429177" y="836823"/>
                </a:cubicBezTo>
                <a:cubicBezTo>
                  <a:pt x="4441543" y="836867"/>
                  <a:pt x="4452119" y="833891"/>
                  <a:pt x="4460904" y="827896"/>
                </a:cubicBezTo>
                <a:cubicBezTo>
                  <a:pt x="4469690" y="821901"/>
                  <a:pt x="4474282" y="812627"/>
                  <a:pt x="4474683" y="800074"/>
                </a:cubicBezTo>
                <a:cubicBezTo>
                  <a:pt x="4474469" y="791448"/>
                  <a:pt x="4472157" y="784743"/>
                  <a:pt x="4467747" y="779958"/>
                </a:cubicBezTo>
                <a:cubicBezTo>
                  <a:pt x="4463337" y="775173"/>
                  <a:pt x="4458112" y="771574"/>
                  <a:pt x="4452071" y="769162"/>
                </a:cubicBezTo>
                <a:cubicBezTo>
                  <a:pt x="4446031" y="766749"/>
                  <a:pt x="4440459" y="764790"/>
                  <a:pt x="4435354" y="763282"/>
                </a:cubicBezTo>
                <a:cubicBezTo>
                  <a:pt x="4427102" y="760592"/>
                  <a:pt x="4421278" y="758255"/>
                  <a:pt x="4417884" y="756272"/>
                </a:cubicBezTo>
                <a:cubicBezTo>
                  <a:pt x="4414489" y="754288"/>
                  <a:pt x="4412848" y="751823"/>
                  <a:pt x="4412961" y="748875"/>
                </a:cubicBezTo>
                <a:cubicBezTo>
                  <a:pt x="4413261" y="744351"/>
                  <a:pt x="4415234" y="741306"/>
                  <a:pt x="4418881" y="739741"/>
                </a:cubicBezTo>
                <a:cubicBezTo>
                  <a:pt x="4422527" y="738176"/>
                  <a:pt x="4426045" y="737447"/>
                  <a:pt x="4429434" y="737554"/>
                </a:cubicBezTo>
                <a:cubicBezTo>
                  <a:pt x="4436272" y="737849"/>
                  <a:pt x="4441772" y="739382"/>
                  <a:pt x="4445938" y="742153"/>
                </a:cubicBezTo>
                <a:cubicBezTo>
                  <a:pt x="4450102" y="744924"/>
                  <a:pt x="4452835" y="747165"/>
                  <a:pt x="4454136" y="748875"/>
                </a:cubicBezTo>
                <a:lnTo>
                  <a:pt x="4470060" y="734472"/>
                </a:lnTo>
                <a:cubicBezTo>
                  <a:pt x="4466304" y="729523"/>
                  <a:pt x="4460908" y="725169"/>
                  <a:pt x="4453871" y="721408"/>
                </a:cubicBezTo>
                <a:cubicBezTo>
                  <a:pt x="4446835" y="717646"/>
                  <a:pt x="4438346" y="715667"/>
                  <a:pt x="4428405" y="715469"/>
                </a:cubicBezTo>
                <a:close/>
                <a:moveTo>
                  <a:pt x="4215752" y="715469"/>
                </a:moveTo>
                <a:cubicBezTo>
                  <a:pt x="4204121" y="715599"/>
                  <a:pt x="4193569" y="718365"/>
                  <a:pt x="4184098" y="723767"/>
                </a:cubicBezTo>
                <a:cubicBezTo>
                  <a:pt x="4174627" y="729170"/>
                  <a:pt x="4167071" y="736431"/>
                  <a:pt x="4161430" y="745550"/>
                </a:cubicBezTo>
                <a:cubicBezTo>
                  <a:pt x="4155790" y="754669"/>
                  <a:pt x="4152900" y="764867"/>
                  <a:pt x="4152761" y="776146"/>
                </a:cubicBezTo>
                <a:cubicBezTo>
                  <a:pt x="4152900" y="787506"/>
                  <a:pt x="4155790" y="797743"/>
                  <a:pt x="4161430" y="806857"/>
                </a:cubicBezTo>
                <a:cubicBezTo>
                  <a:pt x="4167071" y="815972"/>
                  <a:pt x="4174627" y="823213"/>
                  <a:pt x="4184098" y="828582"/>
                </a:cubicBezTo>
                <a:cubicBezTo>
                  <a:pt x="4193569" y="833951"/>
                  <a:pt x="4204121" y="836699"/>
                  <a:pt x="4215752" y="836823"/>
                </a:cubicBezTo>
                <a:cubicBezTo>
                  <a:pt x="4227381" y="836699"/>
                  <a:pt x="4237910" y="833951"/>
                  <a:pt x="4247340" y="828582"/>
                </a:cubicBezTo>
                <a:cubicBezTo>
                  <a:pt x="4256770" y="823213"/>
                  <a:pt x="4264285" y="815972"/>
                  <a:pt x="4269884" y="806857"/>
                </a:cubicBezTo>
                <a:cubicBezTo>
                  <a:pt x="4275483" y="797743"/>
                  <a:pt x="4278351" y="787506"/>
                  <a:pt x="4278487" y="776146"/>
                </a:cubicBezTo>
                <a:cubicBezTo>
                  <a:pt x="4278351" y="764867"/>
                  <a:pt x="4275483" y="754669"/>
                  <a:pt x="4269884" y="745550"/>
                </a:cubicBezTo>
                <a:cubicBezTo>
                  <a:pt x="4264285" y="736431"/>
                  <a:pt x="4256770" y="729170"/>
                  <a:pt x="4247340" y="723767"/>
                </a:cubicBezTo>
                <a:cubicBezTo>
                  <a:pt x="4237910" y="718365"/>
                  <a:pt x="4227381" y="715599"/>
                  <a:pt x="4215752" y="715469"/>
                </a:cubicBezTo>
                <a:close/>
                <a:moveTo>
                  <a:pt x="3999780" y="715469"/>
                </a:moveTo>
                <a:cubicBezTo>
                  <a:pt x="3988757" y="715511"/>
                  <a:pt x="3979362" y="718508"/>
                  <a:pt x="3971595" y="724460"/>
                </a:cubicBezTo>
                <a:cubicBezTo>
                  <a:pt x="3963827" y="730412"/>
                  <a:pt x="3959769" y="739065"/>
                  <a:pt x="3959422" y="750418"/>
                </a:cubicBezTo>
                <a:cubicBezTo>
                  <a:pt x="3959635" y="758551"/>
                  <a:pt x="3961950" y="764983"/>
                  <a:pt x="3966368" y="769714"/>
                </a:cubicBezTo>
                <a:cubicBezTo>
                  <a:pt x="3970786" y="774446"/>
                  <a:pt x="3976033" y="778076"/>
                  <a:pt x="3982110" y="780606"/>
                </a:cubicBezTo>
                <a:cubicBezTo>
                  <a:pt x="3988187" y="783136"/>
                  <a:pt x="3993819" y="785166"/>
                  <a:pt x="3999008" y="786695"/>
                </a:cubicBezTo>
                <a:cubicBezTo>
                  <a:pt x="4007137" y="789209"/>
                  <a:pt x="4012886" y="791385"/>
                  <a:pt x="4016254" y="793224"/>
                </a:cubicBezTo>
                <a:cubicBezTo>
                  <a:pt x="4019621" y="795062"/>
                  <a:pt x="4021252" y="797688"/>
                  <a:pt x="4021144" y="801103"/>
                </a:cubicBezTo>
                <a:cubicBezTo>
                  <a:pt x="4020870" y="806050"/>
                  <a:pt x="4018779" y="809534"/>
                  <a:pt x="4014870" y="811555"/>
                </a:cubicBezTo>
                <a:cubicBezTo>
                  <a:pt x="4010961" y="813576"/>
                  <a:pt x="4006874" y="814551"/>
                  <a:pt x="4002612" y="814481"/>
                </a:cubicBezTo>
                <a:cubicBezTo>
                  <a:pt x="3994091" y="814149"/>
                  <a:pt x="3987327" y="812305"/>
                  <a:pt x="3982319" y="808950"/>
                </a:cubicBezTo>
                <a:cubicBezTo>
                  <a:pt x="3977312" y="805594"/>
                  <a:pt x="3974217" y="802721"/>
                  <a:pt x="3973035" y="800331"/>
                </a:cubicBezTo>
                <a:lnTo>
                  <a:pt x="3952736" y="812680"/>
                </a:lnTo>
                <a:cubicBezTo>
                  <a:pt x="3955724" y="818856"/>
                  <a:pt x="3961443" y="824357"/>
                  <a:pt x="3969892" y="829183"/>
                </a:cubicBezTo>
                <a:cubicBezTo>
                  <a:pt x="3978340" y="834009"/>
                  <a:pt x="3988560" y="836556"/>
                  <a:pt x="4000552" y="836823"/>
                </a:cubicBezTo>
                <a:cubicBezTo>
                  <a:pt x="4012918" y="836867"/>
                  <a:pt x="4023494" y="833891"/>
                  <a:pt x="4032279" y="827896"/>
                </a:cubicBezTo>
                <a:cubicBezTo>
                  <a:pt x="4041065" y="821901"/>
                  <a:pt x="4045657" y="812627"/>
                  <a:pt x="4046058" y="800074"/>
                </a:cubicBezTo>
                <a:cubicBezTo>
                  <a:pt x="4045844" y="791448"/>
                  <a:pt x="4043532" y="784743"/>
                  <a:pt x="4039122" y="779958"/>
                </a:cubicBezTo>
                <a:cubicBezTo>
                  <a:pt x="4034712" y="775173"/>
                  <a:pt x="4029487" y="771574"/>
                  <a:pt x="4023447" y="769162"/>
                </a:cubicBezTo>
                <a:cubicBezTo>
                  <a:pt x="4017406" y="766749"/>
                  <a:pt x="4011834" y="764790"/>
                  <a:pt x="4006730" y="763282"/>
                </a:cubicBezTo>
                <a:cubicBezTo>
                  <a:pt x="3998477" y="760592"/>
                  <a:pt x="3992653" y="758255"/>
                  <a:pt x="3989259" y="756272"/>
                </a:cubicBezTo>
                <a:cubicBezTo>
                  <a:pt x="3985864" y="754288"/>
                  <a:pt x="3984224" y="751823"/>
                  <a:pt x="3984336" y="748875"/>
                </a:cubicBezTo>
                <a:cubicBezTo>
                  <a:pt x="3984636" y="744351"/>
                  <a:pt x="3986610" y="741306"/>
                  <a:pt x="3990256" y="739741"/>
                </a:cubicBezTo>
                <a:cubicBezTo>
                  <a:pt x="3993903" y="738176"/>
                  <a:pt x="3997421" y="737447"/>
                  <a:pt x="4000809" y="737554"/>
                </a:cubicBezTo>
                <a:cubicBezTo>
                  <a:pt x="4007647" y="737849"/>
                  <a:pt x="4013148" y="739382"/>
                  <a:pt x="4017313" y="742153"/>
                </a:cubicBezTo>
                <a:cubicBezTo>
                  <a:pt x="4021478" y="744924"/>
                  <a:pt x="4024210" y="747165"/>
                  <a:pt x="4025510" y="748875"/>
                </a:cubicBezTo>
                <a:lnTo>
                  <a:pt x="4041435" y="734472"/>
                </a:lnTo>
                <a:cubicBezTo>
                  <a:pt x="4037680" y="729523"/>
                  <a:pt x="4032283" y="725169"/>
                  <a:pt x="4025247" y="721408"/>
                </a:cubicBezTo>
                <a:cubicBezTo>
                  <a:pt x="4018210" y="717646"/>
                  <a:pt x="4009721" y="715667"/>
                  <a:pt x="3999780" y="715469"/>
                </a:cubicBezTo>
                <a:close/>
                <a:moveTo>
                  <a:pt x="3880062" y="715469"/>
                </a:moveTo>
                <a:cubicBezTo>
                  <a:pt x="3868224" y="715599"/>
                  <a:pt x="3857762" y="718365"/>
                  <a:pt x="3848676" y="723768"/>
                </a:cubicBezTo>
                <a:cubicBezTo>
                  <a:pt x="3839591" y="729171"/>
                  <a:pt x="3832462" y="736432"/>
                  <a:pt x="3827289" y="745551"/>
                </a:cubicBezTo>
                <a:cubicBezTo>
                  <a:pt x="3822117" y="754670"/>
                  <a:pt x="3819482" y="764868"/>
                  <a:pt x="3819386" y="776145"/>
                </a:cubicBezTo>
                <a:cubicBezTo>
                  <a:pt x="3819648" y="793419"/>
                  <a:pt x="3825744" y="807745"/>
                  <a:pt x="3837672" y="819123"/>
                </a:cubicBezTo>
                <a:cubicBezTo>
                  <a:pt x="3849601" y="830502"/>
                  <a:pt x="3865788" y="836402"/>
                  <a:pt x="3886233" y="836823"/>
                </a:cubicBezTo>
                <a:cubicBezTo>
                  <a:pt x="3898354" y="836668"/>
                  <a:pt x="3908821" y="834025"/>
                  <a:pt x="3917632" y="828892"/>
                </a:cubicBezTo>
                <a:cubicBezTo>
                  <a:pt x="3926443" y="823760"/>
                  <a:pt x="3933374" y="817069"/>
                  <a:pt x="3938425" y="808820"/>
                </a:cubicBezTo>
                <a:lnTo>
                  <a:pt x="3917857" y="796203"/>
                </a:lnTo>
                <a:cubicBezTo>
                  <a:pt x="3915864" y="799684"/>
                  <a:pt x="3912329" y="803149"/>
                  <a:pt x="3907251" y="806599"/>
                </a:cubicBezTo>
                <a:cubicBezTo>
                  <a:pt x="3902173" y="810048"/>
                  <a:pt x="3895167" y="811904"/>
                  <a:pt x="3886233" y="812167"/>
                </a:cubicBezTo>
                <a:cubicBezTo>
                  <a:pt x="3875295" y="811984"/>
                  <a:pt x="3866575" y="809388"/>
                  <a:pt x="3860072" y="804378"/>
                </a:cubicBezTo>
                <a:cubicBezTo>
                  <a:pt x="3853570" y="799368"/>
                  <a:pt x="3849349" y="793038"/>
                  <a:pt x="3847410" y="785388"/>
                </a:cubicBezTo>
                <a:lnTo>
                  <a:pt x="3939197" y="785388"/>
                </a:lnTo>
                <a:cubicBezTo>
                  <a:pt x="3940662" y="770925"/>
                  <a:pt x="3938904" y="758483"/>
                  <a:pt x="3933922" y="748061"/>
                </a:cubicBezTo>
                <a:cubicBezTo>
                  <a:pt x="3928940" y="737639"/>
                  <a:pt x="3921715" y="729618"/>
                  <a:pt x="3912248" y="723996"/>
                </a:cubicBezTo>
                <a:cubicBezTo>
                  <a:pt x="3902781" y="718375"/>
                  <a:pt x="3892052" y="715532"/>
                  <a:pt x="3880062" y="715469"/>
                </a:cubicBezTo>
                <a:close/>
                <a:moveTo>
                  <a:pt x="3573461" y="715469"/>
                </a:moveTo>
                <a:cubicBezTo>
                  <a:pt x="3562124" y="715599"/>
                  <a:pt x="3552043" y="718365"/>
                  <a:pt x="3543218" y="723767"/>
                </a:cubicBezTo>
                <a:cubicBezTo>
                  <a:pt x="3534393" y="729170"/>
                  <a:pt x="3527441" y="736431"/>
                  <a:pt x="3522361" y="745550"/>
                </a:cubicBezTo>
                <a:cubicBezTo>
                  <a:pt x="3517280" y="754669"/>
                  <a:pt x="3514689" y="764867"/>
                  <a:pt x="3514586" y="776146"/>
                </a:cubicBezTo>
                <a:cubicBezTo>
                  <a:pt x="3514933" y="793420"/>
                  <a:pt x="3520532" y="807746"/>
                  <a:pt x="3531385" y="819124"/>
                </a:cubicBezTo>
                <a:cubicBezTo>
                  <a:pt x="3542238" y="830502"/>
                  <a:pt x="3556263" y="836402"/>
                  <a:pt x="3573461" y="836823"/>
                </a:cubicBezTo>
                <a:cubicBezTo>
                  <a:pt x="3581614" y="836738"/>
                  <a:pt x="3589107" y="834983"/>
                  <a:pt x="3595942" y="831558"/>
                </a:cubicBezTo>
                <a:cubicBezTo>
                  <a:pt x="3602776" y="828134"/>
                  <a:pt x="3608661" y="823553"/>
                  <a:pt x="3613598" y="817817"/>
                </a:cubicBezTo>
                <a:lnTo>
                  <a:pt x="3613598" y="928378"/>
                </a:lnTo>
                <a:lnTo>
                  <a:pt x="3638255" y="928378"/>
                </a:lnTo>
                <a:lnTo>
                  <a:pt x="3638255" y="717524"/>
                </a:lnTo>
                <a:lnTo>
                  <a:pt x="3613598" y="717524"/>
                </a:lnTo>
                <a:lnTo>
                  <a:pt x="3613598" y="734732"/>
                </a:lnTo>
                <a:cubicBezTo>
                  <a:pt x="3608661" y="728985"/>
                  <a:pt x="3602776" y="724362"/>
                  <a:pt x="3595942" y="720863"/>
                </a:cubicBezTo>
                <a:cubicBezTo>
                  <a:pt x="3589107" y="717363"/>
                  <a:pt x="3581614" y="715565"/>
                  <a:pt x="3573461" y="715469"/>
                </a:cubicBezTo>
                <a:close/>
                <a:moveTo>
                  <a:pt x="3053703" y="715469"/>
                </a:moveTo>
                <a:cubicBezTo>
                  <a:pt x="3042071" y="715599"/>
                  <a:pt x="3031520" y="718365"/>
                  <a:pt x="3022048" y="723767"/>
                </a:cubicBezTo>
                <a:cubicBezTo>
                  <a:pt x="3012577" y="729170"/>
                  <a:pt x="3005021" y="736431"/>
                  <a:pt x="2999381" y="745550"/>
                </a:cubicBezTo>
                <a:cubicBezTo>
                  <a:pt x="2993740" y="754669"/>
                  <a:pt x="2990850" y="764867"/>
                  <a:pt x="2990711" y="776146"/>
                </a:cubicBezTo>
                <a:cubicBezTo>
                  <a:pt x="2990850" y="787506"/>
                  <a:pt x="2993740" y="797743"/>
                  <a:pt x="2999381" y="806857"/>
                </a:cubicBezTo>
                <a:cubicBezTo>
                  <a:pt x="3005021" y="815972"/>
                  <a:pt x="3012577" y="823213"/>
                  <a:pt x="3022048" y="828582"/>
                </a:cubicBezTo>
                <a:cubicBezTo>
                  <a:pt x="3031520" y="833951"/>
                  <a:pt x="3042071" y="836699"/>
                  <a:pt x="3053703" y="836823"/>
                </a:cubicBezTo>
                <a:cubicBezTo>
                  <a:pt x="3065331" y="836699"/>
                  <a:pt x="3075860" y="833951"/>
                  <a:pt x="3085290" y="828582"/>
                </a:cubicBezTo>
                <a:cubicBezTo>
                  <a:pt x="3094720" y="823213"/>
                  <a:pt x="3102235" y="815972"/>
                  <a:pt x="3107834" y="806857"/>
                </a:cubicBezTo>
                <a:cubicBezTo>
                  <a:pt x="3113434" y="797743"/>
                  <a:pt x="3116301" y="787506"/>
                  <a:pt x="3116437" y="776146"/>
                </a:cubicBezTo>
                <a:cubicBezTo>
                  <a:pt x="3116301" y="764867"/>
                  <a:pt x="3113434" y="754669"/>
                  <a:pt x="3107834" y="745550"/>
                </a:cubicBezTo>
                <a:cubicBezTo>
                  <a:pt x="3102235" y="736431"/>
                  <a:pt x="3094720" y="729170"/>
                  <a:pt x="3085290" y="723767"/>
                </a:cubicBezTo>
                <a:cubicBezTo>
                  <a:pt x="3075860" y="718365"/>
                  <a:pt x="3065331" y="715599"/>
                  <a:pt x="3053703" y="715469"/>
                </a:cubicBezTo>
                <a:close/>
                <a:moveTo>
                  <a:pt x="2517988" y="715469"/>
                </a:moveTo>
                <a:cubicBezTo>
                  <a:pt x="2506150" y="715599"/>
                  <a:pt x="2495688" y="718365"/>
                  <a:pt x="2486602" y="723768"/>
                </a:cubicBezTo>
                <a:cubicBezTo>
                  <a:pt x="2477516" y="729171"/>
                  <a:pt x="2470387" y="736432"/>
                  <a:pt x="2465214" y="745551"/>
                </a:cubicBezTo>
                <a:cubicBezTo>
                  <a:pt x="2460042" y="754670"/>
                  <a:pt x="2457408" y="764868"/>
                  <a:pt x="2457311" y="776145"/>
                </a:cubicBezTo>
                <a:cubicBezTo>
                  <a:pt x="2457573" y="793419"/>
                  <a:pt x="2463669" y="807745"/>
                  <a:pt x="2475597" y="819123"/>
                </a:cubicBezTo>
                <a:cubicBezTo>
                  <a:pt x="2487526" y="830502"/>
                  <a:pt x="2503713" y="836402"/>
                  <a:pt x="2524158" y="836823"/>
                </a:cubicBezTo>
                <a:cubicBezTo>
                  <a:pt x="2536280" y="836668"/>
                  <a:pt x="2546746" y="834025"/>
                  <a:pt x="2555557" y="828892"/>
                </a:cubicBezTo>
                <a:cubicBezTo>
                  <a:pt x="2564368" y="823760"/>
                  <a:pt x="2571299" y="817069"/>
                  <a:pt x="2576350" y="808820"/>
                </a:cubicBezTo>
                <a:lnTo>
                  <a:pt x="2555782" y="796203"/>
                </a:lnTo>
                <a:cubicBezTo>
                  <a:pt x="2553789" y="799684"/>
                  <a:pt x="2550254" y="803149"/>
                  <a:pt x="2545176" y="806599"/>
                </a:cubicBezTo>
                <a:cubicBezTo>
                  <a:pt x="2540099" y="810048"/>
                  <a:pt x="2533092" y="811904"/>
                  <a:pt x="2524158" y="812167"/>
                </a:cubicBezTo>
                <a:cubicBezTo>
                  <a:pt x="2513220" y="811984"/>
                  <a:pt x="2504500" y="809388"/>
                  <a:pt x="2497998" y="804378"/>
                </a:cubicBezTo>
                <a:cubicBezTo>
                  <a:pt x="2491495" y="799368"/>
                  <a:pt x="2487274" y="793038"/>
                  <a:pt x="2485335" y="785388"/>
                </a:cubicBezTo>
                <a:lnTo>
                  <a:pt x="2577122" y="785388"/>
                </a:lnTo>
                <a:cubicBezTo>
                  <a:pt x="2578587" y="770925"/>
                  <a:pt x="2576829" y="758483"/>
                  <a:pt x="2571847" y="748061"/>
                </a:cubicBezTo>
                <a:cubicBezTo>
                  <a:pt x="2566865" y="737639"/>
                  <a:pt x="2559641" y="729618"/>
                  <a:pt x="2550174" y="723996"/>
                </a:cubicBezTo>
                <a:cubicBezTo>
                  <a:pt x="2540707" y="718375"/>
                  <a:pt x="2529978" y="715532"/>
                  <a:pt x="2517988" y="715469"/>
                </a:cubicBezTo>
                <a:close/>
                <a:moveTo>
                  <a:pt x="2158353" y="715469"/>
                </a:moveTo>
                <a:cubicBezTo>
                  <a:pt x="2146721" y="715599"/>
                  <a:pt x="2136170" y="718365"/>
                  <a:pt x="2126698" y="723767"/>
                </a:cubicBezTo>
                <a:cubicBezTo>
                  <a:pt x="2117227" y="729170"/>
                  <a:pt x="2109671" y="736431"/>
                  <a:pt x="2104031" y="745550"/>
                </a:cubicBezTo>
                <a:cubicBezTo>
                  <a:pt x="2098390" y="754669"/>
                  <a:pt x="2095500" y="764867"/>
                  <a:pt x="2095361" y="776146"/>
                </a:cubicBezTo>
                <a:cubicBezTo>
                  <a:pt x="2095500" y="787506"/>
                  <a:pt x="2098390" y="797743"/>
                  <a:pt x="2104031" y="806857"/>
                </a:cubicBezTo>
                <a:cubicBezTo>
                  <a:pt x="2109671" y="815972"/>
                  <a:pt x="2117227" y="823213"/>
                  <a:pt x="2126698" y="828582"/>
                </a:cubicBezTo>
                <a:cubicBezTo>
                  <a:pt x="2136170" y="833951"/>
                  <a:pt x="2146721" y="836699"/>
                  <a:pt x="2158353" y="836823"/>
                </a:cubicBezTo>
                <a:cubicBezTo>
                  <a:pt x="2169981" y="836699"/>
                  <a:pt x="2180510" y="833951"/>
                  <a:pt x="2189940" y="828582"/>
                </a:cubicBezTo>
                <a:cubicBezTo>
                  <a:pt x="2199370" y="823213"/>
                  <a:pt x="2206885" y="815972"/>
                  <a:pt x="2212484" y="806857"/>
                </a:cubicBezTo>
                <a:cubicBezTo>
                  <a:pt x="2218084" y="797743"/>
                  <a:pt x="2220951" y="787506"/>
                  <a:pt x="2221087" y="776146"/>
                </a:cubicBezTo>
                <a:cubicBezTo>
                  <a:pt x="2220951" y="764867"/>
                  <a:pt x="2218084" y="754669"/>
                  <a:pt x="2212484" y="745550"/>
                </a:cubicBezTo>
                <a:cubicBezTo>
                  <a:pt x="2206885" y="736431"/>
                  <a:pt x="2199370" y="729170"/>
                  <a:pt x="2189940" y="723767"/>
                </a:cubicBezTo>
                <a:cubicBezTo>
                  <a:pt x="2180510" y="718365"/>
                  <a:pt x="2169981" y="715599"/>
                  <a:pt x="2158353" y="715469"/>
                </a:cubicBezTo>
                <a:close/>
                <a:moveTo>
                  <a:pt x="5754999" y="683065"/>
                </a:moveTo>
                <a:lnTo>
                  <a:pt x="5754999" y="717526"/>
                </a:lnTo>
                <a:lnTo>
                  <a:pt x="5728767" y="717526"/>
                </a:lnTo>
                <a:lnTo>
                  <a:pt x="5728767" y="742183"/>
                </a:lnTo>
                <a:lnTo>
                  <a:pt x="5754999" y="742183"/>
                </a:lnTo>
                <a:lnTo>
                  <a:pt x="5754999" y="793642"/>
                </a:lnTo>
                <a:cubicBezTo>
                  <a:pt x="5754816" y="806987"/>
                  <a:pt x="5757878" y="817364"/>
                  <a:pt x="5764184" y="824771"/>
                </a:cubicBezTo>
                <a:cubicBezTo>
                  <a:pt x="5770489" y="832179"/>
                  <a:pt x="5781133" y="835939"/>
                  <a:pt x="5796115" y="836052"/>
                </a:cubicBezTo>
                <a:cubicBezTo>
                  <a:pt x="5797760" y="836047"/>
                  <a:pt x="5799678" y="835993"/>
                  <a:pt x="5801869" y="835891"/>
                </a:cubicBezTo>
                <a:cubicBezTo>
                  <a:pt x="5804060" y="835789"/>
                  <a:pt x="5805914" y="835672"/>
                  <a:pt x="5807430" y="835538"/>
                </a:cubicBezTo>
                <a:lnTo>
                  <a:pt x="5807430" y="811910"/>
                </a:lnTo>
                <a:cubicBezTo>
                  <a:pt x="5797272" y="813044"/>
                  <a:pt x="5790071" y="812057"/>
                  <a:pt x="5785828" y="808949"/>
                </a:cubicBezTo>
                <a:cubicBezTo>
                  <a:pt x="5781584" y="805841"/>
                  <a:pt x="5779527" y="800739"/>
                  <a:pt x="5779655" y="793642"/>
                </a:cubicBezTo>
                <a:lnTo>
                  <a:pt x="5779655" y="742183"/>
                </a:lnTo>
                <a:lnTo>
                  <a:pt x="5811288" y="742183"/>
                </a:lnTo>
                <a:lnTo>
                  <a:pt x="5811288" y="717526"/>
                </a:lnTo>
                <a:lnTo>
                  <a:pt x="5779655" y="717526"/>
                </a:lnTo>
                <a:lnTo>
                  <a:pt x="5779655" y="683065"/>
                </a:lnTo>
                <a:close/>
                <a:moveTo>
                  <a:pt x="5526399" y="683065"/>
                </a:moveTo>
                <a:lnTo>
                  <a:pt x="5526399" y="717526"/>
                </a:lnTo>
                <a:lnTo>
                  <a:pt x="5500167" y="717526"/>
                </a:lnTo>
                <a:lnTo>
                  <a:pt x="5500167" y="742183"/>
                </a:lnTo>
                <a:lnTo>
                  <a:pt x="5526399" y="742183"/>
                </a:lnTo>
                <a:lnTo>
                  <a:pt x="5526399" y="793642"/>
                </a:lnTo>
                <a:cubicBezTo>
                  <a:pt x="5526216" y="806987"/>
                  <a:pt x="5529278" y="817364"/>
                  <a:pt x="5535584" y="824771"/>
                </a:cubicBezTo>
                <a:cubicBezTo>
                  <a:pt x="5541889" y="832179"/>
                  <a:pt x="5552533" y="835939"/>
                  <a:pt x="5567515" y="836052"/>
                </a:cubicBezTo>
                <a:cubicBezTo>
                  <a:pt x="5569159" y="836047"/>
                  <a:pt x="5571078" y="835993"/>
                  <a:pt x="5573269" y="835891"/>
                </a:cubicBezTo>
                <a:cubicBezTo>
                  <a:pt x="5575460" y="835789"/>
                  <a:pt x="5577314" y="835672"/>
                  <a:pt x="5578830" y="835538"/>
                </a:cubicBezTo>
                <a:lnTo>
                  <a:pt x="5578830" y="811910"/>
                </a:lnTo>
                <a:cubicBezTo>
                  <a:pt x="5568672" y="813044"/>
                  <a:pt x="5561471" y="812057"/>
                  <a:pt x="5557228" y="808949"/>
                </a:cubicBezTo>
                <a:cubicBezTo>
                  <a:pt x="5552984" y="805841"/>
                  <a:pt x="5550927" y="800739"/>
                  <a:pt x="5551055" y="793642"/>
                </a:cubicBezTo>
                <a:lnTo>
                  <a:pt x="5551055" y="742183"/>
                </a:lnTo>
                <a:lnTo>
                  <a:pt x="5582688" y="742183"/>
                </a:lnTo>
                <a:lnTo>
                  <a:pt x="5582688" y="717526"/>
                </a:lnTo>
                <a:lnTo>
                  <a:pt x="5551055" y="717526"/>
                </a:lnTo>
                <a:lnTo>
                  <a:pt x="5551055" y="683065"/>
                </a:lnTo>
                <a:close/>
                <a:moveTo>
                  <a:pt x="4507224" y="683065"/>
                </a:moveTo>
                <a:lnTo>
                  <a:pt x="4507224" y="717526"/>
                </a:lnTo>
                <a:lnTo>
                  <a:pt x="4480992" y="717526"/>
                </a:lnTo>
                <a:lnTo>
                  <a:pt x="4480992" y="742183"/>
                </a:lnTo>
                <a:lnTo>
                  <a:pt x="4507224" y="742183"/>
                </a:lnTo>
                <a:lnTo>
                  <a:pt x="4507224" y="793642"/>
                </a:lnTo>
                <a:cubicBezTo>
                  <a:pt x="4507042" y="806987"/>
                  <a:pt x="4510103" y="817364"/>
                  <a:pt x="4516409" y="824771"/>
                </a:cubicBezTo>
                <a:cubicBezTo>
                  <a:pt x="4522714" y="832179"/>
                  <a:pt x="4533358" y="835939"/>
                  <a:pt x="4548340" y="836052"/>
                </a:cubicBezTo>
                <a:cubicBezTo>
                  <a:pt x="4549984" y="836047"/>
                  <a:pt x="4551903" y="835993"/>
                  <a:pt x="4554094" y="835891"/>
                </a:cubicBezTo>
                <a:cubicBezTo>
                  <a:pt x="4556285" y="835789"/>
                  <a:pt x="4558139" y="835672"/>
                  <a:pt x="4559655" y="835538"/>
                </a:cubicBezTo>
                <a:lnTo>
                  <a:pt x="4559655" y="811910"/>
                </a:lnTo>
                <a:cubicBezTo>
                  <a:pt x="4549497" y="813044"/>
                  <a:pt x="4542296" y="812057"/>
                  <a:pt x="4538053" y="808949"/>
                </a:cubicBezTo>
                <a:cubicBezTo>
                  <a:pt x="4533809" y="805841"/>
                  <a:pt x="4531752" y="800739"/>
                  <a:pt x="4531880" y="793642"/>
                </a:cubicBezTo>
                <a:lnTo>
                  <a:pt x="4531880" y="742183"/>
                </a:lnTo>
                <a:lnTo>
                  <a:pt x="4563513" y="742183"/>
                </a:lnTo>
                <a:lnTo>
                  <a:pt x="4563513" y="717526"/>
                </a:lnTo>
                <a:lnTo>
                  <a:pt x="4531880" y="717526"/>
                </a:lnTo>
                <a:lnTo>
                  <a:pt x="4531880" y="683065"/>
                </a:lnTo>
                <a:close/>
                <a:moveTo>
                  <a:pt x="4078599" y="683065"/>
                </a:moveTo>
                <a:lnTo>
                  <a:pt x="4078599" y="717526"/>
                </a:lnTo>
                <a:lnTo>
                  <a:pt x="4052367" y="717526"/>
                </a:lnTo>
                <a:lnTo>
                  <a:pt x="4052367" y="742183"/>
                </a:lnTo>
                <a:lnTo>
                  <a:pt x="4078599" y="742183"/>
                </a:lnTo>
                <a:lnTo>
                  <a:pt x="4078599" y="793642"/>
                </a:lnTo>
                <a:cubicBezTo>
                  <a:pt x="4078417" y="806987"/>
                  <a:pt x="4081478" y="817364"/>
                  <a:pt x="4087784" y="824771"/>
                </a:cubicBezTo>
                <a:cubicBezTo>
                  <a:pt x="4094089" y="832179"/>
                  <a:pt x="4104733" y="835939"/>
                  <a:pt x="4119715" y="836052"/>
                </a:cubicBezTo>
                <a:cubicBezTo>
                  <a:pt x="4121360" y="836047"/>
                  <a:pt x="4123278" y="835993"/>
                  <a:pt x="4125469" y="835891"/>
                </a:cubicBezTo>
                <a:cubicBezTo>
                  <a:pt x="4127660" y="835789"/>
                  <a:pt x="4129514" y="835672"/>
                  <a:pt x="4131031" y="835538"/>
                </a:cubicBezTo>
                <a:lnTo>
                  <a:pt x="4131031" y="811910"/>
                </a:lnTo>
                <a:cubicBezTo>
                  <a:pt x="4120872" y="813044"/>
                  <a:pt x="4113671" y="812057"/>
                  <a:pt x="4109428" y="808949"/>
                </a:cubicBezTo>
                <a:cubicBezTo>
                  <a:pt x="4105184" y="805841"/>
                  <a:pt x="4103127" y="800739"/>
                  <a:pt x="4103256" y="793642"/>
                </a:cubicBezTo>
                <a:lnTo>
                  <a:pt x="4103256" y="742183"/>
                </a:lnTo>
                <a:lnTo>
                  <a:pt x="4134888" y="742183"/>
                </a:lnTo>
                <a:lnTo>
                  <a:pt x="4134888" y="717526"/>
                </a:lnTo>
                <a:lnTo>
                  <a:pt x="4103256" y="717526"/>
                </a:lnTo>
                <a:lnTo>
                  <a:pt x="4103256" y="683065"/>
                </a:lnTo>
                <a:close/>
                <a:moveTo>
                  <a:pt x="2706999" y="683065"/>
                </a:moveTo>
                <a:lnTo>
                  <a:pt x="2706999" y="717526"/>
                </a:lnTo>
                <a:lnTo>
                  <a:pt x="2680767" y="717526"/>
                </a:lnTo>
                <a:lnTo>
                  <a:pt x="2680767" y="742183"/>
                </a:lnTo>
                <a:lnTo>
                  <a:pt x="2706999" y="742183"/>
                </a:lnTo>
                <a:lnTo>
                  <a:pt x="2706999" y="793642"/>
                </a:lnTo>
                <a:cubicBezTo>
                  <a:pt x="2706817" y="806987"/>
                  <a:pt x="2709879" y="817364"/>
                  <a:pt x="2716184" y="824771"/>
                </a:cubicBezTo>
                <a:cubicBezTo>
                  <a:pt x="2722489" y="832179"/>
                  <a:pt x="2733133" y="835939"/>
                  <a:pt x="2748115" y="836052"/>
                </a:cubicBezTo>
                <a:cubicBezTo>
                  <a:pt x="2749760" y="836047"/>
                  <a:pt x="2751678" y="835993"/>
                  <a:pt x="2753869" y="835891"/>
                </a:cubicBezTo>
                <a:cubicBezTo>
                  <a:pt x="2756061" y="835789"/>
                  <a:pt x="2757915" y="835672"/>
                  <a:pt x="2759431" y="835538"/>
                </a:cubicBezTo>
                <a:lnTo>
                  <a:pt x="2759431" y="811910"/>
                </a:lnTo>
                <a:cubicBezTo>
                  <a:pt x="2749272" y="813044"/>
                  <a:pt x="2742072" y="812057"/>
                  <a:pt x="2737828" y="808949"/>
                </a:cubicBezTo>
                <a:cubicBezTo>
                  <a:pt x="2733585" y="805841"/>
                  <a:pt x="2731527" y="800739"/>
                  <a:pt x="2731656" y="793642"/>
                </a:cubicBezTo>
                <a:lnTo>
                  <a:pt x="2731656" y="742183"/>
                </a:lnTo>
                <a:lnTo>
                  <a:pt x="2763288" y="742183"/>
                </a:lnTo>
                <a:lnTo>
                  <a:pt x="2763288" y="717526"/>
                </a:lnTo>
                <a:lnTo>
                  <a:pt x="2731656" y="717526"/>
                </a:lnTo>
                <a:lnTo>
                  <a:pt x="2731656" y="683065"/>
                </a:lnTo>
                <a:close/>
                <a:moveTo>
                  <a:pt x="2611749" y="683065"/>
                </a:moveTo>
                <a:lnTo>
                  <a:pt x="2611749" y="717526"/>
                </a:lnTo>
                <a:lnTo>
                  <a:pt x="2585517" y="717526"/>
                </a:lnTo>
                <a:lnTo>
                  <a:pt x="2585517" y="742183"/>
                </a:lnTo>
                <a:lnTo>
                  <a:pt x="2611749" y="742183"/>
                </a:lnTo>
                <a:lnTo>
                  <a:pt x="2611749" y="793642"/>
                </a:lnTo>
                <a:cubicBezTo>
                  <a:pt x="2611567" y="806987"/>
                  <a:pt x="2614628" y="817364"/>
                  <a:pt x="2620934" y="824771"/>
                </a:cubicBezTo>
                <a:cubicBezTo>
                  <a:pt x="2627240" y="832179"/>
                  <a:pt x="2637883" y="835939"/>
                  <a:pt x="2652865" y="836052"/>
                </a:cubicBezTo>
                <a:cubicBezTo>
                  <a:pt x="2654510" y="836047"/>
                  <a:pt x="2656428" y="835993"/>
                  <a:pt x="2658619" y="835891"/>
                </a:cubicBezTo>
                <a:cubicBezTo>
                  <a:pt x="2660811" y="835789"/>
                  <a:pt x="2662664" y="835672"/>
                  <a:pt x="2664181" y="835538"/>
                </a:cubicBezTo>
                <a:lnTo>
                  <a:pt x="2664181" y="811910"/>
                </a:lnTo>
                <a:cubicBezTo>
                  <a:pt x="2654022" y="813044"/>
                  <a:pt x="2646821" y="812057"/>
                  <a:pt x="2642578" y="808949"/>
                </a:cubicBezTo>
                <a:cubicBezTo>
                  <a:pt x="2638334" y="805841"/>
                  <a:pt x="2636277" y="800739"/>
                  <a:pt x="2636406" y="793642"/>
                </a:cubicBezTo>
                <a:lnTo>
                  <a:pt x="2636406" y="742183"/>
                </a:lnTo>
                <a:lnTo>
                  <a:pt x="2668038" y="742183"/>
                </a:lnTo>
                <a:lnTo>
                  <a:pt x="2668038" y="717526"/>
                </a:lnTo>
                <a:lnTo>
                  <a:pt x="2636406" y="717526"/>
                </a:lnTo>
                <a:lnTo>
                  <a:pt x="2636406" y="683065"/>
                </a:lnTo>
                <a:close/>
                <a:moveTo>
                  <a:pt x="5216170" y="670978"/>
                </a:moveTo>
                <a:lnTo>
                  <a:pt x="5234424" y="700521"/>
                </a:lnTo>
                <a:lnTo>
                  <a:pt x="5257049" y="700521"/>
                </a:lnTo>
                <a:lnTo>
                  <a:pt x="5238537" y="670978"/>
                </a:lnTo>
                <a:close/>
                <a:moveTo>
                  <a:pt x="7025922" y="669949"/>
                </a:moveTo>
                <a:cubicBezTo>
                  <a:pt x="7021705" y="670045"/>
                  <a:pt x="7018194" y="671458"/>
                  <a:pt x="7015390" y="674188"/>
                </a:cubicBezTo>
                <a:cubicBezTo>
                  <a:pt x="7012585" y="676917"/>
                  <a:pt x="7011130" y="680385"/>
                  <a:pt x="7011023" y="684592"/>
                </a:cubicBezTo>
                <a:cubicBezTo>
                  <a:pt x="7011130" y="688809"/>
                  <a:pt x="7012585" y="692320"/>
                  <a:pt x="7015390" y="695125"/>
                </a:cubicBezTo>
                <a:cubicBezTo>
                  <a:pt x="7018194" y="697929"/>
                  <a:pt x="7021705" y="699385"/>
                  <a:pt x="7025922" y="699492"/>
                </a:cubicBezTo>
                <a:cubicBezTo>
                  <a:pt x="7030017" y="699385"/>
                  <a:pt x="7033453" y="697929"/>
                  <a:pt x="7036230" y="695125"/>
                </a:cubicBezTo>
                <a:cubicBezTo>
                  <a:pt x="7039008" y="692320"/>
                  <a:pt x="7040453" y="688809"/>
                  <a:pt x="7040566" y="684592"/>
                </a:cubicBezTo>
                <a:cubicBezTo>
                  <a:pt x="7040453" y="680385"/>
                  <a:pt x="7039008" y="676917"/>
                  <a:pt x="7036230" y="674188"/>
                </a:cubicBezTo>
                <a:cubicBezTo>
                  <a:pt x="7033453" y="671458"/>
                  <a:pt x="7030017" y="670045"/>
                  <a:pt x="7025922" y="669949"/>
                </a:cubicBezTo>
                <a:close/>
                <a:moveTo>
                  <a:pt x="4911373" y="669949"/>
                </a:moveTo>
                <a:cubicBezTo>
                  <a:pt x="4907155" y="670045"/>
                  <a:pt x="4903644" y="671458"/>
                  <a:pt x="4900840" y="674188"/>
                </a:cubicBezTo>
                <a:cubicBezTo>
                  <a:pt x="4898035" y="676917"/>
                  <a:pt x="4896580" y="680385"/>
                  <a:pt x="4896473" y="684592"/>
                </a:cubicBezTo>
                <a:cubicBezTo>
                  <a:pt x="4896580" y="688809"/>
                  <a:pt x="4898035" y="692320"/>
                  <a:pt x="4900840" y="695125"/>
                </a:cubicBezTo>
                <a:cubicBezTo>
                  <a:pt x="4903644" y="697929"/>
                  <a:pt x="4907155" y="699385"/>
                  <a:pt x="4911373" y="699492"/>
                </a:cubicBezTo>
                <a:cubicBezTo>
                  <a:pt x="4915467" y="699385"/>
                  <a:pt x="4918903" y="697929"/>
                  <a:pt x="4921680" y="695125"/>
                </a:cubicBezTo>
                <a:cubicBezTo>
                  <a:pt x="4924458" y="692320"/>
                  <a:pt x="4925903" y="688809"/>
                  <a:pt x="4926016" y="684592"/>
                </a:cubicBezTo>
                <a:cubicBezTo>
                  <a:pt x="4925903" y="680385"/>
                  <a:pt x="4924458" y="676917"/>
                  <a:pt x="4921680" y="674188"/>
                </a:cubicBezTo>
                <a:cubicBezTo>
                  <a:pt x="4918903" y="671458"/>
                  <a:pt x="4915467" y="670045"/>
                  <a:pt x="4911373" y="669949"/>
                </a:cubicBezTo>
                <a:close/>
                <a:moveTo>
                  <a:pt x="3387373" y="669949"/>
                </a:moveTo>
                <a:cubicBezTo>
                  <a:pt x="3383155" y="670045"/>
                  <a:pt x="3379645" y="671458"/>
                  <a:pt x="3376840" y="674188"/>
                </a:cubicBezTo>
                <a:cubicBezTo>
                  <a:pt x="3374036" y="676917"/>
                  <a:pt x="3372580" y="680385"/>
                  <a:pt x="3372473" y="684592"/>
                </a:cubicBezTo>
                <a:cubicBezTo>
                  <a:pt x="3372580" y="688809"/>
                  <a:pt x="3374036" y="692320"/>
                  <a:pt x="3376840" y="695125"/>
                </a:cubicBezTo>
                <a:cubicBezTo>
                  <a:pt x="3379645" y="697929"/>
                  <a:pt x="3383155" y="699385"/>
                  <a:pt x="3387373" y="699492"/>
                </a:cubicBezTo>
                <a:cubicBezTo>
                  <a:pt x="3391467" y="699385"/>
                  <a:pt x="3394903" y="697929"/>
                  <a:pt x="3397681" y="695125"/>
                </a:cubicBezTo>
                <a:cubicBezTo>
                  <a:pt x="3400458" y="692320"/>
                  <a:pt x="3401903" y="688809"/>
                  <a:pt x="3402016" y="684592"/>
                </a:cubicBezTo>
                <a:cubicBezTo>
                  <a:pt x="3401903" y="680385"/>
                  <a:pt x="3400458" y="676917"/>
                  <a:pt x="3397681" y="674188"/>
                </a:cubicBezTo>
                <a:cubicBezTo>
                  <a:pt x="3394903" y="671458"/>
                  <a:pt x="3391467" y="670045"/>
                  <a:pt x="3387373" y="669949"/>
                </a:cubicBezTo>
                <a:close/>
                <a:moveTo>
                  <a:pt x="2806348" y="669949"/>
                </a:moveTo>
                <a:cubicBezTo>
                  <a:pt x="2802131" y="670045"/>
                  <a:pt x="2798620" y="671458"/>
                  <a:pt x="2795815" y="674188"/>
                </a:cubicBezTo>
                <a:cubicBezTo>
                  <a:pt x="2793011" y="676917"/>
                  <a:pt x="2791555" y="680385"/>
                  <a:pt x="2791448" y="684592"/>
                </a:cubicBezTo>
                <a:cubicBezTo>
                  <a:pt x="2791555" y="688809"/>
                  <a:pt x="2793011" y="692320"/>
                  <a:pt x="2795815" y="695125"/>
                </a:cubicBezTo>
                <a:cubicBezTo>
                  <a:pt x="2798620" y="697929"/>
                  <a:pt x="2802131" y="699385"/>
                  <a:pt x="2806348" y="699492"/>
                </a:cubicBezTo>
                <a:cubicBezTo>
                  <a:pt x="2810442" y="699385"/>
                  <a:pt x="2813878" y="697929"/>
                  <a:pt x="2816656" y="695125"/>
                </a:cubicBezTo>
                <a:cubicBezTo>
                  <a:pt x="2819434" y="692320"/>
                  <a:pt x="2820878" y="688809"/>
                  <a:pt x="2820991" y="684592"/>
                </a:cubicBezTo>
                <a:cubicBezTo>
                  <a:pt x="2820878" y="680385"/>
                  <a:pt x="2819434" y="676917"/>
                  <a:pt x="2816656" y="674188"/>
                </a:cubicBezTo>
                <a:cubicBezTo>
                  <a:pt x="2813878" y="671458"/>
                  <a:pt x="2810442" y="670045"/>
                  <a:pt x="2806348" y="669949"/>
                </a:cubicBezTo>
                <a:close/>
                <a:moveTo>
                  <a:pt x="2415823" y="669949"/>
                </a:moveTo>
                <a:cubicBezTo>
                  <a:pt x="2411605" y="670045"/>
                  <a:pt x="2408095" y="671458"/>
                  <a:pt x="2405290" y="674188"/>
                </a:cubicBezTo>
                <a:cubicBezTo>
                  <a:pt x="2402486" y="676917"/>
                  <a:pt x="2401030" y="680385"/>
                  <a:pt x="2400923" y="684592"/>
                </a:cubicBezTo>
                <a:cubicBezTo>
                  <a:pt x="2401030" y="688809"/>
                  <a:pt x="2402486" y="692320"/>
                  <a:pt x="2405290" y="695125"/>
                </a:cubicBezTo>
                <a:cubicBezTo>
                  <a:pt x="2408095" y="697929"/>
                  <a:pt x="2411605" y="699385"/>
                  <a:pt x="2415823" y="699492"/>
                </a:cubicBezTo>
                <a:cubicBezTo>
                  <a:pt x="2419917" y="699385"/>
                  <a:pt x="2423353" y="697929"/>
                  <a:pt x="2426131" y="695125"/>
                </a:cubicBezTo>
                <a:cubicBezTo>
                  <a:pt x="2428908" y="692320"/>
                  <a:pt x="2430353" y="688809"/>
                  <a:pt x="2430466" y="684592"/>
                </a:cubicBezTo>
                <a:cubicBezTo>
                  <a:pt x="2430353" y="680385"/>
                  <a:pt x="2428908" y="676917"/>
                  <a:pt x="2426131" y="674188"/>
                </a:cubicBezTo>
                <a:cubicBezTo>
                  <a:pt x="2423353" y="671458"/>
                  <a:pt x="2419917" y="670045"/>
                  <a:pt x="2415823" y="669949"/>
                </a:cubicBezTo>
                <a:close/>
                <a:moveTo>
                  <a:pt x="2056691" y="654776"/>
                </a:moveTo>
                <a:lnTo>
                  <a:pt x="2026876" y="719584"/>
                </a:lnTo>
                <a:lnTo>
                  <a:pt x="2047695" y="719584"/>
                </a:lnTo>
                <a:lnTo>
                  <a:pt x="2082908" y="654776"/>
                </a:lnTo>
                <a:close/>
                <a:moveTo>
                  <a:pt x="1889145" y="654776"/>
                </a:moveTo>
                <a:lnTo>
                  <a:pt x="1889145" y="834766"/>
                </a:lnTo>
                <a:lnTo>
                  <a:pt x="1996612" y="834766"/>
                </a:lnTo>
                <a:lnTo>
                  <a:pt x="1996612" y="808052"/>
                </a:lnTo>
                <a:lnTo>
                  <a:pt x="1915858" y="808052"/>
                </a:lnTo>
                <a:lnTo>
                  <a:pt x="1915858" y="654776"/>
                </a:lnTo>
                <a:close/>
                <a:moveTo>
                  <a:pt x="6947348" y="623915"/>
                </a:moveTo>
                <a:lnTo>
                  <a:pt x="6947348" y="734732"/>
                </a:lnTo>
                <a:cubicBezTo>
                  <a:pt x="6942411" y="728985"/>
                  <a:pt x="6936525" y="724362"/>
                  <a:pt x="6929691" y="720863"/>
                </a:cubicBezTo>
                <a:cubicBezTo>
                  <a:pt x="6922857" y="717363"/>
                  <a:pt x="6915363" y="715565"/>
                  <a:pt x="6907210" y="715469"/>
                </a:cubicBezTo>
                <a:cubicBezTo>
                  <a:pt x="6895874" y="715599"/>
                  <a:pt x="6885793" y="718365"/>
                  <a:pt x="6876968" y="723766"/>
                </a:cubicBezTo>
                <a:cubicBezTo>
                  <a:pt x="6868143" y="729168"/>
                  <a:pt x="6861191" y="736428"/>
                  <a:pt x="6856110" y="745544"/>
                </a:cubicBezTo>
                <a:cubicBezTo>
                  <a:pt x="6851030" y="754661"/>
                  <a:pt x="6848438" y="764856"/>
                  <a:pt x="6848336" y="776130"/>
                </a:cubicBezTo>
                <a:cubicBezTo>
                  <a:pt x="6848682" y="793412"/>
                  <a:pt x="6854282" y="807743"/>
                  <a:pt x="6865134" y="819122"/>
                </a:cubicBezTo>
                <a:cubicBezTo>
                  <a:pt x="6875987" y="830502"/>
                  <a:pt x="6890013" y="836402"/>
                  <a:pt x="6907210" y="836823"/>
                </a:cubicBezTo>
                <a:cubicBezTo>
                  <a:pt x="6915363" y="836738"/>
                  <a:pt x="6922857" y="834983"/>
                  <a:pt x="6929691" y="831558"/>
                </a:cubicBezTo>
                <a:cubicBezTo>
                  <a:pt x="6936525" y="828134"/>
                  <a:pt x="6942411" y="823553"/>
                  <a:pt x="6947348" y="817817"/>
                </a:cubicBezTo>
                <a:lnTo>
                  <a:pt x="6947348" y="834766"/>
                </a:lnTo>
                <a:lnTo>
                  <a:pt x="6972005" y="834766"/>
                </a:lnTo>
                <a:lnTo>
                  <a:pt x="6972005" y="623915"/>
                </a:lnTo>
                <a:close/>
                <a:moveTo>
                  <a:pt x="4832798" y="623915"/>
                </a:moveTo>
                <a:lnTo>
                  <a:pt x="4832798" y="734732"/>
                </a:lnTo>
                <a:cubicBezTo>
                  <a:pt x="4827861" y="728985"/>
                  <a:pt x="4821975" y="724362"/>
                  <a:pt x="4815141" y="720863"/>
                </a:cubicBezTo>
                <a:cubicBezTo>
                  <a:pt x="4808307" y="717363"/>
                  <a:pt x="4800813" y="715565"/>
                  <a:pt x="4792661" y="715469"/>
                </a:cubicBezTo>
                <a:cubicBezTo>
                  <a:pt x="4781324" y="715599"/>
                  <a:pt x="4771243" y="718365"/>
                  <a:pt x="4762418" y="723766"/>
                </a:cubicBezTo>
                <a:cubicBezTo>
                  <a:pt x="4753593" y="729168"/>
                  <a:pt x="4746640" y="736428"/>
                  <a:pt x="4741560" y="745544"/>
                </a:cubicBezTo>
                <a:cubicBezTo>
                  <a:pt x="4736480" y="754661"/>
                  <a:pt x="4733888" y="764856"/>
                  <a:pt x="4733785" y="776130"/>
                </a:cubicBezTo>
                <a:cubicBezTo>
                  <a:pt x="4734132" y="793412"/>
                  <a:pt x="4739732" y="807743"/>
                  <a:pt x="4750585" y="819122"/>
                </a:cubicBezTo>
                <a:cubicBezTo>
                  <a:pt x="4761437" y="830502"/>
                  <a:pt x="4775463" y="836402"/>
                  <a:pt x="4792661" y="836823"/>
                </a:cubicBezTo>
                <a:cubicBezTo>
                  <a:pt x="4800813" y="836738"/>
                  <a:pt x="4808307" y="834983"/>
                  <a:pt x="4815141" y="831558"/>
                </a:cubicBezTo>
                <a:cubicBezTo>
                  <a:pt x="4821975" y="828134"/>
                  <a:pt x="4827861" y="823553"/>
                  <a:pt x="4832798" y="817817"/>
                </a:cubicBezTo>
                <a:lnTo>
                  <a:pt x="4832798" y="834766"/>
                </a:lnTo>
                <a:lnTo>
                  <a:pt x="4857454" y="834766"/>
                </a:lnTo>
                <a:lnTo>
                  <a:pt x="4857454" y="623915"/>
                </a:lnTo>
                <a:close/>
                <a:moveTo>
                  <a:pt x="3308798" y="623915"/>
                </a:moveTo>
                <a:lnTo>
                  <a:pt x="3308798" y="734732"/>
                </a:lnTo>
                <a:cubicBezTo>
                  <a:pt x="3303862" y="728985"/>
                  <a:pt x="3297976" y="724362"/>
                  <a:pt x="3291142" y="720863"/>
                </a:cubicBezTo>
                <a:cubicBezTo>
                  <a:pt x="3284307" y="717363"/>
                  <a:pt x="3276814" y="715565"/>
                  <a:pt x="3268661" y="715469"/>
                </a:cubicBezTo>
                <a:cubicBezTo>
                  <a:pt x="3257324" y="715599"/>
                  <a:pt x="3247243" y="718365"/>
                  <a:pt x="3238418" y="723766"/>
                </a:cubicBezTo>
                <a:cubicBezTo>
                  <a:pt x="3229593" y="729168"/>
                  <a:pt x="3222641" y="736428"/>
                  <a:pt x="3217560" y="745544"/>
                </a:cubicBezTo>
                <a:cubicBezTo>
                  <a:pt x="3212480" y="754661"/>
                  <a:pt x="3209889" y="764856"/>
                  <a:pt x="3209786" y="776130"/>
                </a:cubicBezTo>
                <a:cubicBezTo>
                  <a:pt x="3210133" y="793412"/>
                  <a:pt x="3215733" y="807743"/>
                  <a:pt x="3226585" y="819122"/>
                </a:cubicBezTo>
                <a:cubicBezTo>
                  <a:pt x="3237438" y="830502"/>
                  <a:pt x="3251463" y="836402"/>
                  <a:pt x="3268661" y="836823"/>
                </a:cubicBezTo>
                <a:cubicBezTo>
                  <a:pt x="3276814" y="836738"/>
                  <a:pt x="3284307" y="834983"/>
                  <a:pt x="3291142" y="831558"/>
                </a:cubicBezTo>
                <a:cubicBezTo>
                  <a:pt x="3297976" y="828134"/>
                  <a:pt x="3303862" y="823553"/>
                  <a:pt x="3308798" y="817817"/>
                </a:cubicBezTo>
                <a:lnTo>
                  <a:pt x="3308798" y="834766"/>
                </a:lnTo>
                <a:lnTo>
                  <a:pt x="3333455" y="834766"/>
                </a:lnTo>
                <a:lnTo>
                  <a:pt x="3333455" y="623915"/>
                </a:lnTo>
                <a:close/>
                <a:moveTo>
                  <a:pt x="2248523" y="623915"/>
                </a:moveTo>
                <a:lnTo>
                  <a:pt x="2248523" y="834766"/>
                </a:lnTo>
                <a:lnTo>
                  <a:pt x="2273180" y="834766"/>
                </a:lnTo>
                <a:lnTo>
                  <a:pt x="2273180" y="817817"/>
                </a:lnTo>
                <a:cubicBezTo>
                  <a:pt x="2278223" y="823553"/>
                  <a:pt x="2284152" y="828134"/>
                  <a:pt x="2290964" y="831558"/>
                </a:cubicBezTo>
                <a:cubicBezTo>
                  <a:pt x="2297777" y="834983"/>
                  <a:pt x="2305314" y="836738"/>
                  <a:pt x="2313574" y="836823"/>
                </a:cubicBezTo>
                <a:cubicBezTo>
                  <a:pt x="2330772" y="836402"/>
                  <a:pt x="2344797" y="830502"/>
                  <a:pt x="2355650" y="819124"/>
                </a:cubicBezTo>
                <a:cubicBezTo>
                  <a:pt x="2366502" y="807746"/>
                  <a:pt x="2372102" y="793420"/>
                  <a:pt x="2372449" y="776146"/>
                </a:cubicBezTo>
                <a:cubicBezTo>
                  <a:pt x="2372346" y="764867"/>
                  <a:pt x="2369755" y="754669"/>
                  <a:pt x="2364674" y="745550"/>
                </a:cubicBezTo>
                <a:cubicBezTo>
                  <a:pt x="2359594" y="736431"/>
                  <a:pt x="2352642" y="729170"/>
                  <a:pt x="2343817" y="723767"/>
                </a:cubicBezTo>
                <a:cubicBezTo>
                  <a:pt x="2334992" y="718365"/>
                  <a:pt x="2324911" y="715599"/>
                  <a:pt x="2313574" y="715469"/>
                </a:cubicBezTo>
                <a:cubicBezTo>
                  <a:pt x="2305314" y="715565"/>
                  <a:pt x="2297777" y="717363"/>
                  <a:pt x="2290964" y="720863"/>
                </a:cubicBezTo>
                <a:cubicBezTo>
                  <a:pt x="2284152" y="724362"/>
                  <a:pt x="2278223" y="728985"/>
                  <a:pt x="2273180" y="734732"/>
                </a:cubicBezTo>
                <a:lnTo>
                  <a:pt x="2273180" y="623915"/>
                </a:lnTo>
                <a:close/>
                <a:moveTo>
                  <a:pt x="6563348" y="623883"/>
                </a:moveTo>
                <a:lnTo>
                  <a:pt x="6563348" y="834766"/>
                </a:lnTo>
                <a:lnTo>
                  <a:pt x="6588004" y="834766"/>
                </a:lnTo>
                <a:lnTo>
                  <a:pt x="6588004" y="623883"/>
                </a:lnTo>
                <a:close/>
                <a:moveTo>
                  <a:pt x="6506197" y="623883"/>
                </a:moveTo>
                <a:lnTo>
                  <a:pt x="6506197" y="834766"/>
                </a:lnTo>
                <a:lnTo>
                  <a:pt x="6530854" y="834766"/>
                </a:lnTo>
                <a:lnTo>
                  <a:pt x="6530854" y="623883"/>
                </a:lnTo>
                <a:close/>
                <a:moveTo>
                  <a:pt x="0" y="0"/>
                </a:moveTo>
                <a:lnTo>
                  <a:pt x="7534102" y="0"/>
                </a:lnTo>
                <a:lnTo>
                  <a:pt x="7534102" y="3681"/>
                </a:lnTo>
                <a:lnTo>
                  <a:pt x="7541460" y="2"/>
                </a:lnTo>
                <a:lnTo>
                  <a:pt x="8601333" y="529938"/>
                </a:lnTo>
                <a:lnTo>
                  <a:pt x="8601333" y="1876329"/>
                </a:lnTo>
                <a:lnTo>
                  <a:pt x="7541460" y="2406265"/>
                </a:lnTo>
                <a:lnTo>
                  <a:pt x="7534102" y="2402586"/>
                </a:lnTo>
                <a:lnTo>
                  <a:pt x="7534102" y="2406263"/>
                </a:lnTo>
                <a:lnTo>
                  <a:pt x="0" y="2406263"/>
                </a:lnTo>
                <a:close/>
              </a:path>
            </a:pathLst>
          </a:custGeom>
          <a:solidFill>
            <a:srgbClr val="4953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it-IT" sz="2000" dirty="0">
              <a:solidFill>
                <a:srgbClr val="49535D"/>
              </a:solidFill>
              <a:latin typeface="MADE INFINITY Personal Use" pitchFamily="50" charset="0"/>
              <a:ea typeface="Roboto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5DB41821-3A92-2D1C-D7EE-6A4880A1A56B}"/>
              </a:ext>
            </a:extLst>
          </p:cNvPr>
          <p:cNvGrpSpPr/>
          <p:nvPr/>
        </p:nvGrpSpPr>
        <p:grpSpPr>
          <a:xfrm>
            <a:off x="-9054801" y="1735689"/>
            <a:ext cx="8260771" cy="4356919"/>
            <a:chOff x="-1104899" y="1735689"/>
            <a:chExt cx="8260771" cy="4356919"/>
          </a:xfrm>
        </p:grpSpPr>
        <p:sp>
          <p:nvSpPr>
            <p:cNvPr id="5" name="Figura a mano libera: forma 4">
              <a:extLst>
                <a:ext uri="{FF2B5EF4-FFF2-40B4-BE49-F238E27FC236}">
                  <a16:creationId xmlns:a16="http://schemas.microsoft.com/office/drawing/2014/main" id="{CC7EAEF9-962F-27DB-5AE4-6E64CDCFB523}"/>
                </a:ext>
              </a:extLst>
            </p:cNvPr>
            <p:cNvSpPr/>
            <p:nvPr/>
          </p:nvSpPr>
          <p:spPr>
            <a:xfrm>
              <a:off x="-1104899" y="1735689"/>
              <a:ext cx="8260771" cy="4356919"/>
            </a:xfrm>
            <a:custGeom>
              <a:avLst/>
              <a:gdLst>
                <a:gd name="connsiteX0" fmla="*/ 0 w 8260771"/>
                <a:gd name="connsiteY0" fmla="*/ 0 h 4356919"/>
                <a:gd name="connsiteX1" fmla="*/ 7200898 w 8260771"/>
                <a:gd name="connsiteY1" fmla="*/ 0 h 4356919"/>
                <a:gd name="connsiteX2" fmla="*/ 8260771 w 8260771"/>
                <a:gd name="connsiteY2" fmla="*/ 529936 h 4356919"/>
                <a:gd name="connsiteX3" fmla="*/ 8260771 w 8260771"/>
                <a:gd name="connsiteY3" fmla="*/ 1876327 h 4356919"/>
                <a:gd name="connsiteX4" fmla="*/ 7200898 w 8260771"/>
                <a:gd name="connsiteY4" fmla="*/ 2406263 h 4356919"/>
                <a:gd name="connsiteX5" fmla="*/ 7200598 w 8260771"/>
                <a:gd name="connsiteY5" fmla="*/ 2406263 h 4356919"/>
                <a:gd name="connsiteX6" fmla="*/ 7132958 w 8260771"/>
                <a:gd name="connsiteY6" fmla="*/ 2443232 h 4356919"/>
                <a:gd name="connsiteX7" fmla="*/ 7132958 w 8260771"/>
                <a:gd name="connsiteY7" fmla="*/ 2480212 h 4356919"/>
                <a:gd name="connsiteX8" fmla="*/ 7133719 w 8260771"/>
                <a:gd name="connsiteY8" fmla="*/ 2480592 h 4356919"/>
                <a:gd name="connsiteX9" fmla="*/ 7133719 w 8260771"/>
                <a:gd name="connsiteY9" fmla="*/ 3826983 h 4356919"/>
                <a:gd name="connsiteX10" fmla="*/ 6073846 w 8260771"/>
                <a:gd name="connsiteY10" fmla="*/ 4356919 h 4356919"/>
                <a:gd name="connsiteX11" fmla="*/ 6073844 w 8260771"/>
                <a:gd name="connsiteY11" fmla="*/ 4356918 h 4356919"/>
                <a:gd name="connsiteX12" fmla="*/ 0 w 8260771"/>
                <a:gd name="connsiteY12" fmla="*/ 4356918 h 4356919"/>
                <a:gd name="connsiteX13" fmla="*/ 0 w 8260771"/>
                <a:gd name="connsiteY13" fmla="*/ 1950656 h 4356919"/>
                <a:gd name="connsiteX14" fmla="*/ 0 w 8260771"/>
                <a:gd name="connsiteY14" fmla="*/ 1950656 h 435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260771" h="4356919">
                  <a:moveTo>
                    <a:pt x="0" y="0"/>
                  </a:moveTo>
                  <a:lnTo>
                    <a:pt x="7200898" y="0"/>
                  </a:lnTo>
                  <a:lnTo>
                    <a:pt x="8260771" y="529936"/>
                  </a:lnTo>
                  <a:lnTo>
                    <a:pt x="8260771" y="1876327"/>
                  </a:lnTo>
                  <a:lnTo>
                    <a:pt x="7200898" y="2406263"/>
                  </a:lnTo>
                  <a:lnTo>
                    <a:pt x="7200598" y="2406263"/>
                  </a:lnTo>
                  <a:lnTo>
                    <a:pt x="7132958" y="2443232"/>
                  </a:lnTo>
                  <a:lnTo>
                    <a:pt x="7132958" y="2480212"/>
                  </a:lnTo>
                  <a:lnTo>
                    <a:pt x="7133719" y="2480592"/>
                  </a:lnTo>
                  <a:lnTo>
                    <a:pt x="7133719" y="3826983"/>
                  </a:lnTo>
                  <a:lnTo>
                    <a:pt x="6073846" y="4356919"/>
                  </a:lnTo>
                  <a:lnTo>
                    <a:pt x="6073844" y="4356918"/>
                  </a:lnTo>
                  <a:lnTo>
                    <a:pt x="0" y="4356918"/>
                  </a:lnTo>
                  <a:lnTo>
                    <a:pt x="0" y="1950656"/>
                  </a:lnTo>
                  <a:lnTo>
                    <a:pt x="0" y="1950656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4B8AF1B7-D0A7-311F-DD8A-64DF1693ABA2}"/>
                    </a:ext>
                  </a:extLst>
                </p:cNvPr>
                <p:cNvSpPr txBox="1"/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Sono stati effettuati i seguenti calcoli:</a:t>
                  </a:r>
                </a:p>
                <a:p>
                  <a:endParaRPr lang="it-IT" sz="2000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num>
                          <m:den>
                            <m:f>
                              <m:f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Legenda: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droni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ostacoli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liberi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totali</a:t>
                  </a:r>
                </a:p>
              </p:txBody>
            </p:sp>
          </mc:Choice>
          <mc:Fallback xmlns=""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5FB418A1-37AC-E46B-15D2-6D6ECCBEB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blipFill>
                  <a:blip r:embed="rId5"/>
                  <a:stretch>
                    <a:fillRect l="-1282" t="-917" b="-1835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836A0837-12D7-5623-E063-601D74761C3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92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64149945-9354-C91B-A7D7-31AE29C77BC7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385EEE2-8069-B317-427E-D6C7DBAADCC9}"/>
              </a:ext>
            </a:extLst>
          </p:cNvPr>
          <p:cNvSpPr txBox="1"/>
          <p:nvPr/>
        </p:nvSpPr>
        <p:spPr>
          <a:xfrm>
            <a:off x="-9407623" y="1725162"/>
            <a:ext cx="8601333" cy="2406265"/>
          </a:xfrm>
          <a:custGeom>
            <a:avLst/>
            <a:gdLst/>
            <a:ahLst/>
            <a:cxnLst/>
            <a:rect l="l" t="t" r="r" b="b"/>
            <a:pathLst>
              <a:path w="8601333" h="2406265">
                <a:moveTo>
                  <a:pt x="5031048" y="1698503"/>
                </a:moveTo>
                <a:lnTo>
                  <a:pt x="5051635" y="1698503"/>
                </a:lnTo>
                <a:lnTo>
                  <a:pt x="5051635" y="1709572"/>
                </a:lnTo>
                <a:cubicBezTo>
                  <a:pt x="5050621" y="1714394"/>
                  <a:pt x="5047630" y="1719038"/>
                  <a:pt x="5042660" y="1723506"/>
                </a:cubicBezTo>
                <a:cubicBezTo>
                  <a:pt x="5037690" y="1727973"/>
                  <a:pt x="5030646" y="1730365"/>
                  <a:pt x="5021527" y="1730682"/>
                </a:cubicBezTo>
                <a:cubicBezTo>
                  <a:pt x="5015426" y="1730639"/>
                  <a:pt x="5010258" y="1729309"/>
                  <a:pt x="5006022" y="1726691"/>
                </a:cubicBezTo>
                <a:cubicBezTo>
                  <a:pt x="5001787" y="1724074"/>
                  <a:pt x="4999578" y="1720427"/>
                  <a:pt x="4999396" y="1715750"/>
                </a:cubicBezTo>
                <a:cubicBezTo>
                  <a:pt x="4999396" y="1709964"/>
                  <a:pt x="5002034" y="1705641"/>
                  <a:pt x="5007309" y="1702782"/>
                </a:cubicBezTo>
                <a:cubicBezTo>
                  <a:pt x="5012584" y="1699924"/>
                  <a:pt x="5020497" y="1698497"/>
                  <a:pt x="5031048" y="1698503"/>
                </a:cubicBezTo>
                <a:close/>
                <a:moveTo>
                  <a:pt x="2373573" y="1698503"/>
                </a:moveTo>
                <a:lnTo>
                  <a:pt x="2394160" y="1698503"/>
                </a:lnTo>
                <a:lnTo>
                  <a:pt x="2394160" y="1709572"/>
                </a:lnTo>
                <a:cubicBezTo>
                  <a:pt x="2393147" y="1714394"/>
                  <a:pt x="2390155" y="1719038"/>
                  <a:pt x="2385185" y="1723506"/>
                </a:cubicBezTo>
                <a:cubicBezTo>
                  <a:pt x="2380215" y="1727973"/>
                  <a:pt x="2373171" y="1730365"/>
                  <a:pt x="2364052" y="1730682"/>
                </a:cubicBezTo>
                <a:cubicBezTo>
                  <a:pt x="2357951" y="1730639"/>
                  <a:pt x="2352783" y="1729309"/>
                  <a:pt x="2348547" y="1726691"/>
                </a:cubicBezTo>
                <a:cubicBezTo>
                  <a:pt x="2344312" y="1724074"/>
                  <a:pt x="2342103" y="1720427"/>
                  <a:pt x="2341921" y="1715750"/>
                </a:cubicBezTo>
                <a:cubicBezTo>
                  <a:pt x="2341921" y="1709964"/>
                  <a:pt x="2344559" y="1705641"/>
                  <a:pt x="2349834" y="1702782"/>
                </a:cubicBezTo>
                <a:cubicBezTo>
                  <a:pt x="2355109" y="1699924"/>
                  <a:pt x="2363022" y="1698497"/>
                  <a:pt x="2373573" y="1698503"/>
                </a:cubicBezTo>
                <a:close/>
                <a:moveTo>
                  <a:pt x="5301602" y="1654526"/>
                </a:moveTo>
                <a:cubicBezTo>
                  <a:pt x="5311770" y="1654788"/>
                  <a:pt x="5320250" y="1658315"/>
                  <a:pt x="5327042" y="1665107"/>
                </a:cubicBezTo>
                <a:cubicBezTo>
                  <a:pt x="5333833" y="1671898"/>
                  <a:pt x="5337360" y="1680378"/>
                  <a:pt x="5337623" y="1690546"/>
                </a:cubicBezTo>
                <a:cubicBezTo>
                  <a:pt x="5337360" y="1700827"/>
                  <a:pt x="5333833" y="1709339"/>
                  <a:pt x="5327042" y="1716082"/>
                </a:cubicBezTo>
                <a:cubicBezTo>
                  <a:pt x="5320250" y="1722825"/>
                  <a:pt x="5311770" y="1726320"/>
                  <a:pt x="5301602" y="1726567"/>
                </a:cubicBezTo>
                <a:cubicBezTo>
                  <a:pt x="5291311" y="1726320"/>
                  <a:pt x="5282756" y="1722825"/>
                  <a:pt x="5275938" y="1716082"/>
                </a:cubicBezTo>
                <a:cubicBezTo>
                  <a:pt x="5269120" y="1709339"/>
                  <a:pt x="5265582" y="1700827"/>
                  <a:pt x="5265324" y="1690546"/>
                </a:cubicBezTo>
                <a:cubicBezTo>
                  <a:pt x="5265582" y="1680378"/>
                  <a:pt x="5269120" y="1671898"/>
                  <a:pt x="5275938" y="1665107"/>
                </a:cubicBezTo>
                <a:cubicBezTo>
                  <a:pt x="5282756" y="1658315"/>
                  <a:pt x="5291311" y="1654788"/>
                  <a:pt x="5301602" y="1654526"/>
                </a:cubicBezTo>
                <a:close/>
                <a:moveTo>
                  <a:pt x="4692002" y="1654526"/>
                </a:moveTo>
                <a:cubicBezTo>
                  <a:pt x="4702171" y="1654788"/>
                  <a:pt x="4710650" y="1658315"/>
                  <a:pt x="4717442" y="1665107"/>
                </a:cubicBezTo>
                <a:cubicBezTo>
                  <a:pt x="4724233" y="1671898"/>
                  <a:pt x="4727760" y="1680378"/>
                  <a:pt x="4728023" y="1690546"/>
                </a:cubicBezTo>
                <a:cubicBezTo>
                  <a:pt x="4727760" y="1700827"/>
                  <a:pt x="4724233" y="1709339"/>
                  <a:pt x="4717442" y="1716082"/>
                </a:cubicBezTo>
                <a:cubicBezTo>
                  <a:pt x="4710650" y="1722825"/>
                  <a:pt x="4702171" y="1726320"/>
                  <a:pt x="4692002" y="1726567"/>
                </a:cubicBezTo>
                <a:cubicBezTo>
                  <a:pt x="4681711" y="1726320"/>
                  <a:pt x="4673156" y="1722825"/>
                  <a:pt x="4666338" y="1716082"/>
                </a:cubicBezTo>
                <a:cubicBezTo>
                  <a:pt x="4659520" y="1709339"/>
                  <a:pt x="4655982" y="1700827"/>
                  <a:pt x="4655725" y="1690546"/>
                </a:cubicBezTo>
                <a:cubicBezTo>
                  <a:pt x="4655982" y="1680378"/>
                  <a:pt x="4659520" y="1671898"/>
                  <a:pt x="4666338" y="1665107"/>
                </a:cubicBezTo>
                <a:cubicBezTo>
                  <a:pt x="4673156" y="1658315"/>
                  <a:pt x="4681711" y="1654788"/>
                  <a:pt x="4692002" y="1654526"/>
                </a:cubicBezTo>
                <a:close/>
                <a:moveTo>
                  <a:pt x="4311002" y="1654526"/>
                </a:moveTo>
                <a:cubicBezTo>
                  <a:pt x="4321171" y="1654788"/>
                  <a:pt x="4329650" y="1658315"/>
                  <a:pt x="4336442" y="1665107"/>
                </a:cubicBezTo>
                <a:cubicBezTo>
                  <a:pt x="4343233" y="1671898"/>
                  <a:pt x="4346760" y="1680378"/>
                  <a:pt x="4347023" y="1690546"/>
                </a:cubicBezTo>
                <a:cubicBezTo>
                  <a:pt x="4346760" y="1700827"/>
                  <a:pt x="4343233" y="1709339"/>
                  <a:pt x="4336442" y="1716082"/>
                </a:cubicBezTo>
                <a:cubicBezTo>
                  <a:pt x="4329650" y="1722825"/>
                  <a:pt x="4321171" y="1726320"/>
                  <a:pt x="4311002" y="1726567"/>
                </a:cubicBezTo>
                <a:cubicBezTo>
                  <a:pt x="4300711" y="1726320"/>
                  <a:pt x="4292156" y="1722825"/>
                  <a:pt x="4285338" y="1716082"/>
                </a:cubicBezTo>
                <a:cubicBezTo>
                  <a:pt x="4278520" y="1709339"/>
                  <a:pt x="4274982" y="1700827"/>
                  <a:pt x="4274724" y="1690546"/>
                </a:cubicBezTo>
                <a:cubicBezTo>
                  <a:pt x="4274982" y="1680378"/>
                  <a:pt x="4278520" y="1671898"/>
                  <a:pt x="4285338" y="1665107"/>
                </a:cubicBezTo>
                <a:cubicBezTo>
                  <a:pt x="4292156" y="1658315"/>
                  <a:pt x="4300711" y="1654788"/>
                  <a:pt x="4311002" y="1654526"/>
                </a:cubicBezTo>
                <a:close/>
                <a:moveTo>
                  <a:pt x="3729978" y="1654526"/>
                </a:moveTo>
                <a:cubicBezTo>
                  <a:pt x="3740146" y="1654788"/>
                  <a:pt x="3748626" y="1658315"/>
                  <a:pt x="3755417" y="1665107"/>
                </a:cubicBezTo>
                <a:cubicBezTo>
                  <a:pt x="3762208" y="1671898"/>
                  <a:pt x="3765735" y="1680378"/>
                  <a:pt x="3765998" y="1690546"/>
                </a:cubicBezTo>
                <a:cubicBezTo>
                  <a:pt x="3765735" y="1700827"/>
                  <a:pt x="3762208" y="1709339"/>
                  <a:pt x="3755417" y="1716082"/>
                </a:cubicBezTo>
                <a:cubicBezTo>
                  <a:pt x="3748626" y="1722825"/>
                  <a:pt x="3740146" y="1726320"/>
                  <a:pt x="3729978" y="1726567"/>
                </a:cubicBezTo>
                <a:cubicBezTo>
                  <a:pt x="3719686" y="1726320"/>
                  <a:pt x="3711131" y="1722825"/>
                  <a:pt x="3704313" y="1716082"/>
                </a:cubicBezTo>
                <a:cubicBezTo>
                  <a:pt x="3697495" y="1709339"/>
                  <a:pt x="3693957" y="1700827"/>
                  <a:pt x="3693700" y="1690546"/>
                </a:cubicBezTo>
                <a:cubicBezTo>
                  <a:pt x="3693957" y="1680378"/>
                  <a:pt x="3697495" y="1671898"/>
                  <a:pt x="3704313" y="1665107"/>
                </a:cubicBezTo>
                <a:cubicBezTo>
                  <a:pt x="3711131" y="1658315"/>
                  <a:pt x="3719686" y="1654788"/>
                  <a:pt x="3729978" y="1654526"/>
                </a:cubicBezTo>
                <a:close/>
                <a:moveTo>
                  <a:pt x="3234678" y="1654526"/>
                </a:moveTo>
                <a:cubicBezTo>
                  <a:pt x="3244846" y="1654788"/>
                  <a:pt x="3253326" y="1658315"/>
                  <a:pt x="3260117" y="1665107"/>
                </a:cubicBezTo>
                <a:cubicBezTo>
                  <a:pt x="3266908" y="1671898"/>
                  <a:pt x="3270436" y="1680378"/>
                  <a:pt x="3270698" y="1690546"/>
                </a:cubicBezTo>
                <a:cubicBezTo>
                  <a:pt x="3270436" y="1700827"/>
                  <a:pt x="3266908" y="1709339"/>
                  <a:pt x="3260117" y="1716082"/>
                </a:cubicBezTo>
                <a:cubicBezTo>
                  <a:pt x="3253326" y="1722825"/>
                  <a:pt x="3244846" y="1726320"/>
                  <a:pt x="3234678" y="1726567"/>
                </a:cubicBezTo>
                <a:cubicBezTo>
                  <a:pt x="3224386" y="1726320"/>
                  <a:pt x="3215831" y="1722825"/>
                  <a:pt x="3209013" y="1716082"/>
                </a:cubicBezTo>
                <a:cubicBezTo>
                  <a:pt x="3202195" y="1709339"/>
                  <a:pt x="3198657" y="1700827"/>
                  <a:pt x="3198400" y="1690546"/>
                </a:cubicBezTo>
                <a:cubicBezTo>
                  <a:pt x="3198657" y="1680378"/>
                  <a:pt x="3202195" y="1671898"/>
                  <a:pt x="3209013" y="1665107"/>
                </a:cubicBezTo>
                <a:cubicBezTo>
                  <a:pt x="3215831" y="1658315"/>
                  <a:pt x="3224386" y="1654788"/>
                  <a:pt x="3234678" y="1654526"/>
                </a:cubicBezTo>
                <a:close/>
                <a:moveTo>
                  <a:pt x="2870412" y="1652468"/>
                </a:moveTo>
                <a:cubicBezTo>
                  <a:pt x="2880129" y="1652549"/>
                  <a:pt x="2888013" y="1655027"/>
                  <a:pt x="2894066" y="1659903"/>
                </a:cubicBezTo>
                <a:cubicBezTo>
                  <a:pt x="2900118" y="1664779"/>
                  <a:pt x="2903889" y="1671570"/>
                  <a:pt x="2905379" y="1680275"/>
                </a:cubicBezTo>
                <a:lnTo>
                  <a:pt x="2837760" y="1680275"/>
                </a:lnTo>
                <a:cubicBezTo>
                  <a:pt x="2839538" y="1672921"/>
                  <a:pt x="2843116" y="1666517"/>
                  <a:pt x="2848494" y="1661061"/>
                </a:cubicBezTo>
                <a:cubicBezTo>
                  <a:pt x="2853872" y="1655606"/>
                  <a:pt x="2861178" y="1652742"/>
                  <a:pt x="2870412" y="1652468"/>
                </a:cubicBezTo>
                <a:close/>
                <a:moveTo>
                  <a:pt x="2603712" y="1652468"/>
                </a:moveTo>
                <a:cubicBezTo>
                  <a:pt x="2613429" y="1652549"/>
                  <a:pt x="2621313" y="1655027"/>
                  <a:pt x="2627366" y="1659903"/>
                </a:cubicBezTo>
                <a:cubicBezTo>
                  <a:pt x="2633418" y="1664779"/>
                  <a:pt x="2637190" y="1671570"/>
                  <a:pt x="2638679" y="1680275"/>
                </a:cubicBezTo>
                <a:lnTo>
                  <a:pt x="2571060" y="1680275"/>
                </a:lnTo>
                <a:cubicBezTo>
                  <a:pt x="2572838" y="1672921"/>
                  <a:pt x="2576417" y="1666517"/>
                  <a:pt x="2581794" y="1661061"/>
                </a:cubicBezTo>
                <a:cubicBezTo>
                  <a:pt x="2587172" y="1655606"/>
                  <a:pt x="2594478" y="1652742"/>
                  <a:pt x="2603712" y="1652468"/>
                </a:cubicBezTo>
                <a:close/>
                <a:moveTo>
                  <a:pt x="1936962" y="1652468"/>
                </a:moveTo>
                <a:cubicBezTo>
                  <a:pt x="1946679" y="1652549"/>
                  <a:pt x="1954563" y="1655027"/>
                  <a:pt x="1960616" y="1659903"/>
                </a:cubicBezTo>
                <a:cubicBezTo>
                  <a:pt x="1966668" y="1664779"/>
                  <a:pt x="1970439" y="1671570"/>
                  <a:pt x="1971929" y="1680275"/>
                </a:cubicBezTo>
                <a:lnTo>
                  <a:pt x="1904310" y="1680275"/>
                </a:lnTo>
                <a:cubicBezTo>
                  <a:pt x="1906088" y="1672921"/>
                  <a:pt x="1909666" y="1666517"/>
                  <a:pt x="1915044" y="1661061"/>
                </a:cubicBezTo>
                <a:cubicBezTo>
                  <a:pt x="1920422" y="1655606"/>
                  <a:pt x="1927728" y="1652742"/>
                  <a:pt x="1936962" y="1652468"/>
                </a:cubicBezTo>
                <a:close/>
                <a:moveTo>
                  <a:pt x="5975369" y="1631894"/>
                </a:moveTo>
                <a:lnTo>
                  <a:pt x="5975369" y="1749166"/>
                </a:lnTo>
                <a:lnTo>
                  <a:pt x="6000026" y="1749166"/>
                </a:lnTo>
                <a:lnTo>
                  <a:pt x="6000026" y="1631894"/>
                </a:lnTo>
                <a:close/>
                <a:moveTo>
                  <a:pt x="5699144" y="1631894"/>
                </a:moveTo>
                <a:lnTo>
                  <a:pt x="5699144" y="1749166"/>
                </a:lnTo>
                <a:lnTo>
                  <a:pt x="5723801" y="1749166"/>
                </a:lnTo>
                <a:lnTo>
                  <a:pt x="5723801" y="1631894"/>
                </a:lnTo>
                <a:close/>
                <a:moveTo>
                  <a:pt x="5451494" y="1631894"/>
                </a:moveTo>
                <a:lnTo>
                  <a:pt x="5451494" y="1749166"/>
                </a:lnTo>
                <a:lnTo>
                  <a:pt x="5476151" y="1749166"/>
                </a:lnTo>
                <a:lnTo>
                  <a:pt x="5476151" y="1631894"/>
                </a:lnTo>
                <a:close/>
                <a:moveTo>
                  <a:pt x="3975119" y="1631894"/>
                </a:moveTo>
                <a:lnTo>
                  <a:pt x="3975119" y="1749166"/>
                </a:lnTo>
                <a:lnTo>
                  <a:pt x="3999776" y="1749166"/>
                </a:lnTo>
                <a:lnTo>
                  <a:pt x="3999776" y="1631894"/>
                </a:lnTo>
                <a:close/>
                <a:moveTo>
                  <a:pt x="3613169" y="1631894"/>
                </a:moveTo>
                <a:lnTo>
                  <a:pt x="3613169" y="1749166"/>
                </a:lnTo>
                <a:lnTo>
                  <a:pt x="3637826" y="1749166"/>
                </a:lnTo>
                <a:lnTo>
                  <a:pt x="3637826" y="1631894"/>
                </a:lnTo>
                <a:close/>
                <a:moveTo>
                  <a:pt x="3441719" y="1631894"/>
                </a:moveTo>
                <a:lnTo>
                  <a:pt x="3441719" y="1749166"/>
                </a:lnTo>
                <a:lnTo>
                  <a:pt x="3466376" y="1749166"/>
                </a:lnTo>
                <a:lnTo>
                  <a:pt x="3466376" y="1631894"/>
                </a:lnTo>
                <a:close/>
                <a:moveTo>
                  <a:pt x="2165369" y="1631894"/>
                </a:moveTo>
                <a:lnTo>
                  <a:pt x="2165369" y="1749166"/>
                </a:lnTo>
                <a:lnTo>
                  <a:pt x="2190026" y="1749166"/>
                </a:lnTo>
                <a:lnTo>
                  <a:pt x="2190026" y="1631894"/>
                </a:lnTo>
                <a:close/>
                <a:moveTo>
                  <a:pt x="2114024" y="1631894"/>
                </a:moveTo>
                <a:lnTo>
                  <a:pt x="2073913" y="1719880"/>
                </a:lnTo>
                <a:lnTo>
                  <a:pt x="2033803" y="1631926"/>
                </a:lnTo>
                <a:lnTo>
                  <a:pt x="2004492" y="1631926"/>
                </a:lnTo>
                <a:lnTo>
                  <a:pt x="2060801" y="1749166"/>
                </a:lnTo>
                <a:lnTo>
                  <a:pt x="2087283" y="1749166"/>
                </a:lnTo>
                <a:lnTo>
                  <a:pt x="2143334" y="1631894"/>
                </a:lnTo>
                <a:close/>
                <a:moveTo>
                  <a:pt x="2524649" y="1630351"/>
                </a:moveTo>
                <a:cubicBezTo>
                  <a:pt x="2515460" y="1631428"/>
                  <a:pt x="2507284" y="1634418"/>
                  <a:pt x="2500121" y="1639320"/>
                </a:cubicBezTo>
                <a:cubicBezTo>
                  <a:pt x="2492957" y="1644223"/>
                  <a:pt x="2487160" y="1650748"/>
                  <a:pt x="2482729" y="1658898"/>
                </a:cubicBezTo>
                <a:lnTo>
                  <a:pt x="2482729" y="1631894"/>
                </a:lnTo>
                <a:lnTo>
                  <a:pt x="2458073" y="1631894"/>
                </a:lnTo>
                <a:lnTo>
                  <a:pt x="2458073" y="1749166"/>
                </a:lnTo>
                <a:lnTo>
                  <a:pt x="2482729" y="1749166"/>
                </a:lnTo>
                <a:lnTo>
                  <a:pt x="2482729" y="1702875"/>
                </a:lnTo>
                <a:cubicBezTo>
                  <a:pt x="2482708" y="1689062"/>
                  <a:pt x="2486158" y="1678368"/>
                  <a:pt x="2493081" y="1670792"/>
                </a:cubicBezTo>
                <a:cubicBezTo>
                  <a:pt x="2500003" y="1663216"/>
                  <a:pt x="2510526" y="1659851"/>
                  <a:pt x="2524649" y="1660698"/>
                </a:cubicBezTo>
                <a:close/>
                <a:moveTo>
                  <a:pt x="5904780" y="1629869"/>
                </a:moveTo>
                <a:cubicBezTo>
                  <a:pt x="5893757" y="1629911"/>
                  <a:pt x="5884362" y="1632908"/>
                  <a:pt x="5876594" y="1638860"/>
                </a:cubicBezTo>
                <a:cubicBezTo>
                  <a:pt x="5868827" y="1644812"/>
                  <a:pt x="5864769" y="1653465"/>
                  <a:pt x="5864422" y="1664818"/>
                </a:cubicBezTo>
                <a:cubicBezTo>
                  <a:pt x="5864634" y="1672951"/>
                  <a:pt x="5866950" y="1679383"/>
                  <a:pt x="5871367" y="1684115"/>
                </a:cubicBezTo>
                <a:cubicBezTo>
                  <a:pt x="5875786" y="1688846"/>
                  <a:pt x="5881033" y="1692476"/>
                  <a:pt x="5887110" y="1695006"/>
                </a:cubicBezTo>
                <a:cubicBezTo>
                  <a:pt x="5893187" y="1697536"/>
                  <a:pt x="5898819" y="1699566"/>
                  <a:pt x="5904008" y="1701095"/>
                </a:cubicBezTo>
                <a:cubicBezTo>
                  <a:pt x="5912137" y="1703609"/>
                  <a:pt x="5917886" y="1705785"/>
                  <a:pt x="5921253" y="1707624"/>
                </a:cubicBezTo>
                <a:cubicBezTo>
                  <a:pt x="5924621" y="1709462"/>
                  <a:pt x="5926251" y="1712088"/>
                  <a:pt x="5926144" y="1715503"/>
                </a:cubicBezTo>
                <a:cubicBezTo>
                  <a:pt x="5925870" y="1720450"/>
                  <a:pt x="5923779" y="1723934"/>
                  <a:pt x="5919870" y="1725955"/>
                </a:cubicBezTo>
                <a:cubicBezTo>
                  <a:pt x="5915961" y="1727976"/>
                  <a:pt x="5911874" y="1728951"/>
                  <a:pt x="5907611" y="1728881"/>
                </a:cubicBezTo>
                <a:cubicBezTo>
                  <a:pt x="5899091" y="1728549"/>
                  <a:pt x="5892327" y="1726705"/>
                  <a:pt x="5887319" y="1723350"/>
                </a:cubicBezTo>
                <a:cubicBezTo>
                  <a:pt x="5882312" y="1719995"/>
                  <a:pt x="5879217" y="1717122"/>
                  <a:pt x="5878035" y="1714731"/>
                </a:cubicBezTo>
                <a:lnTo>
                  <a:pt x="5857735" y="1727080"/>
                </a:lnTo>
                <a:cubicBezTo>
                  <a:pt x="5860724" y="1733256"/>
                  <a:pt x="5866443" y="1738757"/>
                  <a:pt x="5874891" y="1743583"/>
                </a:cubicBezTo>
                <a:cubicBezTo>
                  <a:pt x="5883340" y="1748409"/>
                  <a:pt x="5893560" y="1750956"/>
                  <a:pt x="5905552" y="1751224"/>
                </a:cubicBezTo>
                <a:cubicBezTo>
                  <a:pt x="5917918" y="1751267"/>
                  <a:pt x="5928494" y="1748291"/>
                  <a:pt x="5937279" y="1742296"/>
                </a:cubicBezTo>
                <a:cubicBezTo>
                  <a:pt x="5946065" y="1736301"/>
                  <a:pt x="5950658" y="1727027"/>
                  <a:pt x="5951058" y="1714474"/>
                </a:cubicBezTo>
                <a:cubicBezTo>
                  <a:pt x="5950844" y="1705848"/>
                  <a:pt x="5948532" y="1699143"/>
                  <a:pt x="5944122" y="1694358"/>
                </a:cubicBezTo>
                <a:cubicBezTo>
                  <a:pt x="5939712" y="1689573"/>
                  <a:pt x="5934487" y="1685974"/>
                  <a:pt x="5928446" y="1683562"/>
                </a:cubicBezTo>
                <a:cubicBezTo>
                  <a:pt x="5922406" y="1681149"/>
                  <a:pt x="5916834" y="1679190"/>
                  <a:pt x="5911730" y="1677683"/>
                </a:cubicBezTo>
                <a:cubicBezTo>
                  <a:pt x="5903477" y="1674992"/>
                  <a:pt x="5897653" y="1672655"/>
                  <a:pt x="5894259" y="1670672"/>
                </a:cubicBezTo>
                <a:cubicBezTo>
                  <a:pt x="5890864" y="1668688"/>
                  <a:pt x="5889223" y="1666223"/>
                  <a:pt x="5889336" y="1663275"/>
                </a:cubicBezTo>
                <a:cubicBezTo>
                  <a:pt x="5889636" y="1658751"/>
                  <a:pt x="5891609" y="1655706"/>
                  <a:pt x="5895256" y="1654141"/>
                </a:cubicBezTo>
                <a:cubicBezTo>
                  <a:pt x="5898903" y="1652576"/>
                  <a:pt x="5902420" y="1651847"/>
                  <a:pt x="5905809" y="1651954"/>
                </a:cubicBezTo>
                <a:cubicBezTo>
                  <a:pt x="5912647" y="1652249"/>
                  <a:pt x="5918147" y="1653782"/>
                  <a:pt x="5922313" y="1656553"/>
                </a:cubicBezTo>
                <a:cubicBezTo>
                  <a:pt x="5926478" y="1659324"/>
                  <a:pt x="5929210" y="1661565"/>
                  <a:pt x="5930511" y="1663275"/>
                </a:cubicBezTo>
                <a:lnTo>
                  <a:pt x="5946435" y="1648872"/>
                </a:lnTo>
                <a:cubicBezTo>
                  <a:pt x="5942679" y="1643924"/>
                  <a:pt x="5937283" y="1639569"/>
                  <a:pt x="5930247" y="1635808"/>
                </a:cubicBezTo>
                <a:cubicBezTo>
                  <a:pt x="5923210" y="1632046"/>
                  <a:pt x="5914721" y="1630067"/>
                  <a:pt x="5904780" y="1629869"/>
                </a:cubicBezTo>
                <a:close/>
                <a:moveTo>
                  <a:pt x="5800005" y="1629869"/>
                </a:moveTo>
                <a:cubicBezTo>
                  <a:pt x="5788982" y="1629911"/>
                  <a:pt x="5779587" y="1632908"/>
                  <a:pt x="5771819" y="1638860"/>
                </a:cubicBezTo>
                <a:cubicBezTo>
                  <a:pt x="5764052" y="1644812"/>
                  <a:pt x="5759994" y="1653465"/>
                  <a:pt x="5759647" y="1664818"/>
                </a:cubicBezTo>
                <a:cubicBezTo>
                  <a:pt x="5759859" y="1672951"/>
                  <a:pt x="5762174" y="1679383"/>
                  <a:pt x="5766593" y="1684115"/>
                </a:cubicBezTo>
                <a:cubicBezTo>
                  <a:pt x="5771010" y="1688846"/>
                  <a:pt x="5776258" y="1692476"/>
                  <a:pt x="5782335" y="1695006"/>
                </a:cubicBezTo>
                <a:cubicBezTo>
                  <a:pt x="5788411" y="1697536"/>
                  <a:pt x="5794044" y="1699566"/>
                  <a:pt x="5799233" y="1701095"/>
                </a:cubicBezTo>
                <a:cubicBezTo>
                  <a:pt x="5807362" y="1703609"/>
                  <a:pt x="5813111" y="1705785"/>
                  <a:pt x="5816479" y="1707624"/>
                </a:cubicBezTo>
                <a:cubicBezTo>
                  <a:pt x="5819846" y="1709462"/>
                  <a:pt x="5821476" y="1712088"/>
                  <a:pt x="5821369" y="1715503"/>
                </a:cubicBezTo>
                <a:cubicBezTo>
                  <a:pt x="5821095" y="1720450"/>
                  <a:pt x="5819004" y="1723934"/>
                  <a:pt x="5815095" y="1725955"/>
                </a:cubicBezTo>
                <a:cubicBezTo>
                  <a:pt x="5811186" y="1727976"/>
                  <a:pt x="5807100" y="1728951"/>
                  <a:pt x="5802836" y="1728881"/>
                </a:cubicBezTo>
                <a:cubicBezTo>
                  <a:pt x="5794316" y="1728549"/>
                  <a:pt x="5787552" y="1726705"/>
                  <a:pt x="5782544" y="1723350"/>
                </a:cubicBezTo>
                <a:cubicBezTo>
                  <a:pt x="5777537" y="1719995"/>
                  <a:pt x="5774442" y="1717122"/>
                  <a:pt x="5773260" y="1714731"/>
                </a:cubicBezTo>
                <a:lnTo>
                  <a:pt x="5752961" y="1727080"/>
                </a:lnTo>
                <a:cubicBezTo>
                  <a:pt x="5755949" y="1733256"/>
                  <a:pt x="5761668" y="1738757"/>
                  <a:pt x="5770116" y="1743583"/>
                </a:cubicBezTo>
                <a:cubicBezTo>
                  <a:pt x="5778565" y="1748409"/>
                  <a:pt x="5788785" y="1750956"/>
                  <a:pt x="5800777" y="1751224"/>
                </a:cubicBezTo>
                <a:cubicBezTo>
                  <a:pt x="5813143" y="1751267"/>
                  <a:pt x="5823719" y="1748291"/>
                  <a:pt x="5832504" y="1742296"/>
                </a:cubicBezTo>
                <a:cubicBezTo>
                  <a:pt x="5841290" y="1736301"/>
                  <a:pt x="5845883" y="1727027"/>
                  <a:pt x="5846283" y="1714474"/>
                </a:cubicBezTo>
                <a:cubicBezTo>
                  <a:pt x="5846069" y="1705848"/>
                  <a:pt x="5843757" y="1699143"/>
                  <a:pt x="5839347" y="1694358"/>
                </a:cubicBezTo>
                <a:cubicBezTo>
                  <a:pt x="5834937" y="1689573"/>
                  <a:pt x="5829712" y="1685974"/>
                  <a:pt x="5823671" y="1683562"/>
                </a:cubicBezTo>
                <a:cubicBezTo>
                  <a:pt x="5817631" y="1681149"/>
                  <a:pt x="5812059" y="1679190"/>
                  <a:pt x="5806954" y="1677683"/>
                </a:cubicBezTo>
                <a:cubicBezTo>
                  <a:pt x="5798702" y="1674992"/>
                  <a:pt x="5792878" y="1672655"/>
                  <a:pt x="5789484" y="1670672"/>
                </a:cubicBezTo>
                <a:cubicBezTo>
                  <a:pt x="5786089" y="1668688"/>
                  <a:pt x="5784448" y="1666223"/>
                  <a:pt x="5784561" y="1663275"/>
                </a:cubicBezTo>
                <a:cubicBezTo>
                  <a:pt x="5784861" y="1658751"/>
                  <a:pt x="5786834" y="1655706"/>
                  <a:pt x="5790481" y="1654141"/>
                </a:cubicBezTo>
                <a:cubicBezTo>
                  <a:pt x="5794127" y="1652576"/>
                  <a:pt x="5797645" y="1651847"/>
                  <a:pt x="5801034" y="1651954"/>
                </a:cubicBezTo>
                <a:cubicBezTo>
                  <a:pt x="5807871" y="1652249"/>
                  <a:pt x="5813373" y="1653782"/>
                  <a:pt x="5817538" y="1656553"/>
                </a:cubicBezTo>
                <a:cubicBezTo>
                  <a:pt x="5821703" y="1659324"/>
                  <a:pt x="5824435" y="1661565"/>
                  <a:pt x="5825736" y="1663275"/>
                </a:cubicBezTo>
                <a:lnTo>
                  <a:pt x="5841660" y="1648872"/>
                </a:lnTo>
                <a:cubicBezTo>
                  <a:pt x="5837904" y="1643924"/>
                  <a:pt x="5832508" y="1639569"/>
                  <a:pt x="5825472" y="1635808"/>
                </a:cubicBezTo>
                <a:cubicBezTo>
                  <a:pt x="5818435" y="1632046"/>
                  <a:pt x="5809946" y="1630067"/>
                  <a:pt x="5800005" y="1629869"/>
                </a:cubicBezTo>
                <a:close/>
                <a:moveTo>
                  <a:pt x="5301602" y="1629869"/>
                </a:moveTo>
                <a:cubicBezTo>
                  <a:pt x="5289971" y="1629999"/>
                  <a:pt x="5279420" y="1632765"/>
                  <a:pt x="5269948" y="1638167"/>
                </a:cubicBezTo>
                <a:cubicBezTo>
                  <a:pt x="5260477" y="1643570"/>
                  <a:pt x="5252921" y="1650831"/>
                  <a:pt x="5247280" y="1659950"/>
                </a:cubicBezTo>
                <a:cubicBezTo>
                  <a:pt x="5241640" y="1669069"/>
                  <a:pt x="5238750" y="1679268"/>
                  <a:pt x="5238611" y="1690546"/>
                </a:cubicBezTo>
                <a:cubicBezTo>
                  <a:pt x="5238750" y="1701906"/>
                  <a:pt x="5241640" y="1712143"/>
                  <a:pt x="5247280" y="1721257"/>
                </a:cubicBezTo>
                <a:cubicBezTo>
                  <a:pt x="5252921" y="1730372"/>
                  <a:pt x="5260477" y="1737613"/>
                  <a:pt x="5269948" y="1742982"/>
                </a:cubicBezTo>
                <a:cubicBezTo>
                  <a:pt x="5279420" y="1748352"/>
                  <a:pt x="5289971" y="1751099"/>
                  <a:pt x="5301602" y="1751224"/>
                </a:cubicBezTo>
                <a:cubicBezTo>
                  <a:pt x="5313231" y="1751099"/>
                  <a:pt x="5323760" y="1748352"/>
                  <a:pt x="5333190" y="1742982"/>
                </a:cubicBezTo>
                <a:cubicBezTo>
                  <a:pt x="5342620" y="1737613"/>
                  <a:pt x="5350135" y="1730372"/>
                  <a:pt x="5355734" y="1721257"/>
                </a:cubicBezTo>
                <a:cubicBezTo>
                  <a:pt x="5361333" y="1712143"/>
                  <a:pt x="5364201" y="1701906"/>
                  <a:pt x="5364337" y="1690546"/>
                </a:cubicBezTo>
                <a:cubicBezTo>
                  <a:pt x="5364201" y="1679268"/>
                  <a:pt x="5361333" y="1669069"/>
                  <a:pt x="5355734" y="1659950"/>
                </a:cubicBezTo>
                <a:cubicBezTo>
                  <a:pt x="5350135" y="1650831"/>
                  <a:pt x="5342620" y="1643570"/>
                  <a:pt x="5333190" y="1638167"/>
                </a:cubicBezTo>
                <a:cubicBezTo>
                  <a:pt x="5323760" y="1632765"/>
                  <a:pt x="5313231" y="1629999"/>
                  <a:pt x="5301602" y="1629869"/>
                </a:cubicBezTo>
                <a:close/>
                <a:moveTo>
                  <a:pt x="5167979" y="1629869"/>
                </a:moveTo>
                <a:cubicBezTo>
                  <a:pt x="5156437" y="1629999"/>
                  <a:pt x="5145949" y="1632765"/>
                  <a:pt x="5136517" y="1638167"/>
                </a:cubicBezTo>
                <a:cubicBezTo>
                  <a:pt x="5127084" y="1643570"/>
                  <a:pt x="5119552" y="1650831"/>
                  <a:pt x="5113920" y="1659950"/>
                </a:cubicBezTo>
                <a:cubicBezTo>
                  <a:pt x="5108288" y="1669069"/>
                  <a:pt x="5105401" y="1679268"/>
                  <a:pt x="5105260" y="1690546"/>
                </a:cubicBezTo>
                <a:cubicBezTo>
                  <a:pt x="5105401" y="1701906"/>
                  <a:pt x="5108288" y="1712143"/>
                  <a:pt x="5113920" y="1721257"/>
                </a:cubicBezTo>
                <a:cubicBezTo>
                  <a:pt x="5119552" y="1730372"/>
                  <a:pt x="5127084" y="1737613"/>
                  <a:pt x="5136517" y="1742982"/>
                </a:cubicBezTo>
                <a:cubicBezTo>
                  <a:pt x="5145949" y="1748352"/>
                  <a:pt x="5156437" y="1751099"/>
                  <a:pt x="5167979" y="1751224"/>
                </a:cubicBezTo>
                <a:cubicBezTo>
                  <a:pt x="5179290" y="1751111"/>
                  <a:pt x="5189587" y="1748511"/>
                  <a:pt x="5198872" y="1743421"/>
                </a:cubicBezTo>
                <a:cubicBezTo>
                  <a:pt x="5208157" y="1738332"/>
                  <a:pt x="5215690" y="1731427"/>
                  <a:pt x="5221472" y="1722708"/>
                </a:cubicBezTo>
                <a:lnTo>
                  <a:pt x="5198840" y="1709586"/>
                </a:lnTo>
                <a:cubicBezTo>
                  <a:pt x="5195561" y="1714796"/>
                  <a:pt x="5191253" y="1718913"/>
                  <a:pt x="5185917" y="1721936"/>
                </a:cubicBezTo>
                <a:cubicBezTo>
                  <a:pt x="5180581" y="1724959"/>
                  <a:pt x="5174601" y="1726503"/>
                  <a:pt x="5167979" y="1726567"/>
                </a:cubicBezTo>
                <a:cubicBezTo>
                  <a:pt x="5157815" y="1726320"/>
                  <a:pt x="5149339" y="1722825"/>
                  <a:pt x="5142551" y="1716082"/>
                </a:cubicBezTo>
                <a:cubicBezTo>
                  <a:pt x="5135763" y="1709339"/>
                  <a:pt x="5132237" y="1700827"/>
                  <a:pt x="5131974" y="1690546"/>
                </a:cubicBezTo>
                <a:cubicBezTo>
                  <a:pt x="5132237" y="1680378"/>
                  <a:pt x="5135763" y="1671898"/>
                  <a:pt x="5142551" y="1665107"/>
                </a:cubicBezTo>
                <a:cubicBezTo>
                  <a:pt x="5149339" y="1658315"/>
                  <a:pt x="5157815" y="1654788"/>
                  <a:pt x="5167979" y="1654526"/>
                </a:cubicBezTo>
                <a:cubicBezTo>
                  <a:pt x="5174601" y="1654606"/>
                  <a:pt x="5180581" y="1656182"/>
                  <a:pt x="5185917" y="1659254"/>
                </a:cubicBezTo>
                <a:cubicBezTo>
                  <a:pt x="5191253" y="1662325"/>
                  <a:pt x="5195561" y="1666410"/>
                  <a:pt x="5198840" y="1671507"/>
                </a:cubicBezTo>
                <a:lnTo>
                  <a:pt x="5221472" y="1658385"/>
                </a:lnTo>
                <a:cubicBezTo>
                  <a:pt x="5215690" y="1649778"/>
                  <a:pt x="5208157" y="1642905"/>
                  <a:pt x="5198872" y="1637768"/>
                </a:cubicBezTo>
                <a:cubicBezTo>
                  <a:pt x="5189587" y="1632630"/>
                  <a:pt x="5179290" y="1629997"/>
                  <a:pt x="5167979" y="1629869"/>
                </a:cubicBezTo>
                <a:close/>
                <a:moveTo>
                  <a:pt x="5027445" y="1629869"/>
                </a:moveTo>
                <a:cubicBezTo>
                  <a:pt x="5017538" y="1630094"/>
                  <a:pt x="5008343" y="1632084"/>
                  <a:pt x="4999858" y="1635841"/>
                </a:cubicBezTo>
                <a:cubicBezTo>
                  <a:pt x="4991374" y="1639597"/>
                  <a:pt x="4984371" y="1643770"/>
                  <a:pt x="4978849" y="1648361"/>
                </a:cubicBezTo>
                <a:lnTo>
                  <a:pt x="4990663" y="1668175"/>
                </a:lnTo>
                <a:cubicBezTo>
                  <a:pt x="4993570" y="1665690"/>
                  <a:pt x="4998229" y="1662868"/>
                  <a:pt x="5004644" y="1659708"/>
                </a:cubicBezTo>
                <a:cubicBezTo>
                  <a:pt x="5011058" y="1656548"/>
                  <a:pt x="5017972" y="1654821"/>
                  <a:pt x="5025386" y="1654526"/>
                </a:cubicBezTo>
                <a:cubicBezTo>
                  <a:pt x="5035214" y="1654579"/>
                  <a:pt x="5042001" y="1656661"/>
                  <a:pt x="5045748" y="1660771"/>
                </a:cubicBezTo>
                <a:cubicBezTo>
                  <a:pt x="5049495" y="1664880"/>
                  <a:pt x="5051458" y="1670696"/>
                  <a:pt x="5051635" y="1678218"/>
                </a:cubicBezTo>
                <a:lnTo>
                  <a:pt x="5033107" y="1678218"/>
                </a:lnTo>
                <a:cubicBezTo>
                  <a:pt x="5024849" y="1678086"/>
                  <a:pt x="5016237" y="1678949"/>
                  <a:pt x="5007271" y="1680806"/>
                </a:cubicBezTo>
                <a:cubicBezTo>
                  <a:pt x="4998306" y="1682664"/>
                  <a:pt x="4990669" y="1686307"/>
                  <a:pt x="4984363" y="1691735"/>
                </a:cubicBezTo>
                <a:cubicBezTo>
                  <a:pt x="4978056" y="1697164"/>
                  <a:pt x="4974763" y="1705169"/>
                  <a:pt x="4974482" y="1715750"/>
                </a:cubicBezTo>
                <a:cubicBezTo>
                  <a:pt x="4974776" y="1726569"/>
                  <a:pt x="4978940" y="1735150"/>
                  <a:pt x="4986975" y="1741493"/>
                </a:cubicBezTo>
                <a:cubicBezTo>
                  <a:pt x="4995011" y="1747837"/>
                  <a:pt x="5005155" y="1751080"/>
                  <a:pt x="5017409" y="1751224"/>
                </a:cubicBezTo>
                <a:cubicBezTo>
                  <a:pt x="5025365" y="1751138"/>
                  <a:pt x="5032163" y="1749768"/>
                  <a:pt x="5037803" y="1747115"/>
                </a:cubicBezTo>
                <a:cubicBezTo>
                  <a:pt x="5043443" y="1744462"/>
                  <a:pt x="5048053" y="1741038"/>
                  <a:pt x="5051635" y="1736844"/>
                </a:cubicBezTo>
                <a:lnTo>
                  <a:pt x="5051635" y="1749166"/>
                </a:lnTo>
                <a:lnTo>
                  <a:pt x="5076292" y="1749166"/>
                </a:lnTo>
                <a:lnTo>
                  <a:pt x="5076292" y="1681813"/>
                </a:lnTo>
                <a:cubicBezTo>
                  <a:pt x="5076346" y="1664901"/>
                  <a:pt x="5072384" y="1652030"/>
                  <a:pt x="5064407" y="1643200"/>
                </a:cubicBezTo>
                <a:cubicBezTo>
                  <a:pt x="5056429" y="1634370"/>
                  <a:pt x="5044109" y="1629927"/>
                  <a:pt x="5027445" y="1629869"/>
                </a:cubicBezTo>
                <a:close/>
                <a:moveTo>
                  <a:pt x="4818930" y="1629869"/>
                </a:moveTo>
                <a:cubicBezTo>
                  <a:pt x="4807907" y="1629911"/>
                  <a:pt x="4798512" y="1632908"/>
                  <a:pt x="4790744" y="1638860"/>
                </a:cubicBezTo>
                <a:cubicBezTo>
                  <a:pt x="4782977" y="1644812"/>
                  <a:pt x="4778919" y="1653465"/>
                  <a:pt x="4778572" y="1664818"/>
                </a:cubicBezTo>
                <a:cubicBezTo>
                  <a:pt x="4778784" y="1672951"/>
                  <a:pt x="4781099" y="1679383"/>
                  <a:pt x="4785518" y="1684115"/>
                </a:cubicBezTo>
                <a:cubicBezTo>
                  <a:pt x="4789936" y="1688846"/>
                  <a:pt x="4795183" y="1692476"/>
                  <a:pt x="4801260" y="1695006"/>
                </a:cubicBezTo>
                <a:cubicBezTo>
                  <a:pt x="4807337" y="1697536"/>
                  <a:pt x="4812969" y="1699566"/>
                  <a:pt x="4818158" y="1701095"/>
                </a:cubicBezTo>
                <a:cubicBezTo>
                  <a:pt x="4826287" y="1703609"/>
                  <a:pt x="4832036" y="1705785"/>
                  <a:pt x="4835403" y="1707624"/>
                </a:cubicBezTo>
                <a:cubicBezTo>
                  <a:pt x="4838771" y="1709462"/>
                  <a:pt x="4840401" y="1712088"/>
                  <a:pt x="4840294" y="1715503"/>
                </a:cubicBezTo>
                <a:cubicBezTo>
                  <a:pt x="4840020" y="1720450"/>
                  <a:pt x="4837929" y="1723934"/>
                  <a:pt x="4834020" y="1725955"/>
                </a:cubicBezTo>
                <a:cubicBezTo>
                  <a:pt x="4830111" y="1727976"/>
                  <a:pt x="4826024" y="1728951"/>
                  <a:pt x="4821761" y="1728881"/>
                </a:cubicBezTo>
                <a:cubicBezTo>
                  <a:pt x="4813241" y="1728549"/>
                  <a:pt x="4806477" y="1726705"/>
                  <a:pt x="4801469" y="1723350"/>
                </a:cubicBezTo>
                <a:cubicBezTo>
                  <a:pt x="4796462" y="1719995"/>
                  <a:pt x="4793367" y="1717122"/>
                  <a:pt x="4792185" y="1714731"/>
                </a:cubicBezTo>
                <a:lnTo>
                  <a:pt x="4771885" y="1727080"/>
                </a:lnTo>
                <a:cubicBezTo>
                  <a:pt x="4774874" y="1733256"/>
                  <a:pt x="4780593" y="1738757"/>
                  <a:pt x="4789041" y="1743583"/>
                </a:cubicBezTo>
                <a:cubicBezTo>
                  <a:pt x="4797490" y="1748409"/>
                  <a:pt x="4807710" y="1750956"/>
                  <a:pt x="4819702" y="1751224"/>
                </a:cubicBezTo>
                <a:cubicBezTo>
                  <a:pt x="4832068" y="1751267"/>
                  <a:pt x="4842644" y="1748291"/>
                  <a:pt x="4851429" y="1742296"/>
                </a:cubicBezTo>
                <a:cubicBezTo>
                  <a:pt x="4860214" y="1736301"/>
                  <a:pt x="4864807" y="1727027"/>
                  <a:pt x="4865208" y="1714474"/>
                </a:cubicBezTo>
                <a:cubicBezTo>
                  <a:pt x="4864994" y="1705848"/>
                  <a:pt x="4862682" y="1699143"/>
                  <a:pt x="4858272" y="1694358"/>
                </a:cubicBezTo>
                <a:cubicBezTo>
                  <a:pt x="4853862" y="1689573"/>
                  <a:pt x="4848637" y="1685974"/>
                  <a:pt x="4842596" y="1683562"/>
                </a:cubicBezTo>
                <a:cubicBezTo>
                  <a:pt x="4836556" y="1681149"/>
                  <a:pt x="4830984" y="1679190"/>
                  <a:pt x="4825879" y="1677683"/>
                </a:cubicBezTo>
                <a:cubicBezTo>
                  <a:pt x="4817627" y="1674992"/>
                  <a:pt x="4811803" y="1672655"/>
                  <a:pt x="4808409" y="1670672"/>
                </a:cubicBezTo>
                <a:cubicBezTo>
                  <a:pt x="4805014" y="1668688"/>
                  <a:pt x="4803373" y="1666223"/>
                  <a:pt x="4803486" y="1663275"/>
                </a:cubicBezTo>
                <a:cubicBezTo>
                  <a:pt x="4803786" y="1658751"/>
                  <a:pt x="4805760" y="1655706"/>
                  <a:pt x="4809406" y="1654141"/>
                </a:cubicBezTo>
                <a:cubicBezTo>
                  <a:pt x="4813052" y="1652576"/>
                  <a:pt x="4816570" y="1651847"/>
                  <a:pt x="4819959" y="1651954"/>
                </a:cubicBezTo>
                <a:cubicBezTo>
                  <a:pt x="4826797" y="1652249"/>
                  <a:pt x="4832298" y="1653782"/>
                  <a:pt x="4836463" y="1656553"/>
                </a:cubicBezTo>
                <a:cubicBezTo>
                  <a:pt x="4840627" y="1659324"/>
                  <a:pt x="4843360" y="1661565"/>
                  <a:pt x="4844660" y="1663275"/>
                </a:cubicBezTo>
                <a:lnTo>
                  <a:pt x="4860585" y="1648872"/>
                </a:lnTo>
                <a:cubicBezTo>
                  <a:pt x="4856829" y="1643924"/>
                  <a:pt x="4851433" y="1639569"/>
                  <a:pt x="4844396" y="1635808"/>
                </a:cubicBezTo>
                <a:cubicBezTo>
                  <a:pt x="4837360" y="1632046"/>
                  <a:pt x="4828871" y="1630067"/>
                  <a:pt x="4818930" y="1629869"/>
                </a:cubicBezTo>
                <a:close/>
                <a:moveTo>
                  <a:pt x="4692002" y="1629869"/>
                </a:moveTo>
                <a:cubicBezTo>
                  <a:pt x="4680371" y="1629999"/>
                  <a:pt x="4669819" y="1632765"/>
                  <a:pt x="4660348" y="1638167"/>
                </a:cubicBezTo>
                <a:cubicBezTo>
                  <a:pt x="4650877" y="1643570"/>
                  <a:pt x="4643321" y="1650831"/>
                  <a:pt x="4637680" y="1659950"/>
                </a:cubicBezTo>
                <a:cubicBezTo>
                  <a:pt x="4632040" y="1669069"/>
                  <a:pt x="4629150" y="1679268"/>
                  <a:pt x="4629011" y="1690546"/>
                </a:cubicBezTo>
                <a:cubicBezTo>
                  <a:pt x="4629150" y="1701906"/>
                  <a:pt x="4632040" y="1712143"/>
                  <a:pt x="4637680" y="1721257"/>
                </a:cubicBezTo>
                <a:cubicBezTo>
                  <a:pt x="4643321" y="1730372"/>
                  <a:pt x="4650877" y="1737613"/>
                  <a:pt x="4660348" y="1742982"/>
                </a:cubicBezTo>
                <a:cubicBezTo>
                  <a:pt x="4669819" y="1748352"/>
                  <a:pt x="4680371" y="1751099"/>
                  <a:pt x="4692002" y="1751224"/>
                </a:cubicBezTo>
                <a:cubicBezTo>
                  <a:pt x="4703631" y="1751099"/>
                  <a:pt x="4714160" y="1748352"/>
                  <a:pt x="4723590" y="1742982"/>
                </a:cubicBezTo>
                <a:cubicBezTo>
                  <a:pt x="4733020" y="1737613"/>
                  <a:pt x="4740535" y="1730372"/>
                  <a:pt x="4746134" y="1721257"/>
                </a:cubicBezTo>
                <a:cubicBezTo>
                  <a:pt x="4751733" y="1712143"/>
                  <a:pt x="4754601" y="1701906"/>
                  <a:pt x="4754737" y="1690546"/>
                </a:cubicBezTo>
                <a:cubicBezTo>
                  <a:pt x="4754601" y="1679268"/>
                  <a:pt x="4751733" y="1669069"/>
                  <a:pt x="4746134" y="1659950"/>
                </a:cubicBezTo>
                <a:cubicBezTo>
                  <a:pt x="4740535" y="1650831"/>
                  <a:pt x="4733020" y="1643570"/>
                  <a:pt x="4723590" y="1638167"/>
                </a:cubicBezTo>
                <a:cubicBezTo>
                  <a:pt x="4714160" y="1632765"/>
                  <a:pt x="4703631" y="1629999"/>
                  <a:pt x="4692002" y="1629869"/>
                </a:cubicBezTo>
                <a:close/>
                <a:moveTo>
                  <a:pt x="4468026" y="1629869"/>
                </a:moveTo>
                <a:cubicBezTo>
                  <a:pt x="4458613" y="1629965"/>
                  <a:pt x="4450358" y="1632149"/>
                  <a:pt x="4443261" y="1636418"/>
                </a:cubicBezTo>
                <a:cubicBezTo>
                  <a:pt x="4436164" y="1640688"/>
                  <a:pt x="4430353" y="1646467"/>
                  <a:pt x="4425829" y="1653755"/>
                </a:cubicBezTo>
                <a:lnTo>
                  <a:pt x="4425829" y="1631924"/>
                </a:lnTo>
                <a:lnTo>
                  <a:pt x="4401172" y="1631924"/>
                </a:lnTo>
                <a:lnTo>
                  <a:pt x="4401172" y="1749166"/>
                </a:lnTo>
                <a:lnTo>
                  <a:pt x="4425829" y="1749166"/>
                </a:lnTo>
                <a:lnTo>
                  <a:pt x="4425829" y="1700817"/>
                </a:lnTo>
                <a:cubicBezTo>
                  <a:pt x="4425856" y="1687299"/>
                  <a:pt x="4428890" y="1676273"/>
                  <a:pt x="4434931" y="1667738"/>
                </a:cubicBezTo>
                <a:cubicBezTo>
                  <a:pt x="4440972" y="1659203"/>
                  <a:pt x="4449860" y="1654799"/>
                  <a:pt x="4461594" y="1654526"/>
                </a:cubicBezTo>
                <a:cubicBezTo>
                  <a:pt x="4471869" y="1654692"/>
                  <a:pt x="4479942" y="1658153"/>
                  <a:pt x="4485811" y="1664909"/>
                </a:cubicBezTo>
                <a:cubicBezTo>
                  <a:pt x="4491681" y="1671665"/>
                  <a:pt x="4494672" y="1680720"/>
                  <a:pt x="4494784" y="1692073"/>
                </a:cubicBezTo>
                <a:lnTo>
                  <a:pt x="4494784" y="1749166"/>
                </a:lnTo>
                <a:lnTo>
                  <a:pt x="4519441" y="1749166"/>
                </a:lnTo>
                <a:lnTo>
                  <a:pt x="4519441" y="1690016"/>
                </a:lnTo>
                <a:cubicBezTo>
                  <a:pt x="4519533" y="1672658"/>
                  <a:pt x="4515432" y="1658390"/>
                  <a:pt x="4507139" y="1647212"/>
                </a:cubicBezTo>
                <a:cubicBezTo>
                  <a:pt x="4498845" y="1636035"/>
                  <a:pt x="4485808" y="1630254"/>
                  <a:pt x="4468026" y="1629869"/>
                </a:cubicBezTo>
                <a:close/>
                <a:moveTo>
                  <a:pt x="4311002" y="1629869"/>
                </a:moveTo>
                <a:cubicBezTo>
                  <a:pt x="4299371" y="1629999"/>
                  <a:pt x="4288819" y="1632765"/>
                  <a:pt x="4279348" y="1638167"/>
                </a:cubicBezTo>
                <a:cubicBezTo>
                  <a:pt x="4269877" y="1643570"/>
                  <a:pt x="4262321" y="1650831"/>
                  <a:pt x="4256680" y="1659950"/>
                </a:cubicBezTo>
                <a:cubicBezTo>
                  <a:pt x="4251040" y="1669069"/>
                  <a:pt x="4248150" y="1679268"/>
                  <a:pt x="4248011" y="1690546"/>
                </a:cubicBezTo>
                <a:cubicBezTo>
                  <a:pt x="4248150" y="1701906"/>
                  <a:pt x="4251040" y="1712143"/>
                  <a:pt x="4256680" y="1721257"/>
                </a:cubicBezTo>
                <a:cubicBezTo>
                  <a:pt x="4262321" y="1730372"/>
                  <a:pt x="4269877" y="1737613"/>
                  <a:pt x="4279348" y="1742982"/>
                </a:cubicBezTo>
                <a:cubicBezTo>
                  <a:pt x="4288819" y="1748352"/>
                  <a:pt x="4299371" y="1751099"/>
                  <a:pt x="4311002" y="1751224"/>
                </a:cubicBezTo>
                <a:cubicBezTo>
                  <a:pt x="4322631" y="1751099"/>
                  <a:pt x="4333160" y="1748352"/>
                  <a:pt x="4342590" y="1742982"/>
                </a:cubicBezTo>
                <a:cubicBezTo>
                  <a:pt x="4352020" y="1737613"/>
                  <a:pt x="4359535" y="1730372"/>
                  <a:pt x="4365134" y="1721257"/>
                </a:cubicBezTo>
                <a:cubicBezTo>
                  <a:pt x="4370733" y="1712143"/>
                  <a:pt x="4373601" y="1701906"/>
                  <a:pt x="4373737" y="1690546"/>
                </a:cubicBezTo>
                <a:cubicBezTo>
                  <a:pt x="4373601" y="1679268"/>
                  <a:pt x="4370733" y="1669069"/>
                  <a:pt x="4365134" y="1659950"/>
                </a:cubicBezTo>
                <a:cubicBezTo>
                  <a:pt x="4359535" y="1650831"/>
                  <a:pt x="4352020" y="1643570"/>
                  <a:pt x="4342590" y="1638167"/>
                </a:cubicBezTo>
                <a:cubicBezTo>
                  <a:pt x="4333160" y="1632765"/>
                  <a:pt x="4322631" y="1629999"/>
                  <a:pt x="4311002" y="1629869"/>
                </a:cubicBezTo>
                <a:close/>
                <a:moveTo>
                  <a:pt x="4177379" y="1629869"/>
                </a:moveTo>
                <a:cubicBezTo>
                  <a:pt x="4165837" y="1629999"/>
                  <a:pt x="4155349" y="1632765"/>
                  <a:pt x="4145917" y="1638167"/>
                </a:cubicBezTo>
                <a:cubicBezTo>
                  <a:pt x="4136485" y="1643570"/>
                  <a:pt x="4128952" y="1650831"/>
                  <a:pt x="4123320" y="1659950"/>
                </a:cubicBezTo>
                <a:cubicBezTo>
                  <a:pt x="4117688" y="1669069"/>
                  <a:pt x="4114802" y="1679268"/>
                  <a:pt x="4114661" y="1690546"/>
                </a:cubicBezTo>
                <a:cubicBezTo>
                  <a:pt x="4114802" y="1701906"/>
                  <a:pt x="4117688" y="1712143"/>
                  <a:pt x="4123320" y="1721257"/>
                </a:cubicBezTo>
                <a:cubicBezTo>
                  <a:pt x="4128952" y="1730372"/>
                  <a:pt x="4136485" y="1737613"/>
                  <a:pt x="4145917" y="1742982"/>
                </a:cubicBezTo>
                <a:cubicBezTo>
                  <a:pt x="4155349" y="1748352"/>
                  <a:pt x="4165837" y="1751099"/>
                  <a:pt x="4177379" y="1751224"/>
                </a:cubicBezTo>
                <a:cubicBezTo>
                  <a:pt x="4188690" y="1751111"/>
                  <a:pt x="4198987" y="1748511"/>
                  <a:pt x="4208272" y="1743421"/>
                </a:cubicBezTo>
                <a:cubicBezTo>
                  <a:pt x="4217557" y="1738332"/>
                  <a:pt x="4225091" y="1731427"/>
                  <a:pt x="4230872" y="1722708"/>
                </a:cubicBezTo>
                <a:lnTo>
                  <a:pt x="4208240" y="1709586"/>
                </a:lnTo>
                <a:cubicBezTo>
                  <a:pt x="4204961" y="1714796"/>
                  <a:pt x="4200654" y="1718913"/>
                  <a:pt x="4195317" y="1721936"/>
                </a:cubicBezTo>
                <a:cubicBezTo>
                  <a:pt x="4189981" y="1724959"/>
                  <a:pt x="4184001" y="1726503"/>
                  <a:pt x="4177379" y="1726567"/>
                </a:cubicBezTo>
                <a:cubicBezTo>
                  <a:pt x="4167215" y="1726320"/>
                  <a:pt x="4158739" y="1722825"/>
                  <a:pt x="4151951" y="1716082"/>
                </a:cubicBezTo>
                <a:cubicBezTo>
                  <a:pt x="4145163" y="1709339"/>
                  <a:pt x="4141637" y="1700827"/>
                  <a:pt x="4141375" y="1690546"/>
                </a:cubicBezTo>
                <a:cubicBezTo>
                  <a:pt x="4141637" y="1680378"/>
                  <a:pt x="4145163" y="1671898"/>
                  <a:pt x="4151951" y="1665107"/>
                </a:cubicBezTo>
                <a:cubicBezTo>
                  <a:pt x="4158739" y="1658315"/>
                  <a:pt x="4167215" y="1654788"/>
                  <a:pt x="4177379" y="1654526"/>
                </a:cubicBezTo>
                <a:cubicBezTo>
                  <a:pt x="4184001" y="1654606"/>
                  <a:pt x="4189981" y="1656182"/>
                  <a:pt x="4195317" y="1659254"/>
                </a:cubicBezTo>
                <a:cubicBezTo>
                  <a:pt x="4200654" y="1662325"/>
                  <a:pt x="4204961" y="1666410"/>
                  <a:pt x="4208240" y="1671507"/>
                </a:cubicBezTo>
                <a:lnTo>
                  <a:pt x="4230872" y="1658385"/>
                </a:lnTo>
                <a:cubicBezTo>
                  <a:pt x="4225091" y="1649778"/>
                  <a:pt x="4217557" y="1642905"/>
                  <a:pt x="4208272" y="1637768"/>
                </a:cubicBezTo>
                <a:cubicBezTo>
                  <a:pt x="4198987" y="1632630"/>
                  <a:pt x="4188690" y="1629997"/>
                  <a:pt x="4177379" y="1629869"/>
                </a:cubicBezTo>
                <a:close/>
                <a:moveTo>
                  <a:pt x="3887001" y="1629869"/>
                </a:moveTo>
                <a:cubicBezTo>
                  <a:pt x="3877588" y="1629965"/>
                  <a:pt x="3869333" y="1632149"/>
                  <a:pt x="3862236" y="1636418"/>
                </a:cubicBezTo>
                <a:cubicBezTo>
                  <a:pt x="3855139" y="1640688"/>
                  <a:pt x="3849329" y="1646467"/>
                  <a:pt x="3844804" y="1653755"/>
                </a:cubicBezTo>
                <a:lnTo>
                  <a:pt x="3844804" y="1631924"/>
                </a:lnTo>
                <a:lnTo>
                  <a:pt x="3820148" y="1631924"/>
                </a:lnTo>
                <a:lnTo>
                  <a:pt x="3820148" y="1749166"/>
                </a:lnTo>
                <a:lnTo>
                  <a:pt x="3844804" y="1749166"/>
                </a:lnTo>
                <a:lnTo>
                  <a:pt x="3844804" y="1700817"/>
                </a:lnTo>
                <a:cubicBezTo>
                  <a:pt x="3844831" y="1687299"/>
                  <a:pt x="3847865" y="1676273"/>
                  <a:pt x="3853906" y="1667738"/>
                </a:cubicBezTo>
                <a:cubicBezTo>
                  <a:pt x="3859947" y="1659203"/>
                  <a:pt x="3868835" y="1654799"/>
                  <a:pt x="3880568" y="1654526"/>
                </a:cubicBezTo>
                <a:cubicBezTo>
                  <a:pt x="3890844" y="1654692"/>
                  <a:pt x="3898917" y="1658153"/>
                  <a:pt x="3904787" y="1664909"/>
                </a:cubicBezTo>
                <a:cubicBezTo>
                  <a:pt x="3910656" y="1671665"/>
                  <a:pt x="3913647" y="1680720"/>
                  <a:pt x="3913759" y="1692073"/>
                </a:cubicBezTo>
                <a:lnTo>
                  <a:pt x="3913759" y="1749166"/>
                </a:lnTo>
                <a:lnTo>
                  <a:pt x="3938416" y="1749166"/>
                </a:lnTo>
                <a:lnTo>
                  <a:pt x="3938416" y="1690016"/>
                </a:lnTo>
                <a:cubicBezTo>
                  <a:pt x="3938508" y="1672658"/>
                  <a:pt x="3934407" y="1658390"/>
                  <a:pt x="3926114" y="1647212"/>
                </a:cubicBezTo>
                <a:cubicBezTo>
                  <a:pt x="3917821" y="1636035"/>
                  <a:pt x="3904783" y="1630254"/>
                  <a:pt x="3887001" y="1629869"/>
                </a:cubicBezTo>
                <a:close/>
                <a:moveTo>
                  <a:pt x="3729978" y="1629869"/>
                </a:moveTo>
                <a:cubicBezTo>
                  <a:pt x="3718346" y="1629999"/>
                  <a:pt x="3707795" y="1632765"/>
                  <a:pt x="3698323" y="1638167"/>
                </a:cubicBezTo>
                <a:cubicBezTo>
                  <a:pt x="3688852" y="1643570"/>
                  <a:pt x="3681296" y="1650831"/>
                  <a:pt x="3675655" y="1659950"/>
                </a:cubicBezTo>
                <a:cubicBezTo>
                  <a:pt x="3670015" y="1669069"/>
                  <a:pt x="3667125" y="1679268"/>
                  <a:pt x="3666986" y="1690546"/>
                </a:cubicBezTo>
                <a:cubicBezTo>
                  <a:pt x="3667125" y="1701906"/>
                  <a:pt x="3670015" y="1712143"/>
                  <a:pt x="3675655" y="1721257"/>
                </a:cubicBezTo>
                <a:cubicBezTo>
                  <a:pt x="3681296" y="1730372"/>
                  <a:pt x="3688852" y="1737613"/>
                  <a:pt x="3698323" y="1742982"/>
                </a:cubicBezTo>
                <a:cubicBezTo>
                  <a:pt x="3707795" y="1748352"/>
                  <a:pt x="3718346" y="1751099"/>
                  <a:pt x="3729978" y="1751224"/>
                </a:cubicBezTo>
                <a:cubicBezTo>
                  <a:pt x="3741606" y="1751099"/>
                  <a:pt x="3752135" y="1748352"/>
                  <a:pt x="3761565" y="1742982"/>
                </a:cubicBezTo>
                <a:cubicBezTo>
                  <a:pt x="3770995" y="1737613"/>
                  <a:pt x="3778510" y="1730372"/>
                  <a:pt x="3784109" y="1721257"/>
                </a:cubicBezTo>
                <a:cubicBezTo>
                  <a:pt x="3789708" y="1712143"/>
                  <a:pt x="3792576" y="1701906"/>
                  <a:pt x="3792712" y="1690546"/>
                </a:cubicBezTo>
                <a:cubicBezTo>
                  <a:pt x="3792576" y="1679268"/>
                  <a:pt x="3789708" y="1669069"/>
                  <a:pt x="3784109" y="1659950"/>
                </a:cubicBezTo>
                <a:cubicBezTo>
                  <a:pt x="3778510" y="1650831"/>
                  <a:pt x="3770995" y="1643570"/>
                  <a:pt x="3761565" y="1638167"/>
                </a:cubicBezTo>
                <a:cubicBezTo>
                  <a:pt x="3752135" y="1632765"/>
                  <a:pt x="3741606" y="1629999"/>
                  <a:pt x="3729978" y="1629869"/>
                </a:cubicBezTo>
                <a:close/>
                <a:moveTo>
                  <a:pt x="3542580" y="1629869"/>
                </a:moveTo>
                <a:cubicBezTo>
                  <a:pt x="3531557" y="1629911"/>
                  <a:pt x="3522162" y="1632908"/>
                  <a:pt x="3514394" y="1638860"/>
                </a:cubicBezTo>
                <a:cubicBezTo>
                  <a:pt x="3506627" y="1644812"/>
                  <a:pt x="3502569" y="1653465"/>
                  <a:pt x="3502222" y="1664818"/>
                </a:cubicBezTo>
                <a:cubicBezTo>
                  <a:pt x="3502434" y="1672951"/>
                  <a:pt x="3504750" y="1679383"/>
                  <a:pt x="3509168" y="1684115"/>
                </a:cubicBezTo>
                <a:cubicBezTo>
                  <a:pt x="3513586" y="1688846"/>
                  <a:pt x="3518833" y="1692476"/>
                  <a:pt x="3524910" y="1695006"/>
                </a:cubicBezTo>
                <a:cubicBezTo>
                  <a:pt x="3530987" y="1697536"/>
                  <a:pt x="3536620" y="1699566"/>
                  <a:pt x="3541808" y="1701095"/>
                </a:cubicBezTo>
                <a:cubicBezTo>
                  <a:pt x="3549937" y="1703609"/>
                  <a:pt x="3555686" y="1705785"/>
                  <a:pt x="3559053" y="1707624"/>
                </a:cubicBezTo>
                <a:cubicBezTo>
                  <a:pt x="3562421" y="1709462"/>
                  <a:pt x="3564051" y="1712088"/>
                  <a:pt x="3563944" y="1715503"/>
                </a:cubicBezTo>
                <a:cubicBezTo>
                  <a:pt x="3563671" y="1720450"/>
                  <a:pt x="3561579" y="1723934"/>
                  <a:pt x="3557670" y="1725955"/>
                </a:cubicBezTo>
                <a:cubicBezTo>
                  <a:pt x="3553761" y="1727976"/>
                  <a:pt x="3549675" y="1728951"/>
                  <a:pt x="3545411" y="1728881"/>
                </a:cubicBezTo>
                <a:cubicBezTo>
                  <a:pt x="3536891" y="1728549"/>
                  <a:pt x="3530127" y="1726705"/>
                  <a:pt x="3525119" y="1723350"/>
                </a:cubicBezTo>
                <a:cubicBezTo>
                  <a:pt x="3520112" y="1719995"/>
                  <a:pt x="3517017" y="1717122"/>
                  <a:pt x="3515835" y="1714731"/>
                </a:cubicBezTo>
                <a:lnTo>
                  <a:pt x="3495536" y="1727080"/>
                </a:lnTo>
                <a:cubicBezTo>
                  <a:pt x="3498525" y="1733256"/>
                  <a:pt x="3504243" y="1738757"/>
                  <a:pt x="3512692" y="1743583"/>
                </a:cubicBezTo>
                <a:cubicBezTo>
                  <a:pt x="3521140" y="1748409"/>
                  <a:pt x="3531360" y="1750956"/>
                  <a:pt x="3543352" y="1751224"/>
                </a:cubicBezTo>
                <a:cubicBezTo>
                  <a:pt x="3555718" y="1751267"/>
                  <a:pt x="3566294" y="1748291"/>
                  <a:pt x="3575079" y="1742296"/>
                </a:cubicBezTo>
                <a:cubicBezTo>
                  <a:pt x="3583865" y="1736301"/>
                  <a:pt x="3588458" y="1727027"/>
                  <a:pt x="3588858" y="1714474"/>
                </a:cubicBezTo>
                <a:cubicBezTo>
                  <a:pt x="3588644" y="1705848"/>
                  <a:pt x="3586333" y="1699143"/>
                  <a:pt x="3581922" y="1694358"/>
                </a:cubicBezTo>
                <a:cubicBezTo>
                  <a:pt x="3577512" y="1689573"/>
                  <a:pt x="3572287" y="1685974"/>
                  <a:pt x="3566247" y="1683562"/>
                </a:cubicBezTo>
                <a:cubicBezTo>
                  <a:pt x="3560206" y="1681149"/>
                  <a:pt x="3554634" y="1679190"/>
                  <a:pt x="3549530" y="1677683"/>
                </a:cubicBezTo>
                <a:cubicBezTo>
                  <a:pt x="3541277" y="1674992"/>
                  <a:pt x="3535453" y="1672655"/>
                  <a:pt x="3532059" y="1670672"/>
                </a:cubicBezTo>
                <a:cubicBezTo>
                  <a:pt x="3528664" y="1668688"/>
                  <a:pt x="3527023" y="1666223"/>
                  <a:pt x="3527136" y="1663275"/>
                </a:cubicBezTo>
                <a:cubicBezTo>
                  <a:pt x="3527436" y="1658751"/>
                  <a:pt x="3529410" y="1655706"/>
                  <a:pt x="3533056" y="1654141"/>
                </a:cubicBezTo>
                <a:cubicBezTo>
                  <a:pt x="3536703" y="1652576"/>
                  <a:pt x="3540220" y="1651847"/>
                  <a:pt x="3543610" y="1651954"/>
                </a:cubicBezTo>
                <a:cubicBezTo>
                  <a:pt x="3550447" y="1652249"/>
                  <a:pt x="3555948" y="1653782"/>
                  <a:pt x="3560113" y="1656553"/>
                </a:cubicBezTo>
                <a:cubicBezTo>
                  <a:pt x="3564278" y="1659324"/>
                  <a:pt x="3567010" y="1661565"/>
                  <a:pt x="3568311" y="1663275"/>
                </a:cubicBezTo>
                <a:lnTo>
                  <a:pt x="3584235" y="1648872"/>
                </a:lnTo>
                <a:cubicBezTo>
                  <a:pt x="3580480" y="1643924"/>
                  <a:pt x="3575083" y="1639569"/>
                  <a:pt x="3568047" y="1635808"/>
                </a:cubicBezTo>
                <a:cubicBezTo>
                  <a:pt x="3561010" y="1632046"/>
                  <a:pt x="3552521" y="1630067"/>
                  <a:pt x="3542580" y="1629869"/>
                </a:cubicBezTo>
                <a:close/>
                <a:moveTo>
                  <a:pt x="3234678" y="1629869"/>
                </a:moveTo>
                <a:cubicBezTo>
                  <a:pt x="3223046" y="1629999"/>
                  <a:pt x="3212495" y="1632765"/>
                  <a:pt x="3203023" y="1638167"/>
                </a:cubicBezTo>
                <a:cubicBezTo>
                  <a:pt x="3193552" y="1643570"/>
                  <a:pt x="3185996" y="1650831"/>
                  <a:pt x="3180355" y="1659950"/>
                </a:cubicBezTo>
                <a:cubicBezTo>
                  <a:pt x="3174715" y="1669069"/>
                  <a:pt x="3171825" y="1679268"/>
                  <a:pt x="3171686" y="1690546"/>
                </a:cubicBezTo>
                <a:cubicBezTo>
                  <a:pt x="3171825" y="1701906"/>
                  <a:pt x="3174715" y="1712143"/>
                  <a:pt x="3180355" y="1721257"/>
                </a:cubicBezTo>
                <a:cubicBezTo>
                  <a:pt x="3185996" y="1730372"/>
                  <a:pt x="3193552" y="1737613"/>
                  <a:pt x="3203023" y="1742982"/>
                </a:cubicBezTo>
                <a:cubicBezTo>
                  <a:pt x="3212495" y="1748352"/>
                  <a:pt x="3223046" y="1751099"/>
                  <a:pt x="3234678" y="1751224"/>
                </a:cubicBezTo>
                <a:cubicBezTo>
                  <a:pt x="3246306" y="1751099"/>
                  <a:pt x="3256835" y="1748352"/>
                  <a:pt x="3266265" y="1742982"/>
                </a:cubicBezTo>
                <a:cubicBezTo>
                  <a:pt x="3275695" y="1737613"/>
                  <a:pt x="3283210" y="1730372"/>
                  <a:pt x="3288809" y="1721257"/>
                </a:cubicBezTo>
                <a:cubicBezTo>
                  <a:pt x="3294408" y="1712143"/>
                  <a:pt x="3297276" y="1701906"/>
                  <a:pt x="3297412" y="1690546"/>
                </a:cubicBezTo>
                <a:cubicBezTo>
                  <a:pt x="3297276" y="1679268"/>
                  <a:pt x="3294408" y="1669069"/>
                  <a:pt x="3288809" y="1659950"/>
                </a:cubicBezTo>
                <a:cubicBezTo>
                  <a:pt x="3283210" y="1650831"/>
                  <a:pt x="3275695" y="1643570"/>
                  <a:pt x="3266265" y="1638167"/>
                </a:cubicBezTo>
                <a:cubicBezTo>
                  <a:pt x="3256835" y="1632765"/>
                  <a:pt x="3246306" y="1629999"/>
                  <a:pt x="3234678" y="1629869"/>
                </a:cubicBezTo>
                <a:close/>
                <a:moveTo>
                  <a:pt x="3101054" y="1629869"/>
                </a:moveTo>
                <a:cubicBezTo>
                  <a:pt x="3089512" y="1629999"/>
                  <a:pt x="3079025" y="1632765"/>
                  <a:pt x="3069592" y="1638167"/>
                </a:cubicBezTo>
                <a:cubicBezTo>
                  <a:pt x="3060159" y="1643570"/>
                  <a:pt x="3052627" y="1650831"/>
                  <a:pt x="3046995" y="1659950"/>
                </a:cubicBezTo>
                <a:cubicBezTo>
                  <a:pt x="3041363" y="1669069"/>
                  <a:pt x="3038477" y="1679268"/>
                  <a:pt x="3038336" y="1690546"/>
                </a:cubicBezTo>
                <a:cubicBezTo>
                  <a:pt x="3038477" y="1701906"/>
                  <a:pt x="3041363" y="1712143"/>
                  <a:pt x="3046995" y="1721257"/>
                </a:cubicBezTo>
                <a:cubicBezTo>
                  <a:pt x="3052627" y="1730372"/>
                  <a:pt x="3060159" y="1737613"/>
                  <a:pt x="3069592" y="1742982"/>
                </a:cubicBezTo>
                <a:cubicBezTo>
                  <a:pt x="3079025" y="1748352"/>
                  <a:pt x="3089512" y="1751099"/>
                  <a:pt x="3101054" y="1751224"/>
                </a:cubicBezTo>
                <a:cubicBezTo>
                  <a:pt x="3112364" y="1751111"/>
                  <a:pt x="3122662" y="1748511"/>
                  <a:pt x="3131948" y="1743421"/>
                </a:cubicBezTo>
                <a:cubicBezTo>
                  <a:pt x="3141233" y="1738332"/>
                  <a:pt x="3148766" y="1731427"/>
                  <a:pt x="3154547" y="1722708"/>
                </a:cubicBezTo>
                <a:lnTo>
                  <a:pt x="3131915" y="1709586"/>
                </a:lnTo>
                <a:cubicBezTo>
                  <a:pt x="3128636" y="1714796"/>
                  <a:pt x="3124329" y="1718913"/>
                  <a:pt x="3118992" y="1721936"/>
                </a:cubicBezTo>
                <a:cubicBezTo>
                  <a:pt x="3113656" y="1724959"/>
                  <a:pt x="3107677" y="1726503"/>
                  <a:pt x="3101054" y="1726567"/>
                </a:cubicBezTo>
                <a:cubicBezTo>
                  <a:pt x="3090891" y="1726320"/>
                  <a:pt x="3082414" y="1722825"/>
                  <a:pt x="3075626" y="1716082"/>
                </a:cubicBezTo>
                <a:cubicBezTo>
                  <a:pt x="3068838" y="1709339"/>
                  <a:pt x="3065312" y="1700827"/>
                  <a:pt x="3065050" y="1690546"/>
                </a:cubicBezTo>
                <a:cubicBezTo>
                  <a:pt x="3065312" y="1680378"/>
                  <a:pt x="3068838" y="1671898"/>
                  <a:pt x="3075626" y="1665107"/>
                </a:cubicBezTo>
                <a:cubicBezTo>
                  <a:pt x="3082414" y="1658315"/>
                  <a:pt x="3090891" y="1654788"/>
                  <a:pt x="3101054" y="1654526"/>
                </a:cubicBezTo>
                <a:cubicBezTo>
                  <a:pt x="3107677" y="1654606"/>
                  <a:pt x="3113656" y="1656182"/>
                  <a:pt x="3118992" y="1659254"/>
                </a:cubicBezTo>
                <a:cubicBezTo>
                  <a:pt x="3124329" y="1662325"/>
                  <a:pt x="3128636" y="1666410"/>
                  <a:pt x="3131915" y="1671507"/>
                </a:cubicBezTo>
                <a:lnTo>
                  <a:pt x="3154547" y="1658385"/>
                </a:lnTo>
                <a:cubicBezTo>
                  <a:pt x="3148766" y="1649778"/>
                  <a:pt x="3141233" y="1642905"/>
                  <a:pt x="3131948" y="1637768"/>
                </a:cubicBezTo>
                <a:cubicBezTo>
                  <a:pt x="3122662" y="1632630"/>
                  <a:pt x="3112364" y="1629997"/>
                  <a:pt x="3101054" y="1629869"/>
                </a:cubicBezTo>
                <a:close/>
                <a:moveTo>
                  <a:pt x="2870412" y="1629869"/>
                </a:moveTo>
                <a:cubicBezTo>
                  <a:pt x="2858574" y="1629999"/>
                  <a:pt x="2848112" y="1632765"/>
                  <a:pt x="2839026" y="1638168"/>
                </a:cubicBezTo>
                <a:cubicBezTo>
                  <a:pt x="2829941" y="1643571"/>
                  <a:pt x="2822812" y="1650832"/>
                  <a:pt x="2817639" y="1659951"/>
                </a:cubicBezTo>
                <a:cubicBezTo>
                  <a:pt x="2812467" y="1669070"/>
                  <a:pt x="2809832" y="1679268"/>
                  <a:pt x="2809736" y="1690545"/>
                </a:cubicBezTo>
                <a:cubicBezTo>
                  <a:pt x="2809998" y="1707819"/>
                  <a:pt x="2816094" y="1722145"/>
                  <a:pt x="2828022" y="1733524"/>
                </a:cubicBezTo>
                <a:cubicBezTo>
                  <a:pt x="2839951" y="1744902"/>
                  <a:pt x="2856138" y="1750802"/>
                  <a:pt x="2876583" y="1751224"/>
                </a:cubicBezTo>
                <a:cubicBezTo>
                  <a:pt x="2888704" y="1751069"/>
                  <a:pt x="2899171" y="1748425"/>
                  <a:pt x="2907982" y="1743293"/>
                </a:cubicBezTo>
                <a:cubicBezTo>
                  <a:pt x="2916793" y="1738160"/>
                  <a:pt x="2923724" y="1731469"/>
                  <a:pt x="2928775" y="1723220"/>
                </a:cubicBezTo>
                <a:lnTo>
                  <a:pt x="2908207" y="1710603"/>
                </a:lnTo>
                <a:cubicBezTo>
                  <a:pt x="2906214" y="1714084"/>
                  <a:pt x="2902679" y="1717550"/>
                  <a:pt x="2897601" y="1720999"/>
                </a:cubicBezTo>
                <a:cubicBezTo>
                  <a:pt x="2892523" y="1724448"/>
                  <a:pt x="2885517" y="1726304"/>
                  <a:pt x="2876583" y="1726567"/>
                </a:cubicBezTo>
                <a:cubicBezTo>
                  <a:pt x="2865645" y="1726384"/>
                  <a:pt x="2856925" y="1723788"/>
                  <a:pt x="2850422" y="1718778"/>
                </a:cubicBezTo>
                <a:cubicBezTo>
                  <a:pt x="2843920" y="1713768"/>
                  <a:pt x="2839699" y="1707438"/>
                  <a:pt x="2837760" y="1699789"/>
                </a:cubicBezTo>
                <a:lnTo>
                  <a:pt x="2929546" y="1699789"/>
                </a:lnTo>
                <a:cubicBezTo>
                  <a:pt x="2931012" y="1685325"/>
                  <a:pt x="2929254" y="1672883"/>
                  <a:pt x="2924272" y="1662461"/>
                </a:cubicBezTo>
                <a:cubicBezTo>
                  <a:pt x="2919290" y="1652039"/>
                  <a:pt x="2912066" y="1644018"/>
                  <a:pt x="2902598" y="1638396"/>
                </a:cubicBezTo>
                <a:cubicBezTo>
                  <a:pt x="2893131" y="1632775"/>
                  <a:pt x="2882403" y="1629932"/>
                  <a:pt x="2870412" y="1629869"/>
                </a:cubicBezTo>
                <a:close/>
                <a:moveTo>
                  <a:pt x="2603712" y="1629869"/>
                </a:moveTo>
                <a:cubicBezTo>
                  <a:pt x="2591874" y="1629999"/>
                  <a:pt x="2581412" y="1632765"/>
                  <a:pt x="2572327" y="1638168"/>
                </a:cubicBezTo>
                <a:cubicBezTo>
                  <a:pt x="2563241" y="1643571"/>
                  <a:pt x="2556111" y="1650832"/>
                  <a:pt x="2550939" y="1659951"/>
                </a:cubicBezTo>
                <a:cubicBezTo>
                  <a:pt x="2545767" y="1669070"/>
                  <a:pt x="2543132" y="1679268"/>
                  <a:pt x="2543036" y="1690545"/>
                </a:cubicBezTo>
                <a:cubicBezTo>
                  <a:pt x="2543298" y="1707819"/>
                  <a:pt x="2549394" y="1722145"/>
                  <a:pt x="2561322" y="1733524"/>
                </a:cubicBezTo>
                <a:cubicBezTo>
                  <a:pt x="2573251" y="1744902"/>
                  <a:pt x="2589438" y="1750802"/>
                  <a:pt x="2609883" y="1751224"/>
                </a:cubicBezTo>
                <a:cubicBezTo>
                  <a:pt x="2622004" y="1751069"/>
                  <a:pt x="2632471" y="1748425"/>
                  <a:pt x="2641282" y="1743293"/>
                </a:cubicBezTo>
                <a:cubicBezTo>
                  <a:pt x="2650093" y="1738160"/>
                  <a:pt x="2657024" y="1731469"/>
                  <a:pt x="2662075" y="1723220"/>
                </a:cubicBezTo>
                <a:lnTo>
                  <a:pt x="2641507" y="1710603"/>
                </a:lnTo>
                <a:cubicBezTo>
                  <a:pt x="2639514" y="1714084"/>
                  <a:pt x="2635979" y="1717550"/>
                  <a:pt x="2630901" y="1720999"/>
                </a:cubicBezTo>
                <a:cubicBezTo>
                  <a:pt x="2625823" y="1724448"/>
                  <a:pt x="2618817" y="1726304"/>
                  <a:pt x="2609883" y="1726567"/>
                </a:cubicBezTo>
                <a:cubicBezTo>
                  <a:pt x="2598945" y="1726384"/>
                  <a:pt x="2590225" y="1723788"/>
                  <a:pt x="2583722" y="1718778"/>
                </a:cubicBezTo>
                <a:cubicBezTo>
                  <a:pt x="2577220" y="1713768"/>
                  <a:pt x="2572999" y="1707438"/>
                  <a:pt x="2571060" y="1699789"/>
                </a:cubicBezTo>
                <a:lnTo>
                  <a:pt x="2662846" y="1699789"/>
                </a:lnTo>
                <a:cubicBezTo>
                  <a:pt x="2664312" y="1685325"/>
                  <a:pt x="2662554" y="1672883"/>
                  <a:pt x="2657572" y="1662461"/>
                </a:cubicBezTo>
                <a:cubicBezTo>
                  <a:pt x="2652590" y="1652039"/>
                  <a:pt x="2645366" y="1644018"/>
                  <a:pt x="2635898" y="1638396"/>
                </a:cubicBezTo>
                <a:cubicBezTo>
                  <a:pt x="2626431" y="1632775"/>
                  <a:pt x="2615702" y="1629932"/>
                  <a:pt x="2603712" y="1629869"/>
                </a:cubicBezTo>
                <a:close/>
                <a:moveTo>
                  <a:pt x="2369970" y="1629869"/>
                </a:moveTo>
                <a:cubicBezTo>
                  <a:pt x="2360063" y="1630094"/>
                  <a:pt x="2350868" y="1632084"/>
                  <a:pt x="2342383" y="1635841"/>
                </a:cubicBezTo>
                <a:cubicBezTo>
                  <a:pt x="2333899" y="1639597"/>
                  <a:pt x="2326896" y="1643770"/>
                  <a:pt x="2321374" y="1648361"/>
                </a:cubicBezTo>
                <a:lnTo>
                  <a:pt x="2333189" y="1668175"/>
                </a:lnTo>
                <a:cubicBezTo>
                  <a:pt x="2336095" y="1665690"/>
                  <a:pt x="2340754" y="1662868"/>
                  <a:pt x="2347169" y="1659708"/>
                </a:cubicBezTo>
                <a:cubicBezTo>
                  <a:pt x="2353583" y="1656548"/>
                  <a:pt x="2360497" y="1654821"/>
                  <a:pt x="2367912" y="1654526"/>
                </a:cubicBezTo>
                <a:cubicBezTo>
                  <a:pt x="2377739" y="1654579"/>
                  <a:pt x="2384526" y="1656661"/>
                  <a:pt x="2388273" y="1660771"/>
                </a:cubicBezTo>
                <a:cubicBezTo>
                  <a:pt x="2392021" y="1664880"/>
                  <a:pt x="2393983" y="1670696"/>
                  <a:pt x="2394160" y="1678218"/>
                </a:cubicBezTo>
                <a:lnTo>
                  <a:pt x="2375632" y="1678218"/>
                </a:lnTo>
                <a:cubicBezTo>
                  <a:pt x="2367374" y="1678086"/>
                  <a:pt x="2358762" y="1678949"/>
                  <a:pt x="2349796" y="1680806"/>
                </a:cubicBezTo>
                <a:cubicBezTo>
                  <a:pt x="2340831" y="1682664"/>
                  <a:pt x="2333195" y="1686307"/>
                  <a:pt x="2326888" y="1691735"/>
                </a:cubicBezTo>
                <a:cubicBezTo>
                  <a:pt x="2320581" y="1697164"/>
                  <a:pt x="2317288" y="1705169"/>
                  <a:pt x="2317007" y="1715750"/>
                </a:cubicBezTo>
                <a:cubicBezTo>
                  <a:pt x="2317301" y="1726569"/>
                  <a:pt x="2321465" y="1735150"/>
                  <a:pt x="2329501" y="1741493"/>
                </a:cubicBezTo>
                <a:cubicBezTo>
                  <a:pt x="2337536" y="1747837"/>
                  <a:pt x="2347681" y="1751080"/>
                  <a:pt x="2359934" y="1751224"/>
                </a:cubicBezTo>
                <a:cubicBezTo>
                  <a:pt x="2367890" y="1751138"/>
                  <a:pt x="2374688" y="1749768"/>
                  <a:pt x="2380328" y="1747115"/>
                </a:cubicBezTo>
                <a:cubicBezTo>
                  <a:pt x="2385968" y="1744462"/>
                  <a:pt x="2390578" y="1741038"/>
                  <a:pt x="2394160" y="1736844"/>
                </a:cubicBezTo>
                <a:lnTo>
                  <a:pt x="2394160" y="1749166"/>
                </a:lnTo>
                <a:lnTo>
                  <a:pt x="2418816" y="1749166"/>
                </a:lnTo>
                <a:lnTo>
                  <a:pt x="2418816" y="1681813"/>
                </a:lnTo>
                <a:cubicBezTo>
                  <a:pt x="2418871" y="1664901"/>
                  <a:pt x="2414909" y="1652030"/>
                  <a:pt x="2406932" y="1643200"/>
                </a:cubicBezTo>
                <a:cubicBezTo>
                  <a:pt x="2398954" y="1634370"/>
                  <a:pt x="2386634" y="1629927"/>
                  <a:pt x="2369970" y="1629869"/>
                </a:cubicBezTo>
                <a:close/>
                <a:moveTo>
                  <a:pt x="1936962" y="1629869"/>
                </a:moveTo>
                <a:cubicBezTo>
                  <a:pt x="1925124" y="1629999"/>
                  <a:pt x="1914662" y="1632765"/>
                  <a:pt x="1905576" y="1638168"/>
                </a:cubicBezTo>
                <a:cubicBezTo>
                  <a:pt x="1896490" y="1643571"/>
                  <a:pt x="1889361" y="1650832"/>
                  <a:pt x="1884189" y="1659951"/>
                </a:cubicBezTo>
                <a:cubicBezTo>
                  <a:pt x="1879017" y="1669070"/>
                  <a:pt x="1876382" y="1679268"/>
                  <a:pt x="1876286" y="1690545"/>
                </a:cubicBezTo>
                <a:cubicBezTo>
                  <a:pt x="1876548" y="1707819"/>
                  <a:pt x="1882644" y="1722145"/>
                  <a:pt x="1894572" y="1733524"/>
                </a:cubicBezTo>
                <a:cubicBezTo>
                  <a:pt x="1906501" y="1744902"/>
                  <a:pt x="1922688" y="1750802"/>
                  <a:pt x="1943133" y="1751224"/>
                </a:cubicBezTo>
                <a:cubicBezTo>
                  <a:pt x="1955254" y="1751069"/>
                  <a:pt x="1965721" y="1748425"/>
                  <a:pt x="1974532" y="1743293"/>
                </a:cubicBezTo>
                <a:cubicBezTo>
                  <a:pt x="1983343" y="1738160"/>
                  <a:pt x="1990274" y="1731469"/>
                  <a:pt x="1995325" y="1723220"/>
                </a:cubicBezTo>
                <a:lnTo>
                  <a:pt x="1974757" y="1710603"/>
                </a:lnTo>
                <a:cubicBezTo>
                  <a:pt x="1972764" y="1714084"/>
                  <a:pt x="1969229" y="1717550"/>
                  <a:pt x="1964151" y="1720999"/>
                </a:cubicBezTo>
                <a:cubicBezTo>
                  <a:pt x="1959073" y="1724448"/>
                  <a:pt x="1952067" y="1726304"/>
                  <a:pt x="1943133" y="1726567"/>
                </a:cubicBezTo>
                <a:cubicBezTo>
                  <a:pt x="1932195" y="1726384"/>
                  <a:pt x="1923475" y="1723788"/>
                  <a:pt x="1916972" y="1718778"/>
                </a:cubicBezTo>
                <a:cubicBezTo>
                  <a:pt x="1910470" y="1713768"/>
                  <a:pt x="1906249" y="1707438"/>
                  <a:pt x="1904310" y="1699789"/>
                </a:cubicBezTo>
                <a:lnTo>
                  <a:pt x="1996096" y="1699789"/>
                </a:lnTo>
                <a:cubicBezTo>
                  <a:pt x="1997562" y="1685325"/>
                  <a:pt x="1995804" y="1672883"/>
                  <a:pt x="1990822" y="1662461"/>
                </a:cubicBezTo>
                <a:cubicBezTo>
                  <a:pt x="1985840" y="1652039"/>
                  <a:pt x="1978615" y="1644018"/>
                  <a:pt x="1969148" y="1638396"/>
                </a:cubicBezTo>
                <a:cubicBezTo>
                  <a:pt x="1959681" y="1632775"/>
                  <a:pt x="1948952" y="1629932"/>
                  <a:pt x="1936962" y="1629869"/>
                </a:cubicBezTo>
                <a:close/>
                <a:moveTo>
                  <a:pt x="4897749" y="1597465"/>
                </a:moveTo>
                <a:lnTo>
                  <a:pt x="4897749" y="1631926"/>
                </a:lnTo>
                <a:lnTo>
                  <a:pt x="4871517" y="1631926"/>
                </a:lnTo>
                <a:lnTo>
                  <a:pt x="4871517" y="1656583"/>
                </a:lnTo>
                <a:lnTo>
                  <a:pt x="4897749" y="1656583"/>
                </a:lnTo>
                <a:lnTo>
                  <a:pt x="4897749" y="1708042"/>
                </a:lnTo>
                <a:cubicBezTo>
                  <a:pt x="4897567" y="1721388"/>
                  <a:pt x="4900628" y="1731764"/>
                  <a:pt x="4906934" y="1739171"/>
                </a:cubicBezTo>
                <a:cubicBezTo>
                  <a:pt x="4913239" y="1746579"/>
                  <a:pt x="4923883" y="1750339"/>
                  <a:pt x="4938865" y="1750452"/>
                </a:cubicBezTo>
                <a:cubicBezTo>
                  <a:pt x="4940510" y="1750447"/>
                  <a:pt x="4942428" y="1750393"/>
                  <a:pt x="4944619" y="1750291"/>
                </a:cubicBezTo>
                <a:cubicBezTo>
                  <a:pt x="4946810" y="1750189"/>
                  <a:pt x="4948664" y="1750072"/>
                  <a:pt x="4950181" y="1749938"/>
                </a:cubicBezTo>
                <a:lnTo>
                  <a:pt x="4950181" y="1726310"/>
                </a:lnTo>
                <a:cubicBezTo>
                  <a:pt x="4940022" y="1727444"/>
                  <a:pt x="4932821" y="1726457"/>
                  <a:pt x="4928578" y="1723349"/>
                </a:cubicBezTo>
                <a:cubicBezTo>
                  <a:pt x="4924335" y="1720241"/>
                  <a:pt x="4922277" y="1715139"/>
                  <a:pt x="4922406" y="1708042"/>
                </a:cubicBezTo>
                <a:lnTo>
                  <a:pt x="4922406" y="1656583"/>
                </a:lnTo>
                <a:lnTo>
                  <a:pt x="4954038" y="1656583"/>
                </a:lnTo>
                <a:lnTo>
                  <a:pt x="4954038" y="1631926"/>
                </a:lnTo>
                <a:lnTo>
                  <a:pt x="4922406" y="1631926"/>
                </a:lnTo>
                <a:lnTo>
                  <a:pt x="4922406" y="1597465"/>
                </a:lnTo>
                <a:close/>
                <a:moveTo>
                  <a:pt x="2240274" y="1597465"/>
                </a:moveTo>
                <a:lnTo>
                  <a:pt x="2240274" y="1631926"/>
                </a:lnTo>
                <a:lnTo>
                  <a:pt x="2214042" y="1631926"/>
                </a:lnTo>
                <a:lnTo>
                  <a:pt x="2214042" y="1656583"/>
                </a:lnTo>
                <a:lnTo>
                  <a:pt x="2240274" y="1656583"/>
                </a:lnTo>
                <a:lnTo>
                  <a:pt x="2240274" y="1708042"/>
                </a:lnTo>
                <a:cubicBezTo>
                  <a:pt x="2240092" y="1721388"/>
                  <a:pt x="2243153" y="1731764"/>
                  <a:pt x="2249459" y="1739171"/>
                </a:cubicBezTo>
                <a:cubicBezTo>
                  <a:pt x="2255764" y="1746579"/>
                  <a:pt x="2266408" y="1750339"/>
                  <a:pt x="2281390" y="1750452"/>
                </a:cubicBezTo>
                <a:cubicBezTo>
                  <a:pt x="2283035" y="1750447"/>
                  <a:pt x="2284953" y="1750393"/>
                  <a:pt x="2287144" y="1750291"/>
                </a:cubicBezTo>
                <a:cubicBezTo>
                  <a:pt x="2289335" y="1750189"/>
                  <a:pt x="2291189" y="1750072"/>
                  <a:pt x="2292706" y="1749938"/>
                </a:cubicBezTo>
                <a:lnTo>
                  <a:pt x="2292706" y="1726310"/>
                </a:lnTo>
                <a:cubicBezTo>
                  <a:pt x="2282547" y="1727444"/>
                  <a:pt x="2275346" y="1726457"/>
                  <a:pt x="2271103" y="1723349"/>
                </a:cubicBezTo>
                <a:cubicBezTo>
                  <a:pt x="2266859" y="1720241"/>
                  <a:pt x="2264802" y="1715139"/>
                  <a:pt x="2264931" y="1708042"/>
                </a:cubicBezTo>
                <a:lnTo>
                  <a:pt x="2264931" y="1656583"/>
                </a:lnTo>
                <a:lnTo>
                  <a:pt x="2296563" y="1656583"/>
                </a:lnTo>
                <a:lnTo>
                  <a:pt x="2296563" y="1631926"/>
                </a:lnTo>
                <a:lnTo>
                  <a:pt x="2264931" y="1631926"/>
                </a:lnTo>
                <a:lnTo>
                  <a:pt x="2264931" y="1597465"/>
                </a:lnTo>
                <a:close/>
                <a:moveTo>
                  <a:pt x="5987698" y="1584349"/>
                </a:moveTo>
                <a:cubicBezTo>
                  <a:pt x="5983480" y="1584445"/>
                  <a:pt x="5979969" y="1585858"/>
                  <a:pt x="5977165" y="1588588"/>
                </a:cubicBezTo>
                <a:cubicBezTo>
                  <a:pt x="5974360" y="1591317"/>
                  <a:pt x="5972905" y="1594785"/>
                  <a:pt x="5972798" y="1598992"/>
                </a:cubicBezTo>
                <a:cubicBezTo>
                  <a:pt x="5972905" y="1603209"/>
                  <a:pt x="5974360" y="1606720"/>
                  <a:pt x="5977165" y="1609525"/>
                </a:cubicBezTo>
                <a:cubicBezTo>
                  <a:pt x="5979969" y="1612329"/>
                  <a:pt x="5983480" y="1613785"/>
                  <a:pt x="5987698" y="1613892"/>
                </a:cubicBezTo>
                <a:cubicBezTo>
                  <a:pt x="5991792" y="1613785"/>
                  <a:pt x="5995228" y="1612329"/>
                  <a:pt x="5998005" y="1609525"/>
                </a:cubicBezTo>
                <a:cubicBezTo>
                  <a:pt x="6000783" y="1606720"/>
                  <a:pt x="6002228" y="1603209"/>
                  <a:pt x="6002341" y="1598992"/>
                </a:cubicBezTo>
                <a:cubicBezTo>
                  <a:pt x="6002228" y="1594785"/>
                  <a:pt x="6000783" y="1591317"/>
                  <a:pt x="5998005" y="1588588"/>
                </a:cubicBezTo>
                <a:cubicBezTo>
                  <a:pt x="5995228" y="1585858"/>
                  <a:pt x="5991792" y="1584445"/>
                  <a:pt x="5987698" y="1584349"/>
                </a:cubicBezTo>
                <a:close/>
                <a:moveTo>
                  <a:pt x="5711473" y="1584349"/>
                </a:moveTo>
                <a:cubicBezTo>
                  <a:pt x="5707255" y="1584445"/>
                  <a:pt x="5703744" y="1585858"/>
                  <a:pt x="5700940" y="1588588"/>
                </a:cubicBezTo>
                <a:cubicBezTo>
                  <a:pt x="5698135" y="1591317"/>
                  <a:pt x="5696680" y="1594785"/>
                  <a:pt x="5696572" y="1598992"/>
                </a:cubicBezTo>
                <a:cubicBezTo>
                  <a:pt x="5696680" y="1603209"/>
                  <a:pt x="5698135" y="1606720"/>
                  <a:pt x="5700940" y="1609525"/>
                </a:cubicBezTo>
                <a:cubicBezTo>
                  <a:pt x="5703744" y="1612329"/>
                  <a:pt x="5707255" y="1613785"/>
                  <a:pt x="5711473" y="1613892"/>
                </a:cubicBezTo>
                <a:cubicBezTo>
                  <a:pt x="5715567" y="1613785"/>
                  <a:pt x="5719003" y="1612329"/>
                  <a:pt x="5721780" y="1609525"/>
                </a:cubicBezTo>
                <a:cubicBezTo>
                  <a:pt x="5724558" y="1606720"/>
                  <a:pt x="5726003" y="1603209"/>
                  <a:pt x="5726116" y="1598992"/>
                </a:cubicBezTo>
                <a:cubicBezTo>
                  <a:pt x="5726003" y="1594785"/>
                  <a:pt x="5724558" y="1591317"/>
                  <a:pt x="5721780" y="1588588"/>
                </a:cubicBezTo>
                <a:cubicBezTo>
                  <a:pt x="5719003" y="1585858"/>
                  <a:pt x="5715567" y="1584445"/>
                  <a:pt x="5711473" y="1584349"/>
                </a:cubicBezTo>
                <a:close/>
                <a:moveTo>
                  <a:pt x="5463823" y="1584349"/>
                </a:moveTo>
                <a:cubicBezTo>
                  <a:pt x="5459605" y="1584445"/>
                  <a:pt x="5456094" y="1585858"/>
                  <a:pt x="5453290" y="1588588"/>
                </a:cubicBezTo>
                <a:cubicBezTo>
                  <a:pt x="5450485" y="1591317"/>
                  <a:pt x="5449030" y="1594785"/>
                  <a:pt x="5448923" y="1598992"/>
                </a:cubicBezTo>
                <a:cubicBezTo>
                  <a:pt x="5449030" y="1603209"/>
                  <a:pt x="5450485" y="1606720"/>
                  <a:pt x="5453290" y="1609525"/>
                </a:cubicBezTo>
                <a:cubicBezTo>
                  <a:pt x="5456094" y="1612329"/>
                  <a:pt x="5459605" y="1613785"/>
                  <a:pt x="5463823" y="1613892"/>
                </a:cubicBezTo>
                <a:cubicBezTo>
                  <a:pt x="5467917" y="1613785"/>
                  <a:pt x="5471353" y="1612329"/>
                  <a:pt x="5474130" y="1609525"/>
                </a:cubicBezTo>
                <a:cubicBezTo>
                  <a:pt x="5476908" y="1606720"/>
                  <a:pt x="5478353" y="1603209"/>
                  <a:pt x="5478466" y="1598992"/>
                </a:cubicBezTo>
                <a:cubicBezTo>
                  <a:pt x="5478353" y="1594785"/>
                  <a:pt x="5476908" y="1591317"/>
                  <a:pt x="5474130" y="1588588"/>
                </a:cubicBezTo>
                <a:cubicBezTo>
                  <a:pt x="5471353" y="1585858"/>
                  <a:pt x="5467917" y="1584445"/>
                  <a:pt x="5463823" y="1584349"/>
                </a:cubicBezTo>
                <a:close/>
                <a:moveTo>
                  <a:pt x="3987447" y="1584349"/>
                </a:moveTo>
                <a:cubicBezTo>
                  <a:pt x="3983230" y="1584445"/>
                  <a:pt x="3979719" y="1585858"/>
                  <a:pt x="3976915" y="1588588"/>
                </a:cubicBezTo>
                <a:cubicBezTo>
                  <a:pt x="3974111" y="1591317"/>
                  <a:pt x="3972655" y="1594785"/>
                  <a:pt x="3972548" y="1598992"/>
                </a:cubicBezTo>
                <a:cubicBezTo>
                  <a:pt x="3972655" y="1603209"/>
                  <a:pt x="3974111" y="1606720"/>
                  <a:pt x="3976915" y="1609525"/>
                </a:cubicBezTo>
                <a:cubicBezTo>
                  <a:pt x="3979719" y="1612329"/>
                  <a:pt x="3983230" y="1613785"/>
                  <a:pt x="3987447" y="1613892"/>
                </a:cubicBezTo>
                <a:cubicBezTo>
                  <a:pt x="3991542" y="1613785"/>
                  <a:pt x="3994978" y="1612329"/>
                  <a:pt x="3997756" y="1609525"/>
                </a:cubicBezTo>
                <a:cubicBezTo>
                  <a:pt x="4000533" y="1606720"/>
                  <a:pt x="4001978" y="1603209"/>
                  <a:pt x="4002091" y="1598992"/>
                </a:cubicBezTo>
                <a:cubicBezTo>
                  <a:pt x="4001978" y="1594785"/>
                  <a:pt x="4000533" y="1591317"/>
                  <a:pt x="3997756" y="1588588"/>
                </a:cubicBezTo>
                <a:cubicBezTo>
                  <a:pt x="3994978" y="1585858"/>
                  <a:pt x="3991542" y="1584445"/>
                  <a:pt x="3987447" y="1584349"/>
                </a:cubicBezTo>
                <a:close/>
                <a:moveTo>
                  <a:pt x="3625498" y="1584349"/>
                </a:moveTo>
                <a:cubicBezTo>
                  <a:pt x="3621280" y="1584445"/>
                  <a:pt x="3617769" y="1585858"/>
                  <a:pt x="3614965" y="1588588"/>
                </a:cubicBezTo>
                <a:cubicBezTo>
                  <a:pt x="3612160" y="1591317"/>
                  <a:pt x="3610705" y="1594785"/>
                  <a:pt x="3610598" y="1598992"/>
                </a:cubicBezTo>
                <a:cubicBezTo>
                  <a:pt x="3610705" y="1603209"/>
                  <a:pt x="3612160" y="1606720"/>
                  <a:pt x="3614965" y="1609525"/>
                </a:cubicBezTo>
                <a:cubicBezTo>
                  <a:pt x="3617769" y="1612329"/>
                  <a:pt x="3621280" y="1613785"/>
                  <a:pt x="3625498" y="1613892"/>
                </a:cubicBezTo>
                <a:cubicBezTo>
                  <a:pt x="3629592" y="1613785"/>
                  <a:pt x="3633028" y="1612329"/>
                  <a:pt x="3635806" y="1609525"/>
                </a:cubicBezTo>
                <a:cubicBezTo>
                  <a:pt x="3638583" y="1606720"/>
                  <a:pt x="3640028" y="1603209"/>
                  <a:pt x="3640141" y="1598992"/>
                </a:cubicBezTo>
                <a:cubicBezTo>
                  <a:pt x="3640028" y="1594785"/>
                  <a:pt x="3638583" y="1591317"/>
                  <a:pt x="3635806" y="1588588"/>
                </a:cubicBezTo>
                <a:cubicBezTo>
                  <a:pt x="3633028" y="1585858"/>
                  <a:pt x="3629592" y="1584445"/>
                  <a:pt x="3625498" y="1584349"/>
                </a:cubicBezTo>
                <a:close/>
                <a:moveTo>
                  <a:pt x="3454048" y="1584349"/>
                </a:moveTo>
                <a:cubicBezTo>
                  <a:pt x="3449830" y="1584445"/>
                  <a:pt x="3446319" y="1585858"/>
                  <a:pt x="3443515" y="1588588"/>
                </a:cubicBezTo>
                <a:cubicBezTo>
                  <a:pt x="3440710" y="1591317"/>
                  <a:pt x="3439255" y="1594785"/>
                  <a:pt x="3439148" y="1598992"/>
                </a:cubicBezTo>
                <a:cubicBezTo>
                  <a:pt x="3439255" y="1603209"/>
                  <a:pt x="3440710" y="1606720"/>
                  <a:pt x="3443515" y="1609525"/>
                </a:cubicBezTo>
                <a:cubicBezTo>
                  <a:pt x="3446319" y="1612329"/>
                  <a:pt x="3449830" y="1613785"/>
                  <a:pt x="3454048" y="1613892"/>
                </a:cubicBezTo>
                <a:cubicBezTo>
                  <a:pt x="3458142" y="1613785"/>
                  <a:pt x="3461578" y="1612329"/>
                  <a:pt x="3464356" y="1609525"/>
                </a:cubicBezTo>
                <a:cubicBezTo>
                  <a:pt x="3467133" y="1606720"/>
                  <a:pt x="3468578" y="1603209"/>
                  <a:pt x="3468691" y="1598992"/>
                </a:cubicBezTo>
                <a:cubicBezTo>
                  <a:pt x="3468578" y="1594785"/>
                  <a:pt x="3467133" y="1591317"/>
                  <a:pt x="3464356" y="1588588"/>
                </a:cubicBezTo>
                <a:cubicBezTo>
                  <a:pt x="3461578" y="1585858"/>
                  <a:pt x="3458142" y="1584445"/>
                  <a:pt x="3454048" y="1584349"/>
                </a:cubicBezTo>
                <a:close/>
                <a:moveTo>
                  <a:pt x="2177698" y="1584349"/>
                </a:moveTo>
                <a:cubicBezTo>
                  <a:pt x="2173480" y="1584445"/>
                  <a:pt x="2169969" y="1585858"/>
                  <a:pt x="2167165" y="1588588"/>
                </a:cubicBezTo>
                <a:cubicBezTo>
                  <a:pt x="2164360" y="1591317"/>
                  <a:pt x="2162905" y="1594785"/>
                  <a:pt x="2162798" y="1598992"/>
                </a:cubicBezTo>
                <a:cubicBezTo>
                  <a:pt x="2162905" y="1603209"/>
                  <a:pt x="2164360" y="1606720"/>
                  <a:pt x="2167165" y="1609525"/>
                </a:cubicBezTo>
                <a:cubicBezTo>
                  <a:pt x="2169969" y="1612329"/>
                  <a:pt x="2173480" y="1613785"/>
                  <a:pt x="2177698" y="1613892"/>
                </a:cubicBezTo>
                <a:cubicBezTo>
                  <a:pt x="2181792" y="1613785"/>
                  <a:pt x="2185228" y="1612329"/>
                  <a:pt x="2188006" y="1609525"/>
                </a:cubicBezTo>
                <a:cubicBezTo>
                  <a:pt x="2190783" y="1606720"/>
                  <a:pt x="2192228" y="1603209"/>
                  <a:pt x="2192341" y="1598992"/>
                </a:cubicBezTo>
                <a:cubicBezTo>
                  <a:pt x="2192228" y="1594785"/>
                  <a:pt x="2190783" y="1591317"/>
                  <a:pt x="2188006" y="1588588"/>
                </a:cubicBezTo>
                <a:cubicBezTo>
                  <a:pt x="2185228" y="1585858"/>
                  <a:pt x="2181792" y="1584445"/>
                  <a:pt x="2177698" y="1584349"/>
                </a:cubicBezTo>
                <a:close/>
                <a:moveTo>
                  <a:pt x="5642325" y="1563116"/>
                </a:moveTo>
                <a:cubicBezTo>
                  <a:pt x="5636679" y="1563584"/>
                  <a:pt x="5631766" y="1564823"/>
                  <a:pt x="5627584" y="1566835"/>
                </a:cubicBezTo>
                <a:cubicBezTo>
                  <a:pt x="5619221" y="1570859"/>
                  <a:pt x="5613244" y="1577013"/>
                  <a:pt x="5609651" y="1585296"/>
                </a:cubicBezTo>
                <a:cubicBezTo>
                  <a:pt x="5606059" y="1593578"/>
                  <a:pt x="5604308" y="1603031"/>
                  <a:pt x="5604399" y="1613654"/>
                </a:cubicBezTo>
                <a:lnTo>
                  <a:pt x="5604399" y="1631926"/>
                </a:lnTo>
                <a:lnTo>
                  <a:pt x="5578939" y="1631926"/>
                </a:lnTo>
                <a:lnTo>
                  <a:pt x="5578939" y="1656583"/>
                </a:lnTo>
                <a:lnTo>
                  <a:pt x="5604399" y="1656583"/>
                </a:lnTo>
                <a:lnTo>
                  <a:pt x="5604399" y="1749166"/>
                </a:lnTo>
                <a:lnTo>
                  <a:pt x="5629056" y="1749166"/>
                </a:lnTo>
                <a:lnTo>
                  <a:pt x="5629056" y="1656583"/>
                </a:lnTo>
                <a:lnTo>
                  <a:pt x="5663774" y="1656583"/>
                </a:lnTo>
                <a:lnTo>
                  <a:pt x="5663774" y="1631926"/>
                </a:lnTo>
                <a:lnTo>
                  <a:pt x="5629056" y="1631926"/>
                </a:lnTo>
                <a:lnTo>
                  <a:pt x="5629056" y="1613654"/>
                </a:lnTo>
                <a:cubicBezTo>
                  <a:pt x="5628831" y="1603725"/>
                  <a:pt x="5631081" y="1596369"/>
                  <a:pt x="5635807" y="1591588"/>
                </a:cubicBezTo>
                <a:cubicBezTo>
                  <a:pt x="5640532" y="1586807"/>
                  <a:pt x="5649083" y="1585498"/>
                  <a:pt x="5661460" y="1587661"/>
                </a:cubicBezTo>
                <a:lnTo>
                  <a:pt x="5661460" y="1564031"/>
                </a:lnTo>
                <a:cubicBezTo>
                  <a:pt x="5654349" y="1562954"/>
                  <a:pt x="5647971" y="1562649"/>
                  <a:pt x="5642325" y="1563116"/>
                </a:cubicBezTo>
                <a:close/>
                <a:moveTo>
                  <a:pt x="5391773" y="1538283"/>
                </a:moveTo>
                <a:lnTo>
                  <a:pt x="5391773" y="1749166"/>
                </a:lnTo>
                <a:lnTo>
                  <a:pt x="5416429" y="1749166"/>
                </a:lnTo>
                <a:lnTo>
                  <a:pt x="5416429" y="1538283"/>
                </a:lnTo>
                <a:close/>
                <a:moveTo>
                  <a:pt x="3381998" y="1538283"/>
                </a:moveTo>
                <a:lnTo>
                  <a:pt x="3381998" y="1749166"/>
                </a:lnTo>
                <a:lnTo>
                  <a:pt x="3406654" y="1749166"/>
                </a:lnTo>
                <a:lnTo>
                  <a:pt x="3406654" y="1538283"/>
                </a:lnTo>
                <a:close/>
                <a:moveTo>
                  <a:pt x="3324848" y="1538283"/>
                </a:moveTo>
                <a:lnTo>
                  <a:pt x="3324848" y="1749166"/>
                </a:lnTo>
                <a:lnTo>
                  <a:pt x="3349504" y="1749166"/>
                </a:lnTo>
                <a:lnTo>
                  <a:pt x="3349504" y="1538283"/>
                </a:lnTo>
                <a:close/>
                <a:moveTo>
                  <a:pt x="2762873" y="1538283"/>
                </a:moveTo>
                <a:lnTo>
                  <a:pt x="2762873" y="1749166"/>
                </a:lnTo>
                <a:lnTo>
                  <a:pt x="2787529" y="1749166"/>
                </a:lnTo>
                <a:lnTo>
                  <a:pt x="2787529" y="1538283"/>
                </a:lnTo>
                <a:close/>
                <a:moveTo>
                  <a:pt x="4354773" y="1393703"/>
                </a:moveTo>
                <a:lnTo>
                  <a:pt x="4375360" y="1393703"/>
                </a:lnTo>
                <a:lnTo>
                  <a:pt x="4375360" y="1404772"/>
                </a:lnTo>
                <a:cubicBezTo>
                  <a:pt x="4374346" y="1409594"/>
                  <a:pt x="4371355" y="1414238"/>
                  <a:pt x="4366385" y="1418706"/>
                </a:cubicBezTo>
                <a:cubicBezTo>
                  <a:pt x="4361415" y="1423173"/>
                  <a:pt x="4354371" y="1425565"/>
                  <a:pt x="4345252" y="1425882"/>
                </a:cubicBezTo>
                <a:cubicBezTo>
                  <a:pt x="4339151" y="1425839"/>
                  <a:pt x="4333983" y="1424509"/>
                  <a:pt x="4329747" y="1421891"/>
                </a:cubicBezTo>
                <a:cubicBezTo>
                  <a:pt x="4325512" y="1419274"/>
                  <a:pt x="4323303" y="1415627"/>
                  <a:pt x="4323121" y="1410950"/>
                </a:cubicBezTo>
                <a:cubicBezTo>
                  <a:pt x="4323121" y="1405164"/>
                  <a:pt x="4325759" y="1400841"/>
                  <a:pt x="4331034" y="1397982"/>
                </a:cubicBezTo>
                <a:cubicBezTo>
                  <a:pt x="4336309" y="1395124"/>
                  <a:pt x="4344222" y="1393697"/>
                  <a:pt x="4354773" y="1393703"/>
                </a:cubicBezTo>
                <a:close/>
                <a:moveTo>
                  <a:pt x="2183073" y="1393703"/>
                </a:moveTo>
                <a:lnTo>
                  <a:pt x="2203660" y="1393703"/>
                </a:lnTo>
                <a:lnTo>
                  <a:pt x="2203660" y="1404772"/>
                </a:lnTo>
                <a:cubicBezTo>
                  <a:pt x="2202647" y="1409594"/>
                  <a:pt x="2199655" y="1414238"/>
                  <a:pt x="2194685" y="1418706"/>
                </a:cubicBezTo>
                <a:cubicBezTo>
                  <a:pt x="2189715" y="1423173"/>
                  <a:pt x="2182671" y="1425565"/>
                  <a:pt x="2173552" y="1425882"/>
                </a:cubicBezTo>
                <a:cubicBezTo>
                  <a:pt x="2167451" y="1425839"/>
                  <a:pt x="2162283" y="1424509"/>
                  <a:pt x="2158048" y="1421891"/>
                </a:cubicBezTo>
                <a:cubicBezTo>
                  <a:pt x="2153812" y="1419274"/>
                  <a:pt x="2151603" y="1415627"/>
                  <a:pt x="2151421" y="1410950"/>
                </a:cubicBezTo>
                <a:cubicBezTo>
                  <a:pt x="2151421" y="1405164"/>
                  <a:pt x="2154059" y="1400841"/>
                  <a:pt x="2159334" y="1397982"/>
                </a:cubicBezTo>
                <a:cubicBezTo>
                  <a:pt x="2164610" y="1395124"/>
                  <a:pt x="2172523" y="1393697"/>
                  <a:pt x="2183073" y="1393703"/>
                </a:cubicBezTo>
                <a:close/>
                <a:moveTo>
                  <a:pt x="7035152" y="1349726"/>
                </a:moveTo>
                <a:cubicBezTo>
                  <a:pt x="7045321" y="1349988"/>
                  <a:pt x="7053800" y="1353515"/>
                  <a:pt x="7060592" y="1360307"/>
                </a:cubicBezTo>
                <a:cubicBezTo>
                  <a:pt x="7067383" y="1367098"/>
                  <a:pt x="7070910" y="1375578"/>
                  <a:pt x="7071173" y="1385746"/>
                </a:cubicBezTo>
                <a:cubicBezTo>
                  <a:pt x="7070910" y="1396027"/>
                  <a:pt x="7067383" y="1404539"/>
                  <a:pt x="7060592" y="1411282"/>
                </a:cubicBezTo>
                <a:cubicBezTo>
                  <a:pt x="7053800" y="1418025"/>
                  <a:pt x="7045321" y="1421520"/>
                  <a:pt x="7035152" y="1421767"/>
                </a:cubicBezTo>
                <a:cubicBezTo>
                  <a:pt x="7024861" y="1421520"/>
                  <a:pt x="7016306" y="1418025"/>
                  <a:pt x="7009488" y="1411282"/>
                </a:cubicBezTo>
                <a:cubicBezTo>
                  <a:pt x="7002670" y="1404539"/>
                  <a:pt x="6999132" y="1396027"/>
                  <a:pt x="6998875" y="1385746"/>
                </a:cubicBezTo>
                <a:cubicBezTo>
                  <a:pt x="6999132" y="1375578"/>
                  <a:pt x="7002670" y="1367098"/>
                  <a:pt x="7009488" y="1360307"/>
                </a:cubicBezTo>
                <a:cubicBezTo>
                  <a:pt x="7016306" y="1353515"/>
                  <a:pt x="7024861" y="1349988"/>
                  <a:pt x="7035152" y="1349726"/>
                </a:cubicBezTo>
                <a:close/>
                <a:moveTo>
                  <a:pt x="6597003" y="1349726"/>
                </a:moveTo>
                <a:cubicBezTo>
                  <a:pt x="6607171" y="1349988"/>
                  <a:pt x="6615651" y="1353515"/>
                  <a:pt x="6622442" y="1360307"/>
                </a:cubicBezTo>
                <a:cubicBezTo>
                  <a:pt x="6629233" y="1367098"/>
                  <a:pt x="6632760" y="1375578"/>
                  <a:pt x="6633023" y="1385746"/>
                </a:cubicBezTo>
                <a:cubicBezTo>
                  <a:pt x="6632760" y="1396027"/>
                  <a:pt x="6629233" y="1404539"/>
                  <a:pt x="6622442" y="1411282"/>
                </a:cubicBezTo>
                <a:cubicBezTo>
                  <a:pt x="6615651" y="1418025"/>
                  <a:pt x="6607170" y="1421520"/>
                  <a:pt x="6597003" y="1421767"/>
                </a:cubicBezTo>
                <a:cubicBezTo>
                  <a:pt x="6586711" y="1421520"/>
                  <a:pt x="6578156" y="1418025"/>
                  <a:pt x="6571338" y="1411282"/>
                </a:cubicBezTo>
                <a:cubicBezTo>
                  <a:pt x="6564520" y="1404539"/>
                  <a:pt x="6560982" y="1396027"/>
                  <a:pt x="6560725" y="1385746"/>
                </a:cubicBezTo>
                <a:cubicBezTo>
                  <a:pt x="6560982" y="1375578"/>
                  <a:pt x="6564520" y="1367098"/>
                  <a:pt x="6571338" y="1360307"/>
                </a:cubicBezTo>
                <a:cubicBezTo>
                  <a:pt x="6578156" y="1353515"/>
                  <a:pt x="6586711" y="1349988"/>
                  <a:pt x="6597003" y="1349726"/>
                </a:cubicBezTo>
                <a:close/>
                <a:moveTo>
                  <a:pt x="6349353" y="1349726"/>
                </a:moveTo>
                <a:cubicBezTo>
                  <a:pt x="6359521" y="1349988"/>
                  <a:pt x="6368001" y="1353515"/>
                  <a:pt x="6374792" y="1360307"/>
                </a:cubicBezTo>
                <a:cubicBezTo>
                  <a:pt x="6381583" y="1367098"/>
                  <a:pt x="6385110" y="1375578"/>
                  <a:pt x="6385373" y="1385746"/>
                </a:cubicBezTo>
                <a:cubicBezTo>
                  <a:pt x="6385110" y="1396027"/>
                  <a:pt x="6381583" y="1404539"/>
                  <a:pt x="6374792" y="1411282"/>
                </a:cubicBezTo>
                <a:cubicBezTo>
                  <a:pt x="6368001" y="1418025"/>
                  <a:pt x="6359521" y="1421520"/>
                  <a:pt x="6349353" y="1421767"/>
                </a:cubicBezTo>
                <a:cubicBezTo>
                  <a:pt x="6339061" y="1421520"/>
                  <a:pt x="6330506" y="1418025"/>
                  <a:pt x="6323688" y="1411282"/>
                </a:cubicBezTo>
                <a:cubicBezTo>
                  <a:pt x="6316870" y="1404539"/>
                  <a:pt x="6313332" y="1396027"/>
                  <a:pt x="6313075" y="1385746"/>
                </a:cubicBezTo>
                <a:cubicBezTo>
                  <a:pt x="6313332" y="1375578"/>
                  <a:pt x="6316870" y="1367098"/>
                  <a:pt x="6323688" y="1360307"/>
                </a:cubicBezTo>
                <a:cubicBezTo>
                  <a:pt x="6330506" y="1353515"/>
                  <a:pt x="6339061" y="1349988"/>
                  <a:pt x="6349353" y="1349726"/>
                </a:cubicBezTo>
                <a:close/>
                <a:moveTo>
                  <a:pt x="6044552" y="1349726"/>
                </a:moveTo>
                <a:cubicBezTo>
                  <a:pt x="6054721" y="1349988"/>
                  <a:pt x="6063201" y="1353515"/>
                  <a:pt x="6069992" y="1360307"/>
                </a:cubicBezTo>
                <a:cubicBezTo>
                  <a:pt x="6076783" y="1367098"/>
                  <a:pt x="6080310" y="1375578"/>
                  <a:pt x="6080573" y="1385746"/>
                </a:cubicBezTo>
                <a:cubicBezTo>
                  <a:pt x="6080310" y="1396027"/>
                  <a:pt x="6076783" y="1404539"/>
                  <a:pt x="6069992" y="1411282"/>
                </a:cubicBezTo>
                <a:cubicBezTo>
                  <a:pt x="6063201" y="1418025"/>
                  <a:pt x="6054721" y="1421520"/>
                  <a:pt x="6044552" y="1421767"/>
                </a:cubicBezTo>
                <a:cubicBezTo>
                  <a:pt x="6034261" y="1421520"/>
                  <a:pt x="6025706" y="1418025"/>
                  <a:pt x="6018888" y="1411282"/>
                </a:cubicBezTo>
                <a:cubicBezTo>
                  <a:pt x="6012070" y="1404539"/>
                  <a:pt x="6008532" y="1396027"/>
                  <a:pt x="6008275" y="1385746"/>
                </a:cubicBezTo>
                <a:cubicBezTo>
                  <a:pt x="6008532" y="1375578"/>
                  <a:pt x="6012070" y="1367098"/>
                  <a:pt x="6018888" y="1360307"/>
                </a:cubicBezTo>
                <a:cubicBezTo>
                  <a:pt x="6025706" y="1353515"/>
                  <a:pt x="6034261" y="1349988"/>
                  <a:pt x="6044552" y="1349726"/>
                </a:cubicBezTo>
                <a:close/>
                <a:moveTo>
                  <a:pt x="5825477" y="1349726"/>
                </a:moveTo>
                <a:cubicBezTo>
                  <a:pt x="5835645" y="1349988"/>
                  <a:pt x="5844125" y="1353515"/>
                  <a:pt x="5850917" y="1360307"/>
                </a:cubicBezTo>
                <a:cubicBezTo>
                  <a:pt x="5857708" y="1367098"/>
                  <a:pt x="5861235" y="1375578"/>
                  <a:pt x="5861498" y="1385746"/>
                </a:cubicBezTo>
                <a:cubicBezTo>
                  <a:pt x="5861235" y="1396027"/>
                  <a:pt x="5857708" y="1404539"/>
                  <a:pt x="5850917" y="1411282"/>
                </a:cubicBezTo>
                <a:cubicBezTo>
                  <a:pt x="5844125" y="1418025"/>
                  <a:pt x="5835645" y="1421520"/>
                  <a:pt x="5825477" y="1421767"/>
                </a:cubicBezTo>
                <a:cubicBezTo>
                  <a:pt x="5815186" y="1421520"/>
                  <a:pt x="5806631" y="1418025"/>
                  <a:pt x="5799812" y="1411282"/>
                </a:cubicBezTo>
                <a:cubicBezTo>
                  <a:pt x="5792995" y="1404539"/>
                  <a:pt x="5789457" y="1396027"/>
                  <a:pt x="5789200" y="1385746"/>
                </a:cubicBezTo>
                <a:cubicBezTo>
                  <a:pt x="5789457" y="1375578"/>
                  <a:pt x="5792995" y="1367098"/>
                  <a:pt x="5799812" y="1360307"/>
                </a:cubicBezTo>
                <a:cubicBezTo>
                  <a:pt x="5806631" y="1353515"/>
                  <a:pt x="5815186" y="1349988"/>
                  <a:pt x="5825477" y="1349726"/>
                </a:cubicBezTo>
                <a:close/>
                <a:moveTo>
                  <a:pt x="5681307" y="1349726"/>
                </a:moveTo>
                <a:cubicBezTo>
                  <a:pt x="5691475" y="1349988"/>
                  <a:pt x="5699955" y="1353515"/>
                  <a:pt x="5706746" y="1360307"/>
                </a:cubicBezTo>
                <a:cubicBezTo>
                  <a:pt x="5713538" y="1367098"/>
                  <a:pt x="5717065" y="1375578"/>
                  <a:pt x="5717327" y="1385746"/>
                </a:cubicBezTo>
                <a:cubicBezTo>
                  <a:pt x="5717065" y="1396027"/>
                  <a:pt x="5713538" y="1404539"/>
                  <a:pt x="5706746" y="1411282"/>
                </a:cubicBezTo>
                <a:cubicBezTo>
                  <a:pt x="5699955" y="1418025"/>
                  <a:pt x="5691475" y="1421520"/>
                  <a:pt x="5681307" y="1421767"/>
                </a:cubicBezTo>
                <a:cubicBezTo>
                  <a:pt x="5671015" y="1421520"/>
                  <a:pt x="5662461" y="1418025"/>
                  <a:pt x="5655643" y="1411282"/>
                </a:cubicBezTo>
                <a:cubicBezTo>
                  <a:pt x="5648824" y="1404539"/>
                  <a:pt x="5645286" y="1396027"/>
                  <a:pt x="5645029" y="1385746"/>
                </a:cubicBezTo>
                <a:cubicBezTo>
                  <a:pt x="5645286" y="1375578"/>
                  <a:pt x="5648824" y="1367098"/>
                  <a:pt x="5655643" y="1360307"/>
                </a:cubicBezTo>
                <a:cubicBezTo>
                  <a:pt x="5662461" y="1353515"/>
                  <a:pt x="5671015" y="1349988"/>
                  <a:pt x="5681307" y="1349726"/>
                </a:cubicBezTo>
                <a:close/>
                <a:moveTo>
                  <a:pt x="5528907" y="1349726"/>
                </a:moveTo>
                <a:cubicBezTo>
                  <a:pt x="5539075" y="1349988"/>
                  <a:pt x="5547555" y="1353515"/>
                  <a:pt x="5554346" y="1360307"/>
                </a:cubicBezTo>
                <a:cubicBezTo>
                  <a:pt x="5561138" y="1367098"/>
                  <a:pt x="5564665" y="1375578"/>
                  <a:pt x="5564927" y="1385746"/>
                </a:cubicBezTo>
                <a:cubicBezTo>
                  <a:pt x="5564665" y="1396027"/>
                  <a:pt x="5561138" y="1404539"/>
                  <a:pt x="5554346" y="1411282"/>
                </a:cubicBezTo>
                <a:cubicBezTo>
                  <a:pt x="5547555" y="1418025"/>
                  <a:pt x="5539075" y="1421520"/>
                  <a:pt x="5528907" y="1421767"/>
                </a:cubicBezTo>
                <a:cubicBezTo>
                  <a:pt x="5518615" y="1421520"/>
                  <a:pt x="5510060" y="1418025"/>
                  <a:pt x="5503243" y="1411282"/>
                </a:cubicBezTo>
                <a:cubicBezTo>
                  <a:pt x="5496424" y="1404539"/>
                  <a:pt x="5492886" y="1396027"/>
                  <a:pt x="5492629" y="1385746"/>
                </a:cubicBezTo>
                <a:cubicBezTo>
                  <a:pt x="5492886" y="1375578"/>
                  <a:pt x="5496424" y="1367098"/>
                  <a:pt x="5503243" y="1360307"/>
                </a:cubicBezTo>
                <a:cubicBezTo>
                  <a:pt x="5510060" y="1353515"/>
                  <a:pt x="5518615" y="1349988"/>
                  <a:pt x="5528907" y="1349726"/>
                </a:cubicBezTo>
                <a:close/>
                <a:moveTo>
                  <a:pt x="5120627" y="1349726"/>
                </a:moveTo>
                <a:cubicBezTo>
                  <a:pt x="5130795" y="1349988"/>
                  <a:pt x="5139275" y="1353515"/>
                  <a:pt x="5146067" y="1360307"/>
                </a:cubicBezTo>
                <a:cubicBezTo>
                  <a:pt x="5152858" y="1367098"/>
                  <a:pt x="5156385" y="1375578"/>
                  <a:pt x="5156648" y="1385746"/>
                </a:cubicBezTo>
                <a:cubicBezTo>
                  <a:pt x="5156385" y="1396027"/>
                  <a:pt x="5152858" y="1404539"/>
                  <a:pt x="5146067" y="1411282"/>
                </a:cubicBezTo>
                <a:cubicBezTo>
                  <a:pt x="5139275" y="1418025"/>
                  <a:pt x="5130795" y="1421520"/>
                  <a:pt x="5120627" y="1421767"/>
                </a:cubicBezTo>
                <a:cubicBezTo>
                  <a:pt x="5110336" y="1421520"/>
                  <a:pt x="5101781" y="1418025"/>
                  <a:pt x="5094963" y="1411282"/>
                </a:cubicBezTo>
                <a:cubicBezTo>
                  <a:pt x="5088145" y="1404539"/>
                  <a:pt x="5084607" y="1396027"/>
                  <a:pt x="5084349" y="1385746"/>
                </a:cubicBezTo>
                <a:cubicBezTo>
                  <a:pt x="5084607" y="1375578"/>
                  <a:pt x="5088145" y="1367098"/>
                  <a:pt x="5094963" y="1360307"/>
                </a:cubicBezTo>
                <a:cubicBezTo>
                  <a:pt x="5101781" y="1353515"/>
                  <a:pt x="5110336" y="1349988"/>
                  <a:pt x="5120627" y="1349726"/>
                </a:cubicBezTo>
                <a:close/>
                <a:moveTo>
                  <a:pt x="4491977" y="1349726"/>
                </a:moveTo>
                <a:cubicBezTo>
                  <a:pt x="4502145" y="1349988"/>
                  <a:pt x="4510625" y="1353515"/>
                  <a:pt x="4517417" y="1360307"/>
                </a:cubicBezTo>
                <a:cubicBezTo>
                  <a:pt x="4524208" y="1367098"/>
                  <a:pt x="4527735" y="1375578"/>
                  <a:pt x="4527998" y="1385746"/>
                </a:cubicBezTo>
                <a:cubicBezTo>
                  <a:pt x="4527735" y="1396027"/>
                  <a:pt x="4524208" y="1404539"/>
                  <a:pt x="4517417" y="1411282"/>
                </a:cubicBezTo>
                <a:cubicBezTo>
                  <a:pt x="4510625" y="1418025"/>
                  <a:pt x="4502145" y="1421520"/>
                  <a:pt x="4491977" y="1421767"/>
                </a:cubicBezTo>
                <a:cubicBezTo>
                  <a:pt x="4481686" y="1421520"/>
                  <a:pt x="4473131" y="1418025"/>
                  <a:pt x="4466313" y="1411282"/>
                </a:cubicBezTo>
                <a:cubicBezTo>
                  <a:pt x="4459495" y="1404539"/>
                  <a:pt x="4455957" y="1396027"/>
                  <a:pt x="4455699" y="1385746"/>
                </a:cubicBezTo>
                <a:cubicBezTo>
                  <a:pt x="4455957" y="1375578"/>
                  <a:pt x="4459495" y="1367098"/>
                  <a:pt x="4466313" y="1360307"/>
                </a:cubicBezTo>
                <a:cubicBezTo>
                  <a:pt x="4473131" y="1353515"/>
                  <a:pt x="4481686" y="1349988"/>
                  <a:pt x="4491977" y="1349726"/>
                </a:cubicBezTo>
                <a:close/>
                <a:moveTo>
                  <a:pt x="2995257" y="1349726"/>
                </a:moveTo>
                <a:cubicBezTo>
                  <a:pt x="3005426" y="1349988"/>
                  <a:pt x="3013905" y="1353515"/>
                  <a:pt x="3020697" y="1360307"/>
                </a:cubicBezTo>
                <a:cubicBezTo>
                  <a:pt x="3027488" y="1367098"/>
                  <a:pt x="3031015" y="1375578"/>
                  <a:pt x="3031278" y="1385746"/>
                </a:cubicBezTo>
                <a:cubicBezTo>
                  <a:pt x="3031015" y="1396027"/>
                  <a:pt x="3027488" y="1404539"/>
                  <a:pt x="3020697" y="1411282"/>
                </a:cubicBezTo>
                <a:cubicBezTo>
                  <a:pt x="3013905" y="1418025"/>
                  <a:pt x="3005426" y="1421520"/>
                  <a:pt x="2995257" y="1421767"/>
                </a:cubicBezTo>
                <a:cubicBezTo>
                  <a:pt x="2984966" y="1421520"/>
                  <a:pt x="2976411" y="1418025"/>
                  <a:pt x="2969593" y="1411282"/>
                </a:cubicBezTo>
                <a:cubicBezTo>
                  <a:pt x="2962775" y="1404539"/>
                  <a:pt x="2959237" y="1396027"/>
                  <a:pt x="2958980" y="1385746"/>
                </a:cubicBezTo>
                <a:cubicBezTo>
                  <a:pt x="2959237" y="1375578"/>
                  <a:pt x="2962775" y="1367098"/>
                  <a:pt x="2969593" y="1360307"/>
                </a:cubicBezTo>
                <a:cubicBezTo>
                  <a:pt x="2976411" y="1353515"/>
                  <a:pt x="2984966" y="1349988"/>
                  <a:pt x="2995257" y="1349726"/>
                </a:cubicBezTo>
                <a:close/>
                <a:moveTo>
                  <a:pt x="2682228" y="1349726"/>
                </a:moveTo>
                <a:cubicBezTo>
                  <a:pt x="2692396" y="1349988"/>
                  <a:pt x="2700876" y="1353515"/>
                  <a:pt x="2707667" y="1360307"/>
                </a:cubicBezTo>
                <a:cubicBezTo>
                  <a:pt x="2714458" y="1367098"/>
                  <a:pt x="2717986" y="1375578"/>
                  <a:pt x="2718248" y="1385746"/>
                </a:cubicBezTo>
                <a:cubicBezTo>
                  <a:pt x="2717986" y="1396027"/>
                  <a:pt x="2714458" y="1404539"/>
                  <a:pt x="2707667" y="1411282"/>
                </a:cubicBezTo>
                <a:cubicBezTo>
                  <a:pt x="2700876" y="1418025"/>
                  <a:pt x="2692396" y="1421520"/>
                  <a:pt x="2682228" y="1421767"/>
                </a:cubicBezTo>
                <a:cubicBezTo>
                  <a:pt x="2671936" y="1421520"/>
                  <a:pt x="2663381" y="1418025"/>
                  <a:pt x="2656563" y="1411282"/>
                </a:cubicBezTo>
                <a:cubicBezTo>
                  <a:pt x="2649745" y="1404539"/>
                  <a:pt x="2646207" y="1396027"/>
                  <a:pt x="2645950" y="1385746"/>
                </a:cubicBezTo>
                <a:cubicBezTo>
                  <a:pt x="2646207" y="1375578"/>
                  <a:pt x="2649745" y="1367098"/>
                  <a:pt x="2656563" y="1360307"/>
                </a:cubicBezTo>
                <a:cubicBezTo>
                  <a:pt x="2663381" y="1353515"/>
                  <a:pt x="2671936" y="1349988"/>
                  <a:pt x="2682228" y="1349726"/>
                </a:cubicBezTo>
                <a:close/>
                <a:moveTo>
                  <a:pt x="2472677" y="1349726"/>
                </a:moveTo>
                <a:cubicBezTo>
                  <a:pt x="2482846" y="1349988"/>
                  <a:pt x="2491326" y="1353515"/>
                  <a:pt x="2498117" y="1360307"/>
                </a:cubicBezTo>
                <a:cubicBezTo>
                  <a:pt x="2504909" y="1367098"/>
                  <a:pt x="2508435" y="1375578"/>
                  <a:pt x="2508698" y="1385746"/>
                </a:cubicBezTo>
                <a:cubicBezTo>
                  <a:pt x="2508435" y="1396027"/>
                  <a:pt x="2504908" y="1404539"/>
                  <a:pt x="2498117" y="1411282"/>
                </a:cubicBezTo>
                <a:cubicBezTo>
                  <a:pt x="2491326" y="1418025"/>
                  <a:pt x="2482846" y="1421520"/>
                  <a:pt x="2472677" y="1421767"/>
                </a:cubicBezTo>
                <a:cubicBezTo>
                  <a:pt x="2462386" y="1421520"/>
                  <a:pt x="2453831" y="1418025"/>
                  <a:pt x="2447013" y="1411282"/>
                </a:cubicBezTo>
                <a:cubicBezTo>
                  <a:pt x="2440195" y="1404539"/>
                  <a:pt x="2436657" y="1396027"/>
                  <a:pt x="2436400" y="1385746"/>
                </a:cubicBezTo>
                <a:cubicBezTo>
                  <a:pt x="2436657" y="1375578"/>
                  <a:pt x="2440195" y="1367098"/>
                  <a:pt x="2447013" y="1360307"/>
                </a:cubicBezTo>
                <a:cubicBezTo>
                  <a:pt x="2453831" y="1353515"/>
                  <a:pt x="2462386" y="1349988"/>
                  <a:pt x="2472677" y="1349726"/>
                </a:cubicBezTo>
                <a:close/>
                <a:moveTo>
                  <a:pt x="2320277" y="1349726"/>
                </a:moveTo>
                <a:cubicBezTo>
                  <a:pt x="2330446" y="1349988"/>
                  <a:pt x="2338926" y="1353515"/>
                  <a:pt x="2345717" y="1360307"/>
                </a:cubicBezTo>
                <a:cubicBezTo>
                  <a:pt x="2352508" y="1367098"/>
                  <a:pt x="2356035" y="1375578"/>
                  <a:pt x="2356298" y="1385746"/>
                </a:cubicBezTo>
                <a:cubicBezTo>
                  <a:pt x="2356035" y="1396027"/>
                  <a:pt x="2352508" y="1404539"/>
                  <a:pt x="2345717" y="1411282"/>
                </a:cubicBezTo>
                <a:cubicBezTo>
                  <a:pt x="2338926" y="1418025"/>
                  <a:pt x="2330446" y="1421520"/>
                  <a:pt x="2320277" y="1421767"/>
                </a:cubicBezTo>
                <a:cubicBezTo>
                  <a:pt x="2309986" y="1421520"/>
                  <a:pt x="2301431" y="1418025"/>
                  <a:pt x="2294613" y="1411282"/>
                </a:cubicBezTo>
                <a:cubicBezTo>
                  <a:pt x="2287795" y="1404539"/>
                  <a:pt x="2284257" y="1396027"/>
                  <a:pt x="2284000" y="1385746"/>
                </a:cubicBezTo>
                <a:cubicBezTo>
                  <a:pt x="2284257" y="1375578"/>
                  <a:pt x="2287795" y="1367098"/>
                  <a:pt x="2294613" y="1360307"/>
                </a:cubicBezTo>
                <a:cubicBezTo>
                  <a:pt x="2301431" y="1353515"/>
                  <a:pt x="2309986" y="1349988"/>
                  <a:pt x="2320277" y="1349726"/>
                </a:cubicBezTo>
                <a:close/>
                <a:moveTo>
                  <a:pt x="1939277" y="1349726"/>
                </a:moveTo>
                <a:cubicBezTo>
                  <a:pt x="1949446" y="1349988"/>
                  <a:pt x="1957925" y="1353515"/>
                  <a:pt x="1964717" y="1360307"/>
                </a:cubicBezTo>
                <a:cubicBezTo>
                  <a:pt x="1971508" y="1367098"/>
                  <a:pt x="1975035" y="1375578"/>
                  <a:pt x="1975298" y="1385746"/>
                </a:cubicBezTo>
                <a:cubicBezTo>
                  <a:pt x="1975035" y="1396027"/>
                  <a:pt x="1971508" y="1404539"/>
                  <a:pt x="1964717" y="1411282"/>
                </a:cubicBezTo>
                <a:cubicBezTo>
                  <a:pt x="1957925" y="1418025"/>
                  <a:pt x="1949446" y="1421520"/>
                  <a:pt x="1939277" y="1421767"/>
                </a:cubicBezTo>
                <a:cubicBezTo>
                  <a:pt x="1928986" y="1421520"/>
                  <a:pt x="1920431" y="1418025"/>
                  <a:pt x="1913613" y="1411282"/>
                </a:cubicBezTo>
                <a:cubicBezTo>
                  <a:pt x="1906795" y="1404539"/>
                  <a:pt x="1903257" y="1396027"/>
                  <a:pt x="1903000" y="1385746"/>
                </a:cubicBezTo>
                <a:cubicBezTo>
                  <a:pt x="1903257" y="1375578"/>
                  <a:pt x="1906795" y="1367098"/>
                  <a:pt x="1913613" y="1360307"/>
                </a:cubicBezTo>
                <a:cubicBezTo>
                  <a:pt x="1920431" y="1353515"/>
                  <a:pt x="1928986" y="1349988"/>
                  <a:pt x="1939277" y="1349726"/>
                </a:cubicBezTo>
                <a:close/>
                <a:moveTo>
                  <a:pt x="4146762" y="1347668"/>
                </a:moveTo>
                <a:cubicBezTo>
                  <a:pt x="4156479" y="1347749"/>
                  <a:pt x="4164364" y="1350227"/>
                  <a:pt x="4170416" y="1355103"/>
                </a:cubicBezTo>
                <a:cubicBezTo>
                  <a:pt x="4176469" y="1359979"/>
                  <a:pt x="4180240" y="1366770"/>
                  <a:pt x="4181729" y="1375475"/>
                </a:cubicBezTo>
                <a:lnTo>
                  <a:pt x="4114110" y="1375475"/>
                </a:lnTo>
                <a:cubicBezTo>
                  <a:pt x="4115888" y="1368121"/>
                  <a:pt x="4119467" y="1361717"/>
                  <a:pt x="4124844" y="1356261"/>
                </a:cubicBezTo>
                <a:cubicBezTo>
                  <a:pt x="4130222" y="1350806"/>
                  <a:pt x="4137528" y="1347942"/>
                  <a:pt x="4146762" y="1347668"/>
                </a:cubicBezTo>
                <a:close/>
                <a:moveTo>
                  <a:pt x="3918162" y="1347668"/>
                </a:moveTo>
                <a:cubicBezTo>
                  <a:pt x="3927879" y="1347749"/>
                  <a:pt x="3935764" y="1350227"/>
                  <a:pt x="3941816" y="1355103"/>
                </a:cubicBezTo>
                <a:cubicBezTo>
                  <a:pt x="3947869" y="1359979"/>
                  <a:pt x="3951639" y="1366770"/>
                  <a:pt x="3953129" y="1375475"/>
                </a:cubicBezTo>
                <a:lnTo>
                  <a:pt x="3885510" y="1375475"/>
                </a:lnTo>
                <a:cubicBezTo>
                  <a:pt x="3887288" y="1368121"/>
                  <a:pt x="3890866" y="1361717"/>
                  <a:pt x="3896244" y="1356261"/>
                </a:cubicBezTo>
                <a:cubicBezTo>
                  <a:pt x="3901622" y="1350806"/>
                  <a:pt x="3908928" y="1347942"/>
                  <a:pt x="3918162" y="1347668"/>
                </a:cubicBezTo>
                <a:close/>
                <a:moveTo>
                  <a:pt x="3594312" y="1347668"/>
                </a:moveTo>
                <a:cubicBezTo>
                  <a:pt x="3604029" y="1347749"/>
                  <a:pt x="3611913" y="1350227"/>
                  <a:pt x="3617966" y="1355103"/>
                </a:cubicBezTo>
                <a:cubicBezTo>
                  <a:pt x="3624019" y="1359979"/>
                  <a:pt x="3627789" y="1366770"/>
                  <a:pt x="3629279" y="1375475"/>
                </a:cubicBezTo>
                <a:lnTo>
                  <a:pt x="3561660" y="1375475"/>
                </a:lnTo>
                <a:cubicBezTo>
                  <a:pt x="3563438" y="1368121"/>
                  <a:pt x="3567017" y="1361717"/>
                  <a:pt x="3572394" y="1356261"/>
                </a:cubicBezTo>
                <a:cubicBezTo>
                  <a:pt x="3577772" y="1350806"/>
                  <a:pt x="3585078" y="1347942"/>
                  <a:pt x="3594312" y="1347668"/>
                </a:cubicBezTo>
                <a:close/>
                <a:moveTo>
                  <a:pt x="3137113" y="1347668"/>
                </a:moveTo>
                <a:cubicBezTo>
                  <a:pt x="3146829" y="1347749"/>
                  <a:pt x="3154714" y="1350227"/>
                  <a:pt x="3160766" y="1355103"/>
                </a:cubicBezTo>
                <a:cubicBezTo>
                  <a:pt x="3166819" y="1359979"/>
                  <a:pt x="3170590" y="1366770"/>
                  <a:pt x="3172079" y="1375475"/>
                </a:cubicBezTo>
                <a:lnTo>
                  <a:pt x="3104460" y="1375475"/>
                </a:lnTo>
                <a:cubicBezTo>
                  <a:pt x="3106238" y="1368121"/>
                  <a:pt x="3109817" y="1361717"/>
                  <a:pt x="3115194" y="1356261"/>
                </a:cubicBezTo>
                <a:cubicBezTo>
                  <a:pt x="3120572" y="1350806"/>
                  <a:pt x="3127878" y="1347942"/>
                  <a:pt x="3137113" y="1347668"/>
                </a:cubicBezTo>
                <a:close/>
                <a:moveTo>
                  <a:pt x="7137419" y="1327094"/>
                </a:moveTo>
                <a:lnTo>
                  <a:pt x="7137419" y="1444366"/>
                </a:lnTo>
                <a:lnTo>
                  <a:pt x="7162076" y="1444366"/>
                </a:lnTo>
                <a:lnTo>
                  <a:pt x="7162076" y="1327094"/>
                </a:lnTo>
                <a:close/>
                <a:moveTo>
                  <a:pt x="6842144" y="1327094"/>
                </a:moveTo>
                <a:lnTo>
                  <a:pt x="6842144" y="1444366"/>
                </a:lnTo>
                <a:lnTo>
                  <a:pt x="6866801" y="1444366"/>
                </a:lnTo>
                <a:lnTo>
                  <a:pt x="6866801" y="1327094"/>
                </a:lnTo>
                <a:close/>
                <a:moveTo>
                  <a:pt x="6146819" y="1327094"/>
                </a:moveTo>
                <a:lnTo>
                  <a:pt x="6146819" y="1444366"/>
                </a:lnTo>
                <a:lnTo>
                  <a:pt x="6171476" y="1444366"/>
                </a:lnTo>
                <a:lnTo>
                  <a:pt x="6171476" y="1327094"/>
                </a:lnTo>
                <a:close/>
                <a:moveTo>
                  <a:pt x="5408927" y="1327094"/>
                </a:moveTo>
                <a:lnTo>
                  <a:pt x="5408927" y="1375443"/>
                </a:lnTo>
                <a:cubicBezTo>
                  <a:pt x="5408900" y="1388976"/>
                  <a:pt x="5405866" y="1400012"/>
                  <a:pt x="5399825" y="1408550"/>
                </a:cubicBezTo>
                <a:cubicBezTo>
                  <a:pt x="5393784" y="1417089"/>
                  <a:pt x="5384897" y="1421494"/>
                  <a:pt x="5373163" y="1421767"/>
                </a:cubicBezTo>
                <a:cubicBezTo>
                  <a:pt x="5362898" y="1421595"/>
                  <a:pt x="5354868" y="1418145"/>
                  <a:pt x="5349074" y="1411416"/>
                </a:cubicBezTo>
                <a:cubicBezTo>
                  <a:pt x="5343279" y="1404686"/>
                  <a:pt x="5340331" y="1395706"/>
                  <a:pt x="5340229" y="1384476"/>
                </a:cubicBezTo>
                <a:lnTo>
                  <a:pt x="5340229" y="1327126"/>
                </a:lnTo>
                <a:lnTo>
                  <a:pt x="5315573" y="1327126"/>
                </a:lnTo>
                <a:lnTo>
                  <a:pt x="5315573" y="1386534"/>
                </a:lnTo>
                <a:cubicBezTo>
                  <a:pt x="5315486" y="1403769"/>
                  <a:pt x="5319576" y="1417961"/>
                  <a:pt x="5327842" y="1429112"/>
                </a:cubicBezTo>
                <a:cubicBezTo>
                  <a:pt x="5336109" y="1440263"/>
                  <a:pt x="5349072" y="1446034"/>
                  <a:pt x="5366731" y="1446423"/>
                </a:cubicBezTo>
                <a:cubicBezTo>
                  <a:pt x="5376143" y="1446327"/>
                  <a:pt x="5384398" y="1444144"/>
                  <a:pt x="5391496" y="1439874"/>
                </a:cubicBezTo>
                <a:cubicBezTo>
                  <a:pt x="5398592" y="1435604"/>
                  <a:pt x="5404403" y="1429825"/>
                  <a:pt x="5408927" y="1422537"/>
                </a:cubicBezTo>
                <a:lnTo>
                  <a:pt x="5408927" y="1444366"/>
                </a:lnTo>
                <a:lnTo>
                  <a:pt x="5433584" y="1444366"/>
                </a:lnTo>
                <a:lnTo>
                  <a:pt x="5433584" y="1327094"/>
                </a:lnTo>
                <a:close/>
                <a:moveTo>
                  <a:pt x="4770752" y="1327094"/>
                </a:moveTo>
                <a:lnTo>
                  <a:pt x="4770752" y="1375443"/>
                </a:lnTo>
                <a:cubicBezTo>
                  <a:pt x="4770725" y="1388976"/>
                  <a:pt x="4767691" y="1400012"/>
                  <a:pt x="4761650" y="1408550"/>
                </a:cubicBezTo>
                <a:cubicBezTo>
                  <a:pt x="4755609" y="1417089"/>
                  <a:pt x="4746722" y="1421494"/>
                  <a:pt x="4734988" y="1421767"/>
                </a:cubicBezTo>
                <a:cubicBezTo>
                  <a:pt x="4724723" y="1421595"/>
                  <a:pt x="4716693" y="1418145"/>
                  <a:pt x="4710899" y="1411416"/>
                </a:cubicBezTo>
                <a:cubicBezTo>
                  <a:pt x="4705104" y="1404686"/>
                  <a:pt x="4702156" y="1395706"/>
                  <a:pt x="4702054" y="1384476"/>
                </a:cubicBezTo>
                <a:lnTo>
                  <a:pt x="4702054" y="1327126"/>
                </a:lnTo>
                <a:lnTo>
                  <a:pt x="4677398" y="1327126"/>
                </a:lnTo>
                <a:lnTo>
                  <a:pt x="4677398" y="1386534"/>
                </a:lnTo>
                <a:cubicBezTo>
                  <a:pt x="4677311" y="1403769"/>
                  <a:pt x="4681401" y="1417961"/>
                  <a:pt x="4689667" y="1429112"/>
                </a:cubicBezTo>
                <a:cubicBezTo>
                  <a:pt x="4697934" y="1440263"/>
                  <a:pt x="4710897" y="1446034"/>
                  <a:pt x="4728556" y="1446423"/>
                </a:cubicBezTo>
                <a:cubicBezTo>
                  <a:pt x="4737968" y="1446327"/>
                  <a:pt x="4746223" y="1444144"/>
                  <a:pt x="4753321" y="1439874"/>
                </a:cubicBezTo>
                <a:cubicBezTo>
                  <a:pt x="4760417" y="1435604"/>
                  <a:pt x="4766228" y="1429825"/>
                  <a:pt x="4770752" y="1422537"/>
                </a:cubicBezTo>
                <a:lnTo>
                  <a:pt x="4770752" y="1444366"/>
                </a:lnTo>
                <a:lnTo>
                  <a:pt x="4795409" y="1444366"/>
                </a:lnTo>
                <a:lnTo>
                  <a:pt x="4795409" y="1327094"/>
                </a:lnTo>
                <a:close/>
                <a:moveTo>
                  <a:pt x="2784494" y="1327094"/>
                </a:moveTo>
                <a:lnTo>
                  <a:pt x="2784494" y="1444366"/>
                </a:lnTo>
                <a:lnTo>
                  <a:pt x="2809151" y="1444366"/>
                </a:lnTo>
                <a:lnTo>
                  <a:pt x="2809151" y="1327094"/>
                </a:lnTo>
                <a:close/>
                <a:moveTo>
                  <a:pt x="6515624" y="1325551"/>
                </a:moveTo>
                <a:cubicBezTo>
                  <a:pt x="6506435" y="1326628"/>
                  <a:pt x="6498259" y="1329618"/>
                  <a:pt x="6491096" y="1334520"/>
                </a:cubicBezTo>
                <a:cubicBezTo>
                  <a:pt x="6483932" y="1339423"/>
                  <a:pt x="6478135" y="1345948"/>
                  <a:pt x="6473704" y="1354098"/>
                </a:cubicBezTo>
                <a:lnTo>
                  <a:pt x="6473704" y="1327094"/>
                </a:lnTo>
                <a:lnTo>
                  <a:pt x="6449047" y="1327094"/>
                </a:lnTo>
                <a:lnTo>
                  <a:pt x="6449047" y="1444366"/>
                </a:lnTo>
                <a:lnTo>
                  <a:pt x="6473704" y="1444366"/>
                </a:lnTo>
                <a:lnTo>
                  <a:pt x="6473704" y="1398075"/>
                </a:lnTo>
                <a:cubicBezTo>
                  <a:pt x="6473683" y="1384262"/>
                  <a:pt x="6477133" y="1373568"/>
                  <a:pt x="6484055" y="1365992"/>
                </a:cubicBezTo>
                <a:cubicBezTo>
                  <a:pt x="6490978" y="1358416"/>
                  <a:pt x="6501501" y="1355051"/>
                  <a:pt x="6515624" y="1355898"/>
                </a:cubicBezTo>
                <a:close/>
                <a:moveTo>
                  <a:pt x="5286899" y="1325551"/>
                </a:moveTo>
                <a:cubicBezTo>
                  <a:pt x="5277710" y="1326628"/>
                  <a:pt x="5269534" y="1329618"/>
                  <a:pt x="5262371" y="1334520"/>
                </a:cubicBezTo>
                <a:cubicBezTo>
                  <a:pt x="5255207" y="1339423"/>
                  <a:pt x="5249410" y="1345948"/>
                  <a:pt x="5244979" y="1354098"/>
                </a:cubicBezTo>
                <a:lnTo>
                  <a:pt x="5244979" y="1327094"/>
                </a:lnTo>
                <a:lnTo>
                  <a:pt x="5220323" y="1327094"/>
                </a:lnTo>
                <a:lnTo>
                  <a:pt x="5220323" y="1444366"/>
                </a:lnTo>
                <a:lnTo>
                  <a:pt x="5244979" y="1444366"/>
                </a:lnTo>
                <a:lnTo>
                  <a:pt x="5244979" y="1398075"/>
                </a:lnTo>
                <a:cubicBezTo>
                  <a:pt x="5244958" y="1384262"/>
                  <a:pt x="5248408" y="1373568"/>
                  <a:pt x="5255330" y="1365992"/>
                </a:cubicBezTo>
                <a:cubicBezTo>
                  <a:pt x="5262253" y="1358416"/>
                  <a:pt x="5272775" y="1355051"/>
                  <a:pt x="5286899" y="1355898"/>
                </a:cubicBezTo>
                <a:close/>
                <a:moveTo>
                  <a:pt x="4067699" y="1325551"/>
                </a:moveTo>
                <a:cubicBezTo>
                  <a:pt x="4058510" y="1326628"/>
                  <a:pt x="4050334" y="1329618"/>
                  <a:pt x="4043171" y="1334520"/>
                </a:cubicBezTo>
                <a:cubicBezTo>
                  <a:pt x="4036007" y="1339423"/>
                  <a:pt x="4030210" y="1345948"/>
                  <a:pt x="4025780" y="1354098"/>
                </a:cubicBezTo>
                <a:lnTo>
                  <a:pt x="4025780" y="1327094"/>
                </a:lnTo>
                <a:lnTo>
                  <a:pt x="4001123" y="1327094"/>
                </a:lnTo>
                <a:lnTo>
                  <a:pt x="4001123" y="1444366"/>
                </a:lnTo>
                <a:lnTo>
                  <a:pt x="4025780" y="1444366"/>
                </a:lnTo>
                <a:lnTo>
                  <a:pt x="4025780" y="1398075"/>
                </a:lnTo>
                <a:cubicBezTo>
                  <a:pt x="4025758" y="1384262"/>
                  <a:pt x="4029209" y="1373568"/>
                  <a:pt x="4036131" y="1365992"/>
                </a:cubicBezTo>
                <a:cubicBezTo>
                  <a:pt x="4043053" y="1358416"/>
                  <a:pt x="4053575" y="1355051"/>
                  <a:pt x="4067699" y="1355898"/>
                </a:cubicBezTo>
                <a:close/>
                <a:moveTo>
                  <a:pt x="3286649" y="1325551"/>
                </a:moveTo>
                <a:cubicBezTo>
                  <a:pt x="3277460" y="1326628"/>
                  <a:pt x="3269284" y="1329618"/>
                  <a:pt x="3262121" y="1334520"/>
                </a:cubicBezTo>
                <a:cubicBezTo>
                  <a:pt x="3254957" y="1339423"/>
                  <a:pt x="3249161" y="1345948"/>
                  <a:pt x="3244730" y="1354098"/>
                </a:cubicBezTo>
                <a:lnTo>
                  <a:pt x="3244730" y="1327094"/>
                </a:lnTo>
                <a:lnTo>
                  <a:pt x="3220073" y="1327094"/>
                </a:lnTo>
                <a:lnTo>
                  <a:pt x="3220073" y="1444366"/>
                </a:lnTo>
                <a:lnTo>
                  <a:pt x="3244730" y="1444366"/>
                </a:lnTo>
                <a:lnTo>
                  <a:pt x="3244730" y="1398075"/>
                </a:lnTo>
                <a:cubicBezTo>
                  <a:pt x="3244708" y="1384262"/>
                  <a:pt x="3248158" y="1373568"/>
                  <a:pt x="3255081" y="1365992"/>
                </a:cubicBezTo>
                <a:cubicBezTo>
                  <a:pt x="3262003" y="1358416"/>
                  <a:pt x="3272526" y="1355051"/>
                  <a:pt x="3286649" y="1355898"/>
                </a:cubicBezTo>
                <a:close/>
                <a:moveTo>
                  <a:pt x="2105549" y="1325551"/>
                </a:moveTo>
                <a:cubicBezTo>
                  <a:pt x="2096360" y="1326628"/>
                  <a:pt x="2088184" y="1329618"/>
                  <a:pt x="2081021" y="1334520"/>
                </a:cubicBezTo>
                <a:cubicBezTo>
                  <a:pt x="2073857" y="1339423"/>
                  <a:pt x="2068060" y="1345948"/>
                  <a:pt x="2063629" y="1354098"/>
                </a:cubicBezTo>
                <a:lnTo>
                  <a:pt x="2063629" y="1327094"/>
                </a:lnTo>
                <a:lnTo>
                  <a:pt x="2038973" y="1327094"/>
                </a:lnTo>
                <a:lnTo>
                  <a:pt x="2038973" y="1444366"/>
                </a:lnTo>
                <a:lnTo>
                  <a:pt x="2063629" y="1444366"/>
                </a:lnTo>
                <a:lnTo>
                  <a:pt x="2063629" y="1398075"/>
                </a:lnTo>
                <a:cubicBezTo>
                  <a:pt x="2063608" y="1384262"/>
                  <a:pt x="2067058" y="1373568"/>
                  <a:pt x="2073981" y="1365992"/>
                </a:cubicBezTo>
                <a:cubicBezTo>
                  <a:pt x="2080903" y="1358416"/>
                  <a:pt x="2091426" y="1355051"/>
                  <a:pt x="2105549" y="1355898"/>
                </a:cubicBezTo>
                <a:close/>
                <a:moveTo>
                  <a:pt x="6754026" y="1325069"/>
                </a:moveTo>
                <a:cubicBezTo>
                  <a:pt x="6744613" y="1325165"/>
                  <a:pt x="6736358" y="1327348"/>
                  <a:pt x="6729261" y="1331618"/>
                </a:cubicBezTo>
                <a:cubicBezTo>
                  <a:pt x="6722164" y="1335888"/>
                  <a:pt x="6716353" y="1341667"/>
                  <a:pt x="6711829" y="1348955"/>
                </a:cubicBezTo>
                <a:lnTo>
                  <a:pt x="6711829" y="1327124"/>
                </a:lnTo>
                <a:lnTo>
                  <a:pt x="6687172" y="1327124"/>
                </a:lnTo>
                <a:lnTo>
                  <a:pt x="6687172" y="1444366"/>
                </a:lnTo>
                <a:lnTo>
                  <a:pt x="6711829" y="1444366"/>
                </a:lnTo>
                <a:lnTo>
                  <a:pt x="6711829" y="1396017"/>
                </a:lnTo>
                <a:cubicBezTo>
                  <a:pt x="6711856" y="1382499"/>
                  <a:pt x="6714890" y="1371473"/>
                  <a:pt x="6720931" y="1362938"/>
                </a:cubicBezTo>
                <a:cubicBezTo>
                  <a:pt x="6726972" y="1354403"/>
                  <a:pt x="6735860" y="1349999"/>
                  <a:pt x="6747593" y="1349726"/>
                </a:cubicBezTo>
                <a:cubicBezTo>
                  <a:pt x="6757869" y="1349892"/>
                  <a:pt x="6765942" y="1353353"/>
                  <a:pt x="6771811" y="1360109"/>
                </a:cubicBezTo>
                <a:cubicBezTo>
                  <a:pt x="6777680" y="1366865"/>
                  <a:pt x="6780672" y="1375920"/>
                  <a:pt x="6780784" y="1387273"/>
                </a:cubicBezTo>
                <a:lnTo>
                  <a:pt x="6780784" y="1444366"/>
                </a:lnTo>
                <a:lnTo>
                  <a:pt x="6805440" y="1444366"/>
                </a:lnTo>
                <a:lnTo>
                  <a:pt x="6805440" y="1385216"/>
                </a:lnTo>
                <a:cubicBezTo>
                  <a:pt x="6805532" y="1367858"/>
                  <a:pt x="6801432" y="1353590"/>
                  <a:pt x="6793139" y="1342412"/>
                </a:cubicBezTo>
                <a:cubicBezTo>
                  <a:pt x="6784845" y="1331235"/>
                  <a:pt x="6771808" y="1325453"/>
                  <a:pt x="6754026" y="1325069"/>
                </a:cubicBezTo>
                <a:close/>
                <a:moveTo>
                  <a:pt x="6597003" y="1325069"/>
                </a:moveTo>
                <a:cubicBezTo>
                  <a:pt x="6585371" y="1325199"/>
                  <a:pt x="6574820" y="1327965"/>
                  <a:pt x="6565348" y="1333367"/>
                </a:cubicBezTo>
                <a:cubicBezTo>
                  <a:pt x="6555877" y="1338770"/>
                  <a:pt x="6548321" y="1346031"/>
                  <a:pt x="6542680" y="1355150"/>
                </a:cubicBezTo>
                <a:cubicBezTo>
                  <a:pt x="6537039" y="1364269"/>
                  <a:pt x="6534150" y="1374467"/>
                  <a:pt x="6534011" y="1385746"/>
                </a:cubicBezTo>
                <a:cubicBezTo>
                  <a:pt x="6534150" y="1397106"/>
                  <a:pt x="6537039" y="1407343"/>
                  <a:pt x="6542680" y="1416457"/>
                </a:cubicBezTo>
                <a:cubicBezTo>
                  <a:pt x="6548321" y="1425572"/>
                  <a:pt x="6555877" y="1432813"/>
                  <a:pt x="6565348" y="1438182"/>
                </a:cubicBezTo>
                <a:cubicBezTo>
                  <a:pt x="6574820" y="1443551"/>
                  <a:pt x="6585371" y="1446299"/>
                  <a:pt x="6597003" y="1446423"/>
                </a:cubicBezTo>
                <a:cubicBezTo>
                  <a:pt x="6608631" y="1446299"/>
                  <a:pt x="6619160" y="1443551"/>
                  <a:pt x="6628590" y="1438182"/>
                </a:cubicBezTo>
                <a:cubicBezTo>
                  <a:pt x="6638020" y="1432813"/>
                  <a:pt x="6645535" y="1425572"/>
                  <a:pt x="6651134" y="1416457"/>
                </a:cubicBezTo>
                <a:cubicBezTo>
                  <a:pt x="6656733" y="1407343"/>
                  <a:pt x="6659601" y="1397106"/>
                  <a:pt x="6659737" y="1385746"/>
                </a:cubicBezTo>
                <a:cubicBezTo>
                  <a:pt x="6659601" y="1374467"/>
                  <a:pt x="6656733" y="1364269"/>
                  <a:pt x="6651134" y="1355150"/>
                </a:cubicBezTo>
                <a:cubicBezTo>
                  <a:pt x="6645535" y="1346031"/>
                  <a:pt x="6638020" y="1338770"/>
                  <a:pt x="6628590" y="1333367"/>
                </a:cubicBezTo>
                <a:cubicBezTo>
                  <a:pt x="6619160" y="1327965"/>
                  <a:pt x="6608631" y="1325199"/>
                  <a:pt x="6597003" y="1325069"/>
                </a:cubicBezTo>
                <a:close/>
                <a:moveTo>
                  <a:pt x="5825477" y="1325069"/>
                </a:moveTo>
                <a:cubicBezTo>
                  <a:pt x="5813846" y="1325199"/>
                  <a:pt x="5803295" y="1327965"/>
                  <a:pt x="5793823" y="1333367"/>
                </a:cubicBezTo>
                <a:cubicBezTo>
                  <a:pt x="5784352" y="1338770"/>
                  <a:pt x="5776796" y="1346031"/>
                  <a:pt x="5771155" y="1355150"/>
                </a:cubicBezTo>
                <a:cubicBezTo>
                  <a:pt x="5765515" y="1364269"/>
                  <a:pt x="5762625" y="1374467"/>
                  <a:pt x="5762486" y="1385746"/>
                </a:cubicBezTo>
                <a:cubicBezTo>
                  <a:pt x="5762625" y="1397106"/>
                  <a:pt x="5765515" y="1407343"/>
                  <a:pt x="5771155" y="1416457"/>
                </a:cubicBezTo>
                <a:cubicBezTo>
                  <a:pt x="5776796" y="1425572"/>
                  <a:pt x="5784352" y="1432813"/>
                  <a:pt x="5793823" y="1438182"/>
                </a:cubicBezTo>
                <a:cubicBezTo>
                  <a:pt x="5803295" y="1443551"/>
                  <a:pt x="5813846" y="1446299"/>
                  <a:pt x="5825477" y="1446423"/>
                </a:cubicBezTo>
                <a:cubicBezTo>
                  <a:pt x="5837106" y="1446299"/>
                  <a:pt x="5847635" y="1443551"/>
                  <a:pt x="5857065" y="1438182"/>
                </a:cubicBezTo>
                <a:cubicBezTo>
                  <a:pt x="5866495" y="1432813"/>
                  <a:pt x="5874010" y="1425572"/>
                  <a:pt x="5879609" y="1416457"/>
                </a:cubicBezTo>
                <a:cubicBezTo>
                  <a:pt x="5885208" y="1407343"/>
                  <a:pt x="5888076" y="1397106"/>
                  <a:pt x="5888212" y="1385746"/>
                </a:cubicBezTo>
                <a:cubicBezTo>
                  <a:pt x="5888076" y="1374467"/>
                  <a:pt x="5885208" y="1364269"/>
                  <a:pt x="5879609" y="1355150"/>
                </a:cubicBezTo>
                <a:cubicBezTo>
                  <a:pt x="5874010" y="1346031"/>
                  <a:pt x="5866495" y="1338770"/>
                  <a:pt x="5857065" y="1333367"/>
                </a:cubicBezTo>
                <a:cubicBezTo>
                  <a:pt x="5847635" y="1327965"/>
                  <a:pt x="5837106" y="1325199"/>
                  <a:pt x="5825477" y="1325069"/>
                </a:cubicBezTo>
                <a:close/>
                <a:moveTo>
                  <a:pt x="5685424" y="1325069"/>
                </a:moveTo>
                <a:cubicBezTo>
                  <a:pt x="5677164" y="1325165"/>
                  <a:pt x="5669627" y="1326963"/>
                  <a:pt x="5662814" y="1330463"/>
                </a:cubicBezTo>
                <a:cubicBezTo>
                  <a:pt x="5656001" y="1333962"/>
                  <a:pt x="5650073" y="1338585"/>
                  <a:pt x="5645029" y="1344332"/>
                </a:cubicBezTo>
                <a:lnTo>
                  <a:pt x="5645029" y="1327124"/>
                </a:lnTo>
                <a:lnTo>
                  <a:pt x="5620373" y="1327124"/>
                </a:lnTo>
                <a:lnTo>
                  <a:pt x="5620373" y="1537978"/>
                </a:lnTo>
                <a:lnTo>
                  <a:pt x="5645029" y="1537978"/>
                </a:lnTo>
                <a:lnTo>
                  <a:pt x="5645029" y="1427417"/>
                </a:lnTo>
                <a:cubicBezTo>
                  <a:pt x="5650073" y="1433153"/>
                  <a:pt x="5656001" y="1437734"/>
                  <a:pt x="5662814" y="1441158"/>
                </a:cubicBezTo>
                <a:cubicBezTo>
                  <a:pt x="5669627" y="1444583"/>
                  <a:pt x="5677164" y="1446338"/>
                  <a:pt x="5685424" y="1446423"/>
                </a:cubicBezTo>
                <a:cubicBezTo>
                  <a:pt x="5702498" y="1446002"/>
                  <a:pt x="5716448" y="1440102"/>
                  <a:pt x="5727274" y="1428724"/>
                </a:cubicBezTo>
                <a:cubicBezTo>
                  <a:pt x="5738100" y="1417346"/>
                  <a:pt x="5743689" y="1403020"/>
                  <a:pt x="5744041" y="1385746"/>
                </a:cubicBezTo>
                <a:cubicBezTo>
                  <a:pt x="5743937" y="1374467"/>
                  <a:pt x="5741349" y="1364269"/>
                  <a:pt x="5736277" y="1355150"/>
                </a:cubicBezTo>
                <a:cubicBezTo>
                  <a:pt x="5731204" y="1346031"/>
                  <a:pt x="5724274" y="1338770"/>
                  <a:pt x="5715485" y="1333367"/>
                </a:cubicBezTo>
                <a:cubicBezTo>
                  <a:pt x="5706697" y="1327965"/>
                  <a:pt x="5696676" y="1325199"/>
                  <a:pt x="5685424" y="1325069"/>
                </a:cubicBezTo>
                <a:close/>
                <a:moveTo>
                  <a:pt x="5533024" y="1325069"/>
                </a:moveTo>
                <a:cubicBezTo>
                  <a:pt x="5524764" y="1325165"/>
                  <a:pt x="5517227" y="1326963"/>
                  <a:pt x="5510414" y="1330463"/>
                </a:cubicBezTo>
                <a:cubicBezTo>
                  <a:pt x="5503601" y="1333962"/>
                  <a:pt x="5497673" y="1338585"/>
                  <a:pt x="5492629" y="1344332"/>
                </a:cubicBezTo>
                <a:lnTo>
                  <a:pt x="5492629" y="1327124"/>
                </a:lnTo>
                <a:lnTo>
                  <a:pt x="5467973" y="1327124"/>
                </a:lnTo>
                <a:lnTo>
                  <a:pt x="5467973" y="1537978"/>
                </a:lnTo>
                <a:lnTo>
                  <a:pt x="5492629" y="1537978"/>
                </a:lnTo>
                <a:lnTo>
                  <a:pt x="5492629" y="1427417"/>
                </a:lnTo>
                <a:cubicBezTo>
                  <a:pt x="5497673" y="1433153"/>
                  <a:pt x="5503601" y="1437734"/>
                  <a:pt x="5510414" y="1441158"/>
                </a:cubicBezTo>
                <a:cubicBezTo>
                  <a:pt x="5517227" y="1444583"/>
                  <a:pt x="5524764" y="1446338"/>
                  <a:pt x="5533024" y="1446423"/>
                </a:cubicBezTo>
                <a:cubicBezTo>
                  <a:pt x="5550098" y="1446002"/>
                  <a:pt x="5564048" y="1440102"/>
                  <a:pt x="5574874" y="1428724"/>
                </a:cubicBezTo>
                <a:cubicBezTo>
                  <a:pt x="5585700" y="1417346"/>
                  <a:pt x="5591289" y="1403020"/>
                  <a:pt x="5591641" y="1385746"/>
                </a:cubicBezTo>
                <a:cubicBezTo>
                  <a:pt x="5591537" y="1374467"/>
                  <a:pt x="5588949" y="1364269"/>
                  <a:pt x="5583877" y="1355150"/>
                </a:cubicBezTo>
                <a:cubicBezTo>
                  <a:pt x="5578804" y="1346031"/>
                  <a:pt x="5571874" y="1338770"/>
                  <a:pt x="5563085" y="1333367"/>
                </a:cubicBezTo>
                <a:cubicBezTo>
                  <a:pt x="5554297" y="1327965"/>
                  <a:pt x="5544276" y="1325199"/>
                  <a:pt x="5533024" y="1325069"/>
                </a:cubicBezTo>
                <a:close/>
                <a:moveTo>
                  <a:pt x="5116511" y="1325069"/>
                </a:moveTo>
                <a:cubicBezTo>
                  <a:pt x="5105174" y="1325199"/>
                  <a:pt x="5095093" y="1327965"/>
                  <a:pt x="5086268" y="1333367"/>
                </a:cubicBezTo>
                <a:cubicBezTo>
                  <a:pt x="5077443" y="1338770"/>
                  <a:pt x="5070490" y="1346031"/>
                  <a:pt x="5065410" y="1355150"/>
                </a:cubicBezTo>
                <a:cubicBezTo>
                  <a:pt x="5060330" y="1364269"/>
                  <a:pt x="5057738" y="1374467"/>
                  <a:pt x="5057635" y="1385746"/>
                </a:cubicBezTo>
                <a:cubicBezTo>
                  <a:pt x="5057982" y="1403020"/>
                  <a:pt x="5063582" y="1417346"/>
                  <a:pt x="5074435" y="1428724"/>
                </a:cubicBezTo>
                <a:cubicBezTo>
                  <a:pt x="5085287" y="1440102"/>
                  <a:pt x="5099313" y="1446002"/>
                  <a:pt x="5116511" y="1446423"/>
                </a:cubicBezTo>
                <a:cubicBezTo>
                  <a:pt x="5124664" y="1446338"/>
                  <a:pt x="5132157" y="1444583"/>
                  <a:pt x="5138991" y="1441158"/>
                </a:cubicBezTo>
                <a:cubicBezTo>
                  <a:pt x="5145826" y="1437734"/>
                  <a:pt x="5151711" y="1433153"/>
                  <a:pt x="5156648" y="1427417"/>
                </a:cubicBezTo>
                <a:lnTo>
                  <a:pt x="5156648" y="1439232"/>
                </a:lnTo>
                <a:cubicBezTo>
                  <a:pt x="5156659" y="1445018"/>
                  <a:pt x="5155293" y="1450624"/>
                  <a:pt x="5152550" y="1456050"/>
                </a:cubicBezTo>
                <a:cubicBezTo>
                  <a:pt x="5149808" y="1461477"/>
                  <a:pt x="5145621" y="1465960"/>
                  <a:pt x="5139991" y="1469501"/>
                </a:cubicBezTo>
                <a:cubicBezTo>
                  <a:pt x="5134360" y="1473041"/>
                  <a:pt x="5127220" y="1474875"/>
                  <a:pt x="5118569" y="1475002"/>
                </a:cubicBezTo>
                <a:cubicBezTo>
                  <a:pt x="5108036" y="1474712"/>
                  <a:pt x="5099707" y="1472910"/>
                  <a:pt x="5093580" y="1469595"/>
                </a:cubicBezTo>
                <a:cubicBezTo>
                  <a:pt x="5087454" y="1466280"/>
                  <a:pt x="5083435" y="1463191"/>
                  <a:pt x="5081524" y="1460327"/>
                </a:cubicBezTo>
                <a:lnTo>
                  <a:pt x="5061489" y="1473972"/>
                </a:lnTo>
                <a:cubicBezTo>
                  <a:pt x="5065581" y="1480448"/>
                  <a:pt x="5072359" y="1486313"/>
                  <a:pt x="5081823" y="1491568"/>
                </a:cubicBezTo>
                <a:cubicBezTo>
                  <a:pt x="5091285" y="1496823"/>
                  <a:pt x="5103534" y="1499606"/>
                  <a:pt x="5118569" y="1499916"/>
                </a:cubicBezTo>
                <a:cubicBezTo>
                  <a:pt x="5136717" y="1499703"/>
                  <a:pt x="5151611" y="1494221"/>
                  <a:pt x="5163252" y="1483469"/>
                </a:cubicBezTo>
                <a:cubicBezTo>
                  <a:pt x="5174892" y="1472717"/>
                  <a:pt x="5180910" y="1457972"/>
                  <a:pt x="5181305" y="1439232"/>
                </a:cubicBezTo>
                <a:lnTo>
                  <a:pt x="5181305" y="1327124"/>
                </a:lnTo>
                <a:lnTo>
                  <a:pt x="5156648" y="1327124"/>
                </a:lnTo>
                <a:lnTo>
                  <a:pt x="5156648" y="1344332"/>
                </a:lnTo>
                <a:cubicBezTo>
                  <a:pt x="5151711" y="1338585"/>
                  <a:pt x="5145826" y="1333962"/>
                  <a:pt x="5138991" y="1330463"/>
                </a:cubicBezTo>
                <a:cubicBezTo>
                  <a:pt x="5132157" y="1326963"/>
                  <a:pt x="5124664" y="1325165"/>
                  <a:pt x="5116511" y="1325069"/>
                </a:cubicBezTo>
                <a:close/>
                <a:moveTo>
                  <a:pt x="4896651" y="1325069"/>
                </a:moveTo>
                <a:cubicBezTo>
                  <a:pt x="4887238" y="1325165"/>
                  <a:pt x="4878983" y="1327348"/>
                  <a:pt x="4871886" y="1331618"/>
                </a:cubicBezTo>
                <a:cubicBezTo>
                  <a:pt x="4864789" y="1335888"/>
                  <a:pt x="4858978" y="1341667"/>
                  <a:pt x="4854454" y="1348955"/>
                </a:cubicBezTo>
                <a:lnTo>
                  <a:pt x="4854454" y="1327124"/>
                </a:lnTo>
                <a:lnTo>
                  <a:pt x="4829798" y="1327124"/>
                </a:lnTo>
                <a:lnTo>
                  <a:pt x="4829798" y="1444366"/>
                </a:lnTo>
                <a:lnTo>
                  <a:pt x="4854454" y="1444366"/>
                </a:lnTo>
                <a:lnTo>
                  <a:pt x="4854454" y="1396017"/>
                </a:lnTo>
                <a:cubicBezTo>
                  <a:pt x="4854481" y="1382499"/>
                  <a:pt x="4857515" y="1371473"/>
                  <a:pt x="4863556" y="1362938"/>
                </a:cubicBezTo>
                <a:cubicBezTo>
                  <a:pt x="4869597" y="1354403"/>
                  <a:pt x="4878485" y="1349999"/>
                  <a:pt x="4890218" y="1349726"/>
                </a:cubicBezTo>
                <a:cubicBezTo>
                  <a:pt x="4900494" y="1349892"/>
                  <a:pt x="4908567" y="1353353"/>
                  <a:pt x="4914436" y="1360109"/>
                </a:cubicBezTo>
                <a:cubicBezTo>
                  <a:pt x="4920306" y="1366865"/>
                  <a:pt x="4923297" y="1375920"/>
                  <a:pt x="4923409" y="1387273"/>
                </a:cubicBezTo>
                <a:lnTo>
                  <a:pt x="4923409" y="1444366"/>
                </a:lnTo>
                <a:lnTo>
                  <a:pt x="4948066" y="1444366"/>
                </a:lnTo>
                <a:lnTo>
                  <a:pt x="4948066" y="1385216"/>
                </a:lnTo>
                <a:cubicBezTo>
                  <a:pt x="4948158" y="1367858"/>
                  <a:pt x="4944057" y="1353590"/>
                  <a:pt x="4935764" y="1342412"/>
                </a:cubicBezTo>
                <a:cubicBezTo>
                  <a:pt x="4927470" y="1331235"/>
                  <a:pt x="4914433" y="1325453"/>
                  <a:pt x="4896651" y="1325069"/>
                </a:cubicBezTo>
                <a:close/>
                <a:moveTo>
                  <a:pt x="4351170" y="1325069"/>
                </a:moveTo>
                <a:cubicBezTo>
                  <a:pt x="4341263" y="1325294"/>
                  <a:pt x="4332068" y="1327284"/>
                  <a:pt x="4323583" y="1331041"/>
                </a:cubicBezTo>
                <a:cubicBezTo>
                  <a:pt x="4315099" y="1334797"/>
                  <a:pt x="4308096" y="1338970"/>
                  <a:pt x="4302574" y="1343562"/>
                </a:cubicBezTo>
                <a:lnTo>
                  <a:pt x="4314388" y="1363374"/>
                </a:lnTo>
                <a:cubicBezTo>
                  <a:pt x="4317295" y="1360890"/>
                  <a:pt x="4321954" y="1358068"/>
                  <a:pt x="4328369" y="1354908"/>
                </a:cubicBezTo>
                <a:cubicBezTo>
                  <a:pt x="4334783" y="1351748"/>
                  <a:pt x="4341697" y="1350021"/>
                  <a:pt x="4349111" y="1349726"/>
                </a:cubicBezTo>
                <a:cubicBezTo>
                  <a:pt x="4358939" y="1349779"/>
                  <a:pt x="4365726" y="1351861"/>
                  <a:pt x="4369473" y="1355971"/>
                </a:cubicBezTo>
                <a:cubicBezTo>
                  <a:pt x="4373220" y="1360080"/>
                  <a:pt x="4375183" y="1365896"/>
                  <a:pt x="4375360" y="1373418"/>
                </a:cubicBezTo>
                <a:lnTo>
                  <a:pt x="4356832" y="1373418"/>
                </a:lnTo>
                <a:cubicBezTo>
                  <a:pt x="4348573" y="1373286"/>
                  <a:pt x="4339962" y="1374149"/>
                  <a:pt x="4330996" y="1376006"/>
                </a:cubicBezTo>
                <a:cubicBezTo>
                  <a:pt x="4322031" y="1377864"/>
                  <a:pt x="4314394" y="1381507"/>
                  <a:pt x="4308088" y="1386935"/>
                </a:cubicBezTo>
                <a:cubicBezTo>
                  <a:pt x="4301781" y="1392364"/>
                  <a:pt x="4298488" y="1400369"/>
                  <a:pt x="4298207" y="1410950"/>
                </a:cubicBezTo>
                <a:cubicBezTo>
                  <a:pt x="4298501" y="1421769"/>
                  <a:pt x="4302665" y="1430350"/>
                  <a:pt x="4310700" y="1436693"/>
                </a:cubicBezTo>
                <a:cubicBezTo>
                  <a:pt x="4318736" y="1443036"/>
                  <a:pt x="4328880" y="1446280"/>
                  <a:pt x="4341134" y="1446423"/>
                </a:cubicBezTo>
                <a:cubicBezTo>
                  <a:pt x="4349090" y="1446338"/>
                  <a:pt x="4355888" y="1444968"/>
                  <a:pt x="4361528" y="1442315"/>
                </a:cubicBezTo>
                <a:cubicBezTo>
                  <a:pt x="4367168" y="1439662"/>
                  <a:pt x="4371778" y="1436238"/>
                  <a:pt x="4375360" y="1432044"/>
                </a:cubicBezTo>
                <a:lnTo>
                  <a:pt x="4375360" y="1444366"/>
                </a:lnTo>
                <a:lnTo>
                  <a:pt x="4400016" y="1444366"/>
                </a:lnTo>
                <a:lnTo>
                  <a:pt x="4400016" y="1377013"/>
                </a:lnTo>
                <a:cubicBezTo>
                  <a:pt x="4400071" y="1360101"/>
                  <a:pt x="4396109" y="1347230"/>
                  <a:pt x="4388132" y="1338400"/>
                </a:cubicBezTo>
                <a:cubicBezTo>
                  <a:pt x="4380154" y="1329570"/>
                  <a:pt x="4367834" y="1325127"/>
                  <a:pt x="4351170" y="1325069"/>
                </a:cubicBezTo>
                <a:close/>
                <a:moveTo>
                  <a:pt x="4146762" y="1325069"/>
                </a:moveTo>
                <a:cubicBezTo>
                  <a:pt x="4134924" y="1325199"/>
                  <a:pt x="4124462" y="1327965"/>
                  <a:pt x="4115377" y="1333368"/>
                </a:cubicBezTo>
                <a:cubicBezTo>
                  <a:pt x="4106291" y="1338771"/>
                  <a:pt x="4099161" y="1346032"/>
                  <a:pt x="4093989" y="1355151"/>
                </a:cubicBezTo>
                <a:cubicBezTo>
                  <a:pt x="4088817" y="1364270"/>
                  <a:pt x="4086182" y="1374468"/>
                  <a:pt x="4086086" y="1385745"/>
                </a:cubicBezTo>
                <a:cubicBezTo>
                  <a:pt x="4086348" y="1403019"/>
                  <a:pt x="4092444" y="1417345"/>
                  <a:pt x="4104372" y="1428723"/>
                </a:cubicBezTo>
                <a:cubicBezTo>
                  <a:pt x="4116301" y="1440102"/>
                  <a:pt x="4132488" y="1446002"/>
                  <a:pt x="4152933" y="1446423"/>
                </a:cubicBezTo>
                <a:cubicBezTo>
                  <a:pt x="4165055" y="1446268"/>
                  <a:pt x="4175520" y="1443625"/>
                  <a:pt x="4184332" y="1438493"/>
                </a:cubicBezTo>
                <a:cubicBezTo>
                  <a:pt x="4193143" y="1433360"/>
                  <a:pt x="4200074" y="1426669"/>
                  <a:pt x="4205125" y="1418420"/>
                </a:cubicBezTo>
                <a:lnTo>
                  <a:pt x="4184557" y="1405803"/>
                </a:lnTo>
                <a:cubicBezTo>
                  <a:pt x="4182564" y="1409284"/>
                  <a:pt x="4179029" y="1412750"/>
                  <a:pt x="4173951" y="1416199"/>
                </a:cubicBezTo>
                <a:cubicBezTo>
                  <a:pt x="4168873" y="1419648"/>
                  <a:pt x="4161868" y="1421504"/>
                  <a:pt x="4152933" y="1421767"/>
                </a:cubicBezTo>
                <a:cubicBezTo>
                  <a:pt x="4141995" y="1421584"/>
                  <a:pt x="4133275" y="1418988"/>
                  <a:pt x="4126772" y="1413978"/>
                </a:cubicBezTo>
                <a:cubicBezTo>
                  <a:pt x="4120270" y="1408968"/>
                  <a:pt x="4116049" y="1402638"/>
                  <a:pt x="4114110" y="1394988"/>
                </a:cubicBezTo>
                <a:lnTo>
                  <a:pt x="4205896" y="1394988"/>
                </a:lnTo>
                <a:cubicBezTo>
                  <a:pt x="4207362" y="1380525"/>
                  <a:pt x="4205604" y="1368083"/>
                  <a:pt x="4200622" y="1357661"/>
                </a:cubicBezTo>
                <a:cubicBezTo>
                  <a:pt x="4195640" y="1347239"/>
                  <a:pt x="4188416" y="1339218"/>
                  <a:pt x="4178949" y="1333596"/>
                </a:cubicBezTo>
                <a:cubicBezTo>
                  <a:pt x="4169481" y="1327975"/>
                  <a:pt x="4158753" y="1325132"/>
                  <a:pt x="4146762" y="1325069"/>
                </a:cubicBezTo>
                <a:close/>
                <a:moveTo>
                  <a:pt x="3918162" y="1325069"/>
                </a:moveTo>
                <a:cubicBezTo>
                  <a:pt x="3906324" y="1325199"/>
                  <a:pt x="3895862" y="1327965"/>
                  <a:pt x="3886776" y="1333368"/>
                </a:cubicBezTo>
                <a:cubicBezTo>
                  <a:pt x="3877691" y="1338771"/>
                  <a:pt x="3870562" y="1346032"/>
                  <a:pt x="3865389" y="1355151"/>
                </a:cubicBezTo>
                <a:cubicBezTo>
                  <a:pt x="3860217" y="1364270"/>
                  <a:pt x="3857582" y="1374468"/>
                  <a:pt x="3857486" y="1385745"/>
                </a:cubicBezTo>
                <a:cubicBezTo>
                  <a:pt x="3857748" y="1403019"/>
                  <a:pt x="3863844" y="1417345"/>
                  <a:pt x="3875772" y="1428723"/>
                </a:cubicBezTo>
                <a:cubicBezTo>
                  <a:pt x="3887701" y="1440102"/>
                  <a:pt x="3903888" y="1446002"/>
                  <a:pt x="3924333" y="1446423"/>
                </a:cubicBezTo>
                <a:cubicBezTo>
                  <a:pt x="3936454" y="1446268"/>
                  <a:pt x="3946920" y="1443625"/>
                  <a:pt x="3955731" y="1438493"/>
                </a:cubicBezTo>
                <a:cubicBezTo>
                  <a:pt x="3964543" y="1433360"/>
                  <a:pt x="3971474" y="1426669"/>
                  <a:pt x="3976525" y="1418420"/>
                </a:cubicBezTo>
                <a:lnTo>
                  <a:pt x="3955957" y="1405803"/>
                </a:lnTo>
                <a:cubicBezTo>
                  <a:pt x="3953964" y="1409284"/>
                  <a:pt x="3950429" y="1412750"/>
                  <a:pt x="3945351" y="1416199"/>
                </a:cubicBezTo>
                <a:cubicBezTo>
                  <a:pt x="3940273" y="1419648"/>
                  <a:pt x="3933267" y="1421504"/>
                  <a:pt x="3924333" y="1421767"/>
                </a:cubicBezTo>
                <a:cubicBezTo>
                  <a:pt x="3913395" y="1421584"/>
                  <a:pt x="3904675" y="1418988"/>
                  <a:pt x="3898172" y="1413978"/>
                </a:cubicBezTo>
                <a:cubicBezTo>
                  <a:pt x="3891670" y="1408968"/>
                  <a:pt x="3887449" y="1402638"/>
                  <a:pt x="3885510" y="1394988"/>
                </a:cubicBezTo>
                <a:lnTo>
                  <a:pt x="3977296" y="1394988"/>
                </a:lnTo>
                <a:cubicBezTo>
                  <a:pt x="3978762" y="1380525"/>
                  <a:pt x="3977004" y="1368083"/>
                  <a:pt x="3972022" y="1357661"/>
                </a:cubicBezTo>
                <a:cubicBezTo>
                  <a:pt x="3967040" y="1347239"/>
                  <a:pt x="3959815" y="1339218"/>
                  <a:pt x="3950348" y="1333596"/>
                </a:cubicBezTo>
                <a:cubicBezTo>
                  <a:pt x="3940881" y="1327975"/>
                  <a:pt x="3930153" y="1325132"/>
                  <a:pt x="3918162" y="1325069"/>
                </a:cubicBezTo>
                <a:close/>
                <a:moveTo>
                  <a:pt x="3594312" y="1325069"/>
                </a:moveTo>
                <a:cubicBezTo>
                  <a:pt x="3582474" y="1325199"/>
                  <a:pt x="3572012" y="1327965"/>
                  <a:pt x="3562927" y="1333368"/>
                </a:cubicBezTo>
                <a:cubicBezTo>
                  <a:pt x="3553841" y="1338771"/>
                  <a:pt x="3546712" y="1346032"/>
                  <a:pt x="3541539" y="1355151"/>
                </a:cubicBezTo>
                <a:cubicBezTo>
                  <a:pt x="3536367" y="1364270"/>
                  <a:pt x="3533733" y="1374468"/>
                  <a:pt x="3533636" y="1385745"/>
                </a:cubicBezTo>
                <a:cubicBezTo>
                  <a:pt x="3533898" y="1403019"/>
                  <a:pt x="3539994" y="1417345"/>
                  <a:pt x="3551922" y="1428723"/>
                </a:cubicBezTo>
                <a:cubicBezTo>
                  <a:pt x="3563851" y="1440102"/>
                  <a:pt x="3580038" y="1446002"/>
                  <a:pt x="3600483" y="1446423"/>
                </a:cubicBezTo>
                <a:cubicBezTo>
                  <a:pt x="3612604" y="1446268"/>
                  <a:pt x="3623071" y="1443625"/>
                  <a:pt x="3631882" y="1438493"/>
                </a:cubicBezTo>
                <a:cubicBezTo>
                  <a:pt x="3640693" y="1433360"/>
                  <a:pt x="3647624" y="1426669"/>
                  <a:pt x="3652675" y="1418420"/>
                </a:cubicBezTo>
                <a:lnTo>
                  <a:pt x="3632107" y="1405803"/>
                </a:lnTo>
                <a:cubicBezTo>
                  <a:pt x="3630114" y="1409284"/>
                  <a:pt x="3626579" y="1412750"/>
                  <a:pt x="3621501" y="1416199"/>
                </a:cubicBezTo>
                <a:cubicBezTo>
                  <a:pt x="3616423" y="1419648"/>
                  <a:pt x="3609417" y="1421504"/>
                  <a:pt x="3600483" y="1421767"/>
                </a:cubicBezTo>
                <a:cubicBezTo>
                  <a:pt x="3589545" y="1421584"/>
                  <a:pt x="3580825" y="1418988"/>
                  <a:pt x="3574322" y="1413978"/>
                </a:cubicBezTo>
                <a:cubicBezTo>
                  <a:pt x="3567820" y="1408968"/>
                  <a:pt x="3563599" y="1402638"/>
                  <a:pt x="3561660" y="1394988"/>
                </a:cubicBezTo>
                <a:lnTo>
                  <a:pt x="3653446" y="1394988"/>
                </a:lnTo>
                <a:cubicBezTo>
                  <a:pt x="3654912" y="1380525"/>
                  <a:pt x="3653154" y="1368083"/>
                  <a:pt x="3648172" y="1357661"/>
                </a:cubicBezTo>
                <a:cubicBezTo>
                  <a:pt x="3643190" y="1347239"/>
                  <a:pt x="3635966" y="1339218"/>
                  <a:pt x="3626499" y="1333596"/>
                </a:cubicBezTo>
                <a:cubicBezTo>
                  <a:pt x="3617031" y="1327975"/>
                  <a:pt x="3606303" y="1325132"/>
                  <a:pt x="3594312" y="1325069"/>
                </a:cubicBezTo>
                <a:close/>
                <a:moveTo>
                  <a:pt x="3378062" y="1325069"/>
                </a:moveTo>
                <a:cubicBezTo>
                  <a:pt x="3369447" y="1325160"/>
                  <a:pt x="3361974" y="1327097"/>
                  <a:pt x="3355643" y="1330880"/>
                </a:cubicBezTo>
                <a:cubicBezTo>
                  <a:pt x="3349313" y="1334663"/>
                  <a:pt x="3344091" y="1339746"/>
                  <a:pt x="3339980" y="1346130"/>
                </a:cubicBezTo>
                <a:lnTo>
                  <a:pt x="3339980" y="1327124"/>
                </a:lnTo>
                <a:lnTo>
                  <a:pt x="3315323" y="1327124"/>
                </a:lnTo>
                <a:lnTo>
                  <a:pt x="3315323" y="1444366"/>
                </a:lnTo>
                <a:lnTo>
                  <a:pt x="3339980" y="1444366"/>
                </a:lnTo>
                <a:lnTo>
                  <a:pt x="3339980" y="1393960"/>
                </a:lnTo>
                <a:cubicBezTo>
                  <a:pt x="3339937" y="1386775"/>
                  <a:pt x="3340937" y="1379828"/>
                  <a:pt x="3342982" y="1373119"/>
                </a:cubicBezTo>
                <a:cubicBezTo>
                  <a:pt x="3345026" y="1366410"/>
                  <a:pt x="3348371" y="1360873"/>
                  <a:pt x="3353017" y="1356507"/>
                </a:cubicBezTo>
                <a:cubicBezTo>
                  <a:pt x="3357663" y="1352142"/>
                  <a:pt x="3363866" y="1349881"/>
                  <a:pt x="3371629" y="1349726"/>
                </a:cubicBezTo>
                <a:cubicBezTo>
                  <a:pt x="3381723" y="1350020"/>
                  <a:pt x="3389067" y="1353739"/>
                  <a:pt x="3393661" y="1360881"/>
                </a:cubicBezTo>
                <a:cubicBezTo>
                  <a:pt x="3398255" y="1368023"/>
                  <a:pt x="3400517" y="1376820"/>
                  <a:pt x="3400448" y="1387273"/>
                </a:cubicBezTo>
                <a:lnTo>
                  <a:pt x="3400448" y="1444366"/>
                </a:lnTo>
                <a:lnTo>
                  <a:pt x="3425105" y="1444366"/>
                </a:lnTo>
                <a:lnTo>
                  <a:pt x="3425105" y="1393960"/>
                </a:lnTo>
                <a:cubicBezTo>
                  <a:pt x="3425060" y="1386775"/>
                  <a:pt x="3426064" y="1379828"/>
                  <a:pt x="3428116" y="1373119"/>
                </a:cubicBezTo>
                <a:cubicBezTo>
                  <a:pt x="3430168" y="1366410"/>
                  <a:pt x="3433535" y="1360873"/>
                  <a:pt x="3438218" y="1356507"/>
                </a:cubicBezTo>
                <a:cubicBezTo>
                  <a:pt x="3442900" y="1352142"/>
                  <a:pt x="3449165" y="1349881"/>
                  <a:pt x="3457011" y="1349726"/>
                </a:cubicBezTo>
                <a:cubicBezTo>
                  <a:pt x="3466993" y="1350020"/>
                  <a:pt x="3474305" y="1353739"/>
                  <a:pt x="3478947" y="1360881"/>
                </a:cubicBezTo>
                <a:cubicBezTo>
                  <a:pt x="3483589" y="1368023"/>
                  <a:pt x="3485883" y="1376820"/>
                  <a:pt x="3485830" y="1387273"/>
                </a:cubicBezTo>
                <a:lnTo>
                  <a:pt x="3485830" y="1444366"/>
                </a:lnTo>
                <a:lnTo>
                  <a:pt x="3510486" y="1444366"/>
                </a:lnTo>
                <a:lnTo>
                  <a:pt x="3510486" y="1385216"/>
                </a:lnTo>
                <a:cubicBezTo>
                  <a:pt x="3510664" y="1367858"/>
                  <a:pt x="3506906" y="1353590"/>
                  <a:pt x="3499212" y="1342412"/>
                </a:cubicBezTo>
                <a:cubicBezTo>
                  <a:pt x="3491518" y="1331235"/>
                  <a:pt x="3478824" y="1325453"/>
                  <a:pt x="3461128" y="1325069"/>
                </a:cubicBezTo>
                <a:cubicBezTo>
                  <a:pt x="3451581" y="1325187"/>
                  <a:pt x="3443208" y="1327520"/>
                  <a:pt x="3436010" y="1332068"/>
                </a:cubicBezTo>
                <a:cubicBezTo>
                  <a:pt x="3428811" y="1336616"/>
                  <a:pt x="3422951" y="1342674"/>
                  <a:pt x="3418427" y="1350240"/>
                </a:cubicBezTo>
                <a:cubicBezTo>
                  <a:pt x="3414853" y="1342449"/>
                  <a:pt x="3409929" y="1336327"/>
                  <a:pt x="3403653" y="1331875"/>
                </a:cubicBezTo>
                <a:cubicBezTo>
                  <a:pt x="3397377" y="1327423"/>
                  <a:pt x="3388847" y="1325155"/>
                  <a:pt x="3378062" y="1325069"/>
                </a:cubicBezTo>
                <a:close/>
                <a:moveTo>
                  <a:pt x="3137113" y="1325069"/>
                </a:moveTo>
                <a:cubicBezTo>
                  <a:pt x="3125274" y="1325199"/>
                  <a:pt x="3114813" y="1327965"/>
                  <a:pt x="3105727" y="1333368"/>
                </a:cubicBezTo>
                <a:cubicBezTo>
                  <a:pt x="3096641" y="1338771"/>
                  <a:pt x="3089512" y="1346032"/>
                  <a:pt x="3084339" y="1355151"/>
                </a:cubicBezTo>
                <a:cubicBezTo>
                  <a:pt x="3079167" y="1364270"/>
                  <a:pt x="3076532" y="1374468"/>
                  <a:pt x="3076436" y="1385745"/>
                </a:cubicBezTo>
                <a:cubicBezTo>
                  <a:pt x="3076698" y="1403019"/>
                  <a:pt x="3082794" y="1417345"/>
                  <a:pt x="3094723" y="1428723"/>
                </a:cubicBezTo>
                <a:cubicBezTo>
                  <a:pt x="3106651" y="1440102"/>
                  <a:pt x="3122838" y="1446002"/>
                  <a:pt x="3143283" y="1446423"/>
                </a:cubicBezTo>
                <a:cubicBezTo>
                  <a:pt x="3155404" y="1446268"/>
                  <a:pt x="3165871" y="1443625"/>
                  <a:pt x="3174682" y="1438493"/>
                </a:cubicBezTo>
                <a:cubicBezTo>
                  <a:pt x="3183493" y="1433360"/>
                  <a:pt x="3190424" y="1426669"/>
                  <a:pt x="3195475" y="1418420"/>
                </a:cubicBezTo>
                <a:lnTo>
                  <a:pt x="3174907" y="1405803"/>
                </a:lnTo>
                <a:cubicBezTo>
                  <a:pt x="3172914" y="1409284"/>
                  <a:pt x="3169379" y="1412750"/>
                  <a:pt x="3164301" y="1416199"/>
                </a:cubicBezTo>
                <a:cubicBezTo>
                  <a:pt x="3159224" y="1419648"/>
                  <a:pt x="3152217" y="1421504"/>
                  <a:pt x="3143283" y="1421767"/>
                </a:cubicBezTo>
                <a:cubicBezTo>
                  <a:pt x="3132345" y="1421584"/>
                  <a:pt x="3123625" y="1418988"/>
                  <a:pt x="3117123" y="1413978"/>
                </a:cubicBezTo>
                <a:cubicBezTo>
                  <a:pt x="3110620" y="1408968"/>
                  <a:pt x="3106399" y="1402638"/>
                  <a:pt x="3104460" y="1394988"/>
                </a:cubicBezTo>
                <a:lnTo>
                  <a:pt x="3196246" y="1394988"/>
                </a:lnTo>
                <a:cubicBezTo>
                  <a:pt x="3197712" y="1380525"/>
                  <a:pt x="3195954" y="1368083"/>
                  <a:pt x="3190972" y="1357661"/>
                </a:cubicBezTo>
                <a:cubicBezTo>
                  <a:pt x="3185990" y="1347239"/>
                  <a:pt x="3178766" y="1339218"/>
                  <a:pt x="3169299" y="1333596"/>
                </a:cubicBezTo>
                <a:cubicBezTo>
                  <a:pt x="3159832" y="1327975"/>
                  <a:pt x="3149103" y="1325132"/>
                  <a:pt x="3137113" y="1325069"/>
                </a:cubicBezTo>
                <a:close/>
                <a:moveTo>
                  <a:pt x="2999374" y="1325069"/>
                </a:moveTo>
                <a:cubicBezTo>
                  <a:pt x="2991114" y="1325165"/>
                  <a:pt x="2983577" y="1326963"/>
                  <a:pt x="2976765" y="1330463"/>
                </a:cubicBezTo>
                <a:cubicBezTo>
                  <a:pt x="2969952" y="1333962"/>
                  <a:pt x="2964023" y="1338585"/>
                  <a:pt x="2958980" y="1344332"/>
                </a:cubicBezTo>
                <a:lnTo>
                  <a:pt x="2958980" y="1327124"/>
                </a:lnTo>
                <a:lnTo>
                  <a:pt x="2934323" y="1327124"/>
                </a:lnTo>
                <a:lnTo>
                  <a:pt x="2934323" y="1537978"/>
                </a:lnTo>
                <a:lnTo>
                  <a:pt x="2958980" y="1537978"/>
                </a:lnTo>
                <a:lnTo>
                  <a:pt x="2958980" y="1427417"/>
                </a:lnTo>
                <a:cubicBezTo>
                  <a:pt x="2964023" y="1433153"/>
                  <a:pt x="2969952" y="1437734"/>
                  <a:pt x="2976765" y="1441158"/>
                </a:cubicBezTo>
                <a:cubicBezTo>
                  <a:pt x="2983577" y="1444583"/>
                  <a:pt x="2991114" y="1446338"/>
                  <a:pt x="2999374" y="1446423"/>
                </a:cubicBezTo>
                <a:cubicBezTo>
                  <a:pt x="3016448" y="1446002"/>
                  <a:pt x="3030399" y="1440102"/>
                  <a:pt x="3041225" y="1428724"/>
                </a:cubicBezTo>
                <a:cubicBezTo>
                  <a:pt x="3052051" y="1417346"/>
                  <a:pt x="3057640" y="1403020"/>
                  <a:pt x="3057992" y="1385746"/>
                </a:cubicBezTo>
                <a:cubicBezTo>
                  <a:pt x="3057887" y="1374467"/>
                  <a:pt x="3055299" y="1364269"/>
                  <a:pt x="3050227" y="1355150"/>
                </a:cubicBezTo>
                <a:cubicBezTo>
                  <a:pt x="3045154" y="1346031"/>
                  <a:pt x="3038224" y="1338770"/>
                  <a:pt x="3029435" y="1333367"/>
                </a:cubicBezTo>
                <a:cubicBezTo>
                  <a:pt x="3020647" y="1327965"/>
                  <a:pt x="3010626" y="1325199"/>
                  <a:pt x="2999374" y="1325069"/>
                </a:cubicBezTo>
                <a:close/>
                <a:moveTo>
                  <a:pt x="2472677" y="1325069"/>
                </a:moveTo>
                <a:cubicBezTo>
                  <a:pt x="2461046" y="1325199"/>
                  <a:pt x="2450495" y="1327965"/>
                  <a:pt x="2441023" y="1333367"/>
                </a:cubicBezTo>
                <a:cubicBezTo>
                  <a:pt x="2431552" y="1338770"/>
                  <a:pt x="2423996" y="1346031"/>
                  <a:pt x="2418355" y="1355150"/>
                </a:cubicBezTo>
                <a:cubicBezTo>
                  <a:pt x="2412715" y="1364269"/>
                  <a:pt x="2409825" y="1374467"/>
                  <a:pt x="2409686" y="1385746"/>
                </a:cubicBezTo>
                <a:cubicBezTo>
                  <a:pt x="2409825" y="1397106"/>
                  <a:pt x="2412715" y="1407343"/>
                  <a:pt x="2418355" y="1416457"/>
                </a:cubicBezTo>
                <a:cubicBezTo>
                  <a:pt x="2423996" y="1425572"/>
                  <a:pt x="2431552" y="1432813"/>
                  <a:pt x="2441023" y="1438182"/>
                </a:cubicBezTo>
                <a:cubicBezTo>
                  <a:pt x="2450495" y="1443551"/>
                  <a:pt x="2461046" y="1446299"/>
                  <a:pt x="2472677" y="1446423"/>
                </a:cubicBezTo>
                <a:cubicBezTo>
                  <a:pt x="2484306" y="1446299"/>
                  <a:pt x="2494835" y="1443551"/>
                  <a:pt x="2504265" y="1438182"/>
                </a:cubicBezTo>
                <a:cubicBezTo>
                  <a:pt x="2513695" y="1432813"/>
                  <a:pt x="2521210" y="1425572"/>
                  <a:pt x="2526809" y="1416457"/>
                </a:cubicBezTo>
                <a:cubicBezTo>
                  <a:pt x="2532408" y="1407343"/>
                  <a:pt x="2535276" y="1397106"/>
                  <a:pt x="2535412" y="1385746"/>
                </a:cubicBezTo>
                <a:cubicBezTo>
                  <a:pt x="2535276" y="1374467"/>
                  <a:pt x="2532408" y="1364269"/>
                  <a:pt x="2526809" y="1355150"/>
                </a:cubicBezTo>
                <a:cubicBezTo>
                  <a:pt x="2521210" y="1346031"/>
                  <a:pt x="2513695" y="1338770"/>
                  <a:pt x="2504265" y="1333367"/>
                </a:cubicBezTo>
                <a:cubicBezTo>
                  <a:pt x="2494835" y="1327965"/>
                  <a:pt x="2484306" y="1325199"/>
                  <a:pt x="2472677" y="1325069"/>
                </a:cubicBezTo>
                <a:close/>
                <a:moveTo>
                  <a:pt x="2179470" y="1325069"/>
                </a:moveTo>
                <a:cubicBezTo>
                  <a:pt x="2169564" y="1325294"/>
                  <a:pt x="2160368" y="1327284"/>
                  <a:pt x="2151883" y="1331041"/>
                </a:cubicBezTo>
                <a:cubicBezTo>
                  <a:pt x="2143399" y="1334797"/>
                  <a:pt x="2136396" y="1338970"/>
                  <a:pt x="2130874" y="1343562"/>
                </a:cubicBezTo>
                <a:lnTo>
                  <a:pt x="2142689" y="1363374"/>
                </a:lnTo>
                <a:cubicBezTo>
                  <a:pt x="2145595" y="1360890"/>
                  <a:pt x="2150255" y="1358068"/>
                  <a:pt x="2156669" y="1354908"/>
                </a:cubicBezTo>
                <a:cubicBezTo>
                  <a:pt x="2163083" y="1351748"/>
                  <a:pt x="2169998" y="1350021"/>
                  <a:pt x="2177412" y="1349726"/>
                </a:cubicBezTo>
                <a:cubicBezTo>
                  <a:pt x="2187239" y="1349779"/>
                  <a:pt x="2194026" y="1351861"/>
                  <a:pt x="2197773" y="1355971"/>
                </a:cubicBezTo>
                <a:cubicBezTo>
                  <a:pt x="2201521" y="1360080"/>
                  <a:pt x="2203483" y="1365896"/>
                  <a:pt x="2203660" y="1373418"/>
                </a:cubicBezTo>
                <a:lnTo>
                  <a:pt x="2185132" y="1373418"/>
                </a:lnTo>
                <a:cubicBezTo>
                  <a:pt x="2176874" y="1373286"/>
                  <a:pt x="2168262" y="1374149"/>
                  <a:pt x="2159296" y="1376006"/>
                </a:cubicBezTo>
                <a:cubicBezTo>
                  <a:pt x="2150331" y="1377864"/>
                  <a:pt x="2142695" y="1381507"/>
                  <a:pt x="2136388" y="1386935"/>
                </a:cubicBezTo>
                <a:cubicBezTo>
                  <a:pt x="2130082" y="1392364"/>
                  <a:pt x="2126788" y="1400369"/>
                  <a:pt x="2126507" y="1410950"/>
                </a:cubicBezTo>
                <a:cubicBezTo>
                  <a:pt x="2126801" y="1421769"/>
                  <a:pt x="2130965" y="1430350"/>
                  <a:pt x="2139001" y="1436693"/>
                </a:cubicBezTo>
                <a:cubicBezTo>
                  <a:pt x="2147036" y="1443036"/>
                  <a:pt x="2157181" y="1446280"/>
                  <a:pt x="2169434" y="1446423"/>
                </a:cubicBezTo>
                <a:cubicBezTo>
                  <a:pt x="2177390" y="1446338"/>
                  <a:pt x="2184188" y="1444968"/>
                  <a:pt x="2189828" y="1442315"/>
                </a:cubicBezTo>
                <a:cubicBezTo>
                  <a:pt x="2195468" y="1439662"/>
                  <a:pt x="2200079" y="1436238"/>
                  <a:pt x="2203660" y="1432044"/>
                </a:cubicBezTo>
                <a:lnTo>
                  <a:pt x="2203660" y="1444366"/>
                </a:lnTo>
                <a:lnTo>
                  <a:pt x="2228317" y="1444366"/>
                </a:lnTo>
                <a:lnTo>
                  <a:pt x="2228317" y="1377013"/>
                </a:lnTo>
                <a:cubicBezTo>
                  <a:pt x="2228371" y="1360101"/>
                  <a:pt x="2224409" y="1347230"/>
                  <a:pt x="2216432" y="1338400"/>
                </a:cubicBezTo>
                <a:cubicBezTo>
                  <a:pt x="2208454" y="1329570"/>
                  <a:pt x="2196134" y="1325127"/>
                  <a:pt x="2179470" y="1325069"/>
                </a:cubicBezTo>
                <a:close/>
                <a:moveTo>
                  <a:pt x="1935161" y="1325069"/>
                </a:moveTo>
                <a:cubicBezTo>
                  <a:pt x="1923824" y="1325199"/>
                  <a:pt x="1913743" y="1327965"/>
                  <a:pt x="1904918" y="1333367"/>
                </a:cubicBezTo>
                <a:cubicBezTo>
                  <a:pt x="1896093" y="1338770"/>
                  <a:pt x="1889140" y="1346031"/>
                  <a:pt x="1884060" y="1355150"/>
                </a:cubicBezTo>
                <a:cubicBezTo>
                  <a:pt x="1878980" y="1364269"/>
                  <a:pt x="1876388" y="1374467"/>
                  <a:pt x="1876286" y="1385746"/>
                </a:cubicBezTo>
                <a:cubicBezTo>
                  <a:pt x="1876632" y="1403020"/>
                  <a:pt x="1882232" y="1417346"/>
                  <a:pt x="1893085" y="1428724"/>
                </a:cubicBezTo>
                <a:cubicBezTo>
                  <a:pt x="1903938" y="1440102"/>
                  <a:pt x="1917963" y="1446002"/>
                  <a:pt x="1935161" y="1446423"/>
                </a:cubicBezTo>
                <a:cubicBezTo>
                  <a:pt x="1943314" y="1446338"/>
                  <a:pt x="1950807" y="1444583"/>
                  <a:pt x="1957641" y="1441158"/>
                </a:cubicBezTo>
                <a:cubicBezTo>
                  <a:pt x="1964476" y="1437734"/>
                  <a:pt x="1970361" y="1433153"/>
                  <a:pt x="1975298" y="1427417"/>
                </a:cubicBezTo>
                <a:lnTo>
                  <a:pt x="1975298" y="1439232"/>
                </a:lnTo>
                <a:cubicBezTo>
                  <a:pt x="1975309" y="1445018"/>
                  <a:pt x="1973943" y="1450624"/>
                  <a:pt x="1971200" y="1456050"/>
                </a:cubicBezTo>
                <a:cubicBezTo>
                  <a:pt x="1968458" y="1461477"/>
                  <a:pt x="1964271" y="1465960"/>
                  <a:pt x="1958641" y="1469501"/>
                </a:cubicBezTo>
                <a:cubicBezTo>
                  <a:pt x="1953011" y="1473041"/>
                  <a:pt x="1945870" y="1474875"/>
                  <a:pt x="1937219" y="1475002"/>
                </a:cubicBezTo>
                <a:cubicBezTo>
                  <a:pt x="1926686" y="1474712"/>
                  <a:pt x="1918357" y="1472910"/>
                  <a:pt x="1912231" y="1469595"/>
                </a:cubicBezTo>
                <a:cubicBezTo>
                  <a:pt x="1906104" y="1466280"/>
                  <a:pt x="1902085" y="1463191"/>
                  <a:pt x="1900174" y="1460327"/>
                </a:cubicBezTo>
                <a:lnTo>
                  <a:pt x="1880139" y="1473972"/>
                </a:lnTo>
                <a:cubicBezTo>
                  <a:pt x="1884232" y="1480448"/>
                  <a:pt x="1891010" y="1486313"/>
                  <a:pt x="1900473" y="1491568"/>
                </a:cubicBezTo>
                <a:cubicBezTo>
                  <a:pt x="1909936" y="1496823"/>
                  <a:pt x="1922185" y="1499606"/>
                  <a:pt x="1937219" y="1499916"/>
                </a:cubicBezTo>
                <a:cubicBezTo>
                  <a:pt x="1955367" y="1499703"/>
                  <a:pt x="1970261" y="1494221"/>
                  <a:pt x="1981902" y="1483469"/>
                </a:cubicBezTo>
                <a:cubicBezTo>
                  <a:pt x="1993542" y="1472717"/>
                  <a:pt x="1999560" y="1457972"/>
                  <a:pt x="1999955" y="1439232"/>
                </a:cubicBezTo>
                <a:lnTo>
                  <a:pt x="1999955" y="1327124"/>
                </a:lnTo>
                <a:lnTo>
                  <a:pt x="1975298" y="1327124"/>
                </a:lnTo>
                <a:lnTo>
                  <a:pt x="1975298" y="1344332"/>
                </a:lnTo>
                <a:cubicBezTo>
                  <a:pt x="1970361" y="1338585"/>
                  <a:pt x="1964476" y="1333962"/>
                  <a:pt x="1957641" y="1330463"/>
                </a:cubicBezTo>
                <a:cubicBezTo>
                  <a:pt x="1950807" y="1326963"/>
                  <a:pt x="1943314" y="1325165"/>
                  <a:pt x="1935161" y="1325069"/>
                </a:cubicBezTo>
                <a:close/>
                <a:moveTo>
                  <a:pt x="3783324" y="1292665"/>
                </a:moveTo>
                <a:lnTo>
                  <a:pt x="3783324" y="1327126"/>
                </a:lnTo>
                <a:lnTo>
                  <a:pt x="3757092" y="1327126"/>
                </a:lnTo>
                <a:lnTo>
                  <a:pt x="3757092" y="1351783"/>
                </a:lnTo>
                <a:lnTo>
                  <a:pt x="3783324" y="1351783"/>
                </a:lnTo>
                <a:lnTo>
                  <a:pt x="3783324" y="1403242"/>
                </a:lnTo>
                <a:cubicBezTo>
                  <a:pt x="3783142" y="1416588"/>
                  <a:pt x="3786203" y="1426964"/>
                  <a:pt x="3792509" y="1434371"/>
                </a:cubicBezTo>
                <a:cubicBezTo>
                  <a:pt x="3798814" y="1441779"/>
                  <a:pt x="3809458" y="1445539"/>
                  <a:pt x="3824440" y="1445652"/>
                </a:cubicBezTo>
                <a:cubicBezTo>
                  <a:pt x="3826085" y="1445647"/>
                  <a:pt x="3828003" y="1445593"/>
                  <a:pt x="3830194" y="1445491"/>
                </a:cubicBezTo>
                <a:cubicBezTo>
                  <a:pt x="3832386" y="1445389"/>
                  <a:pt x="3834239" y="1445272"/>
                  <a:pt x="3835756" y="1445138"/>
                </a:cubicBezTo>
                <a:lnTo>
                  <a:pt x="3835756" y="1421510"/>
                </a:lnTo>
                <a:cubicBezTo>
                  <a:pt x="3825597" y="1422644"/>
                  <a:pt x="3818396" y="1421657"/>
                  <a:pt x="3814153" y="1418549"/>
                </a:cubicBezTo>
                <a:cubicBezTo>
                  <a:pt x="3809909" y="1415441"/>
                  <a:pt x="3807852" y="1410339"/>
                  <a:pt x="3807981" y="1403242"/>
                </a:cubicBezTo>
                <a:lnTo>
                  <a:pt x="3807981" y="1351783"/>
                </a:lnTo>
                <a:lnTo>
                  <a:pt x="3839613" y="1351783"/>
                </a:lnTo>
                <a:lnTo>
                  <a:pt x="3839613" y="1327126"/>
                </a:lnTo>
                <a:lnTo>
                  <a:pt x="3807981" y="1327126"/>
                </a:lnTo>
                <a:lnTo>
                  <a:pt x="3807981" y="1292665"/>
                </a:lnTo>
                <a:close/>
                <a:moveTo>
                  <a:pt x="3688074" y="1292665"/>
                </a:moveTo>
                <a:lnTo>
                  <a:pt x="3688074" y="1327126"/>
                </a:lnTo>
                <a:lnTo>
                  <a:pt x="3661842" y="1327126"/>
                </a:lnTo>
                <a:lnTo>
                  <a:pt x="3661842" y="1351783"/>
                </a:lnTo>
                <a:lnTo>
                  <a:pt x="3688074" y="1351783"/>
                </a:lnTo>
                <a:lnTo>
                  <a:pt x="3688074" y="1403242"/>
                </a:lnTo>
                <a:cubicBezTo>
                  <a:pt x="3687892" y="1416588"/>
                  <a:pt x="3690953" y="1426964"/>
                  <a:pt x="3697259" y="1434371"/>
                </a:cubicBezTo>
                <a:cubicBezTo>
                  <a:pt x="3703564" y="1441779"/>
                  <a:pt x="3714208" y="1445539"/>
                  <a:pt x="3729190" y="1445652"/>
                </a:cubicBezTo>
                <a:cubicBezTo>
                  <a:pt x="3730835" y="1445647"/>
                  <a:pt x="3732753" y="1445593"/>
                  <a:pt x="3734944" y="1445491"/>
                </a:cubicBezTo>
                <a:cubicBezTo>
                  <a:pt x="3737136" y="1445389"/>
                  <a:pt x="3738989" y="1445272"/>
                  <a:pt x="3740506" y="1445138"/>
                </a:cubicBezTo>
                <a:lnTo>
                  <a:pt x="3740506" y="1421510"/>
                </a:lnTo>
                <a:cubicBezTo>
                  <a:pt x="3730347" y="1422644"/>
                  <a:pt x="3723146" y="1421657"/>
                  <a:pt x="3718903" y="1418549"/>
                </a:cubicBezTo>
                <a:cubicBezTo>
                  <a:pt x="3714659" y="1415441"/>
                  <a:pt x="3712602" y="1410339"/>
                  <a:pt x="3712731" y="1403242"/>
                </a:cubicBezTo>
                <a:lnTo>
                  <a:pt x="3712731" y="1351783"/>
                </a:lnTo>
                <a:lnTo>
                  <a:pt x="3744363" y="1351783"/>
                </a:lnTo>
                <a:lnTo>
                  <a:pt x="3744363" y="1327126"/>
                </a:lnTo>
                <a:lnTo>
                  <a:pt x="3712731" y="1327126"/>
                </a:lnTo>
                <a:lnTo>
                  <a:pt x="3712731" y="1292665"/>
                </a:lnTo>
                <a:close/>
                <a:moveTo>
                  <a:pt x="7149747" y="1279549"/>
                </a:moveTo>
                <a:cubicBezTo>
                  <a:pt x="7145530" y="1279645"/>
                  <a:pt x="7142019" y="1281058"/>
                  <a:pt x="7139214" y="1283788"/>
                </a:cubicBezTo>
                <a:cubicBezTo>
                  <a:pt x="7136410" y="1286517"/>
                  <a:pt x="7134955" y="1289985"/>
                  <a:pt x="7134848" y="1294192"/>
                </a:cubicBezTo>
                <a:cubicBezTo>
                  <a:pt x="7134955" y="1298409"/>
                  <a:pt x="7136410" y="1301920"/>
                  <a:pt x="7139214" y="1304725"/>
                </a:cubicBezTo>
                <a:cubicBezTo>
                  <a:pt x="7142019" y="1307529"/>
                  <a:pt x="7145530" y="1308985"/>
                  <a:pt x="7149747" y="1309092"/>
                </a:cubicBezTo>
                <a:cubicBezTo>
                  <a:pt x="7153841" y="1308985"/>
                  <a:pt x="7157278" y="1307529"/>
                  <a:pt x="7160055" y="1304725"/>
                </a:cubicBezTo>
                <a:cubicBezTo>
                  <a:pt x="7162833" y="1301920"/>
                  <a:pt x="7164278" y="1298409"/>
                  <a:pt x="7164391" y="1294192"/>
                </a:cubicBezTo>
                <a:cubicBezTo>
                  <a:pt x="7164278" y="1289985"/>
                  <a:pt x="7162833" y="1286517"/>
                  <a:pt x="7160055" y="1283788"/>
                </a:cubicBezTo>
                <a:cubicBezTo>
                  <a:pt x="7157278" y="1281058"/>
                  <a:pt x="7153842" y="1279645"/>
                  <a:pt x="7149747" y="1279549"/>
                </a:cubicBezTo>
                <a:close/>
                <a:moveTo>
                  <a:pt x="6854472" y="1279549"/>
                </a:moveTo>
                <a:cubicBezTo>
                  <a:pt x="6850255" y="1279645"/>
                  <a:pt x="6846744" y="1281058"/>
                  <a:pt x="6843939" y="1283788"/>
                </a:cubicBezTo>
                <a:cubicBezTo>
                  <a:pt x="6841135" y="1286517"/>
                  <a:pt x="6839680" y="1289985"/>
                  <a:pt x="6839573" y="1294192"/>
                </a:cubicBezTo>
                <a:cubicBezTo>
                  <a:pt x="6839680" y="1298409"/>
                  <a:pt x="6841135" y="1301920"/>
                  <a:pt x="6843939" y="1304725"/>
                </a:cubicBezTo>
                <a:cubicBezTo>
                  <a:pt x="6846744" y="1307529"/>
                  <a:pt x="6850255" y="1308985"/>
                  <a:pt x="6854472" y="1309092"/>
                </a:cubicBezTo>
                <a:cubicBezTo>
                  <a:pt x="6858567" y="1308985"/>
                  <a:pt x="6862003" y="1307529"/>
                  <a:pt x="6864780" y="1304725"/>
                </a:cubicBezTo>
                <a:cubicBezTo>
                  <a:pt x="6867558" y="1301920"/>
                  <a:pt x="6869003" y="1298409"/>
                  <a:pt x="6869116" y="1294192"/>
                </a:cubicBezTo>
                <a:cubicBezTo>
                  <a:pt x="6869003" y="1289985"/>
                  <a:pt x="6867558" y="1286517"/>
                  <a:pt x="6864780" y="1283788"/>
                </a:cubicBezTo>
                <a:cubicBezTo>
                  <a:pt x="6862003" y="1281058"/>
                  <a:pt x="6858567" y="1279645"/>
                  <a:pt x="6854472" y="1279549"/>
                </a:cubicBezTo>
                <a:close/>
                <a:moveTo>
                  <a:pt x="6159147" y="1279549"/>
                </a:moveTo>
                <a:cubicBezTo>
                  <a:pt x="6154930" y="1279645"/>
                  <a:pt x="6151419" y="1281058"/>
                  <a:pt x="6148615" y="1283788"/>
                </a:cubicBezTo>
                <a:cubicBezTo>
                  <a:pt x="6145811" y="1286517"/>
                  <a:pt x="6144355" y="1289985"/>
                  <a:pt x="6144247" y="1294192"/>
                </a:cubicBezTo>
                <a:cubicBezTo>
                  <a:pt x="6144354" y="1298409"/>
                  <a:pt x="6145811" y="1301920"/>
                  <a:pt x="6148615" y="1304725"/>
                </a:cubicBezTo>
                <a:cubicBezTo>
                  <a:pt x="6151419" y="1307529"/>
                  <a:pt x="6154930" y="1308985"/>
                  <a:pt x="6159147" y="1309092"/>
                </a:cubicBezTo>
                <a:cubicBezTo>
                  <a:pt x="6163242" y="1308985"/>
                  <a:pt x="6166678" y="1307529"/>
                  <a:pt x="6169455" y="1304725"/>
                </a:cubicBezTo>
                <a:cubicBezTo>
                  <a:pt x="6172233" y="1301920"/>
                  <a:pt x="6173678" y="1298409"/>
                  <a:pt x="6173790" y="1294192"/>
                </a:cubicBezTo>
                <a:cubicBezTo>
                  <a:pt x="6173678" y="1289985"/>
                  <a:pt x="6172233" y="1286517"/>
                  <a:pt x="6169455" y="1283788"/>
                </a:cubicBezTo>
                <a:cubicBezTo>
                  <a:pt x="6166678" y="1281058"/>
                  <a:pt x="6163242" y="1279645"/>
                  <a:pt x="6159147" y="1279549"/>
                </a:cubicBezTo>
                <a:close/>
                <a:moveTo>
                  <a:pt x="2796823" y="1279549"/>
                </a:moveTo>
                <a:cubicBezTo>
                  <a:pt x="2792605" y="1279645"/>
                  <a:pt x="2789094" y="1281058"/>
                  <a:pt x="2786290" y="1283788"/>
                </a:cubicBezTo>
                <a:cubicBezTo>
                  <a:pt x="2783486" y="1286517"/>
                  <a:pt x="2782030" y="1289985"/>
                  <a:pt x="2781923" y="1294192"/>
                </a:cubicBezTo>
                <a:cubicBezTo>
                  <a:pt x="2782030" y="1298409"/>
                  <a:pt x="2783486" y="1301920"/>
                  <a:pt x="2786290" y="1304725"/>
                </a:cubicBezTo>
                <a:cubicBezTo>
                  <a:pt x="2789094" y="1307529"/>
                  <a:pt x="2792605" y="1308985"/>
                  <a:pt x="2796823" y="1309092"/>
                </a:cubicBezTo>
                <a:cubicBezTo>
                  <a:pt x="2800917" y="1308985"/>
                  <a:pt x="2804353" y="1307529"/>
                  <a:pt x="2807131" y="1304725"/>
                </a:cubicBezTo>
                <a:cubicBezTo>
                  <a:pt x="2809908" y="1301920"/>
                  <a:pt x="2811353" y="1298409"/>
                  <a:pt x="2811466" y="1294192"/>
                </a:cubicBezTo>
                <a:cubicBezTo>
                  <a:pt x="2811353" y="1289985"/>
                  <a:pt x="2809908" y="1286517"/>
                  <a:pt x="2807131" y="1283788"/>
                </a:cubicBezTo>
                <a:cubicBezTo>
                  <a:pt x="2804353" y="1281058"/>
                  <a:pt x="2800917" y="1279645"/>
                  <a:pt x="2796823" y="1279549"/>
                </a:cubicBezTo>
                <a:close/>
                <a:moveTo>
                  <a:pt x="7071173" y="1233515"/>
                </a:moveTo>
                <a:lnTo>
                  <a:pt x="7071173" y="1344332"/>
                </a:lnTo>
                <a:cubicBezTo>
                  <a:pt x="7066236" y="1338585"/>
                  <a:pt x="7060350" y="1333962"/>
                  <a:pt x="7053516" y="1330463"/>
                </a:cubicBezTo>
                <a:cubicBezTo>
                  <a:pt x="7046682" y="1326963"/>
                  <a:pt x="7039188" y="1325165"/>
                  <a:pt x="7031036" y="1325069"/>
                </a:cubicBezTo>
                <a:cubicBezTo>
                  <a:pt x="7019699" y="1325199"/>
                  <a:pt x="7009618" y="1327965"/>
                  <a:pt x="7000792" y="1333367"/>
                </a:cubicBezTo>
                <a:cubicBezTo>
                  <a:pt x="6991968" y="1338768"/>
                  <a:pt x="6985015" y="1346028"/>
                  <a:pt x="6979935" y="1355144"/>
                </a:cubicBezTo>
                <a:cubicBezTo>
                  <a:pt x="6974855" y="1364261"/>
                  <a:pt x="6972263" y="1374456"/>
                  <a:pt x="6972161" y="1385730"/>
                </a:cubicBezTo>
                <a:cubicBezTo>
                  <a:pt x="6972507" y="1403012"/>
                  <a:pt x="6978107" y="1417343"/>
                  <a:pt x="6988959" y="1428722"/>
                </a:cubicBezTo>
                <a:cubicBezTo>
                  <a:pt x="6999812" y="1440102"/>
                  <a:pt x="7013838" y="1446002"/>
                  <a:pt x="7031036" y="1446423"/>
                </a:cubicBezTo>
                <a:cubicBezTo>
                  <a:pt x="7039188" y="1446338"/>
                  <a:pt x="7046682" y="1444583"/>
                  <a:pt x="7053516" y="1441158"/>
                </a:cubicBezTo>
                <a:cubicBezTo>
                  <a:pt x="7060350" y="1437734"/>
                  <a:pt x="7066236" y="1433153"/>
                  <a:pt x="7071173" y="1427417"/>
                </a:cubicBezTo>
                <a:lnTo>
                  <a:pt x="7071173" y="1444366"/>
                </a:lnTo>
                <a:lnTo>
                  <a:pt x="7095829" y="1444366"/>
                </a:lnTo>
                <a:lnTo>
                  <a:pt x="7095829" y="1233515"/>
                </a:lnTo>
                <a:close/>
                <a:moveTo>
                  <a:pt x="6385373" y="1233515"/>
                </a:moveTo>
                <a:lnTo>
                  <a:pt x="6385373" y="1344332"/>
                </a:lnTo>
                <a:cubicBezTo>
                  <a:pt x="6380436" y="1338585"/>
                  <a:pt x="6374551" y="1333962"/>
                  <a:pt x="6367716" y="1330463"/>
                </a:cubicBezTo>
                <a:cubicBezTo>
                  <a:pt x="6360882" y="1326963"/>
                  <a:pt x="6353388" y="1325165"/>
                  <a:pt x="6345236" y="1325069"/>
                </a:cubicBezTo>
                <a:cubicBezTo>
                  <a:pt x="6333899" y="1325199"/>
                  <a:pt x="6323818" y="1327965"/>
                  <a:pt x="6314993" y="1333367"/>
                </a:cubicBezTo>
                <a:cubicBezTo>
                  <a:pt x="6306168" y="1338768"/>
                  <a:pt x="6299216" y="1346028"/>
                  <a:pt x="6294135" y="1355144"/>
                </a:cubicBezTo>
                <a:cubicBezTo>
                  <a:pt x="6289055" y="1364261"/>
                  <a:pt x="6286463" y="1374456"/>
                  <a:pt x="6286361" y="1385730"/>
                </a:cubicBezTo>
                <a:cubicBezTo>
                  <a:pt x="6286707" y="1403012"/>
                  <a:pt x="6292307" y="1417343"/>
                  <a:pt x="6303160" y="1428722"/>
                </a:cubicBezTo>
                <a:cubicBezTo>
                  <a:pt x="6314013" y="1440102"/>
                  <a:pt x="6328038" y="1446002"/>
                  <a:pt x="6345236" y="1446423"/>
                </a:cubicBezTo>
                <a:cubicBezTo>
                  <a:pt x="6353388" y="1446338"/>
                  <a:pt x="6360882" y="1444583"/>
                  <a:pt x="6367716" y="1441158"/>
                </a:cubicBezTo>
                <a:cubicBezTo>
                  <a:pt x="6374551" y="1437734"/>
                  <a:pt x="6380436" y="1433153"/>
                  <a:pt x="6385373" y="1427417"/>
                </a:cubicBezTo>
                <a:lnTo>
                  <a:pt x="6385373" y="1444366"/>
                </a:lnTo>
                <a:lnTo>
                  <a:pt x="6410030" y="1444366"/>
                </a:lnTo>
                <a:lnTo>
                  <a:pt x="6410030" y="1233515"/>
                </a:lnTo>
                <a:close/>
                <a:moveTo>
                  <a:pt x="6080573" y="1233515"/>
                </a:moveTo>
                <a:lnTo>
                  <a:pt x="6080573" y="1344332"/>
                </a:lnTo>
                <a:cubicBezTo>
                  <a:pt x="6075636" y="1338585"/>
                  <a:pt x="6069750" y="1333962"/>
                  <a:pt x="6062916" y="1330463"/>
                </a:cubicBezTo>
                <a:cubicBezTo>
                  <a:pt x="6056082" y="1326963"/>
                  <a:pt x="6048589" y="1325165"/>
                  <a:pt x="6040436" y="1325069"/>
                </a:cubicBezTo>
                <a:cubicBezTo>
                  <a:pt x="6029099" y="1325199"/>
                  <a:pt x="6019018" y="1327965"/>
                  <a:pt x="6010193" y="1333367"/>
                </a:cubicBezTo>
                <a:cubicBezTo>
                  <a:pt x="6001368" y="1338768"/>
                  <a:pt x="5994415" y="1346028"/>
                  <a:pt x="5989335" y="1355144"/>
                </a:cubicBezTo>
                <a:cubicBezTo>
                  <a:pt x="5984255" y="1364261"/>
                  <a:pt x="5981663" y="1374456"/>
                  <a:pt x="5981561" y="1385730"/>
                </a:cubicBezTo>
                <a:cubicBezTo>
                  <a:pt x="5981907" y="1403012"/>
                  <a:pt x="5987507" y="1417343"/>
                  <a:pt x="5998360" y="1428722"/>
                </a:cubicBezTo>
                <a:cubicBezTo>
                  <a:pt x="6009212" y="1440102"/>
                  <a:pt x="6023238" y="1446002"/>
                  <a:pt x="6040436" y="1446423"/>
                </a:cubicBezTo>
                <a:cubicBezTo>
                  <a:pt x="6048589" y="1446338"/>
                  <a:pt x="6056082" y="1444583"/>
                  <a:pt x="6062916" y="1441158"/>
                </a:cubicBezTo>
                <a:cubicBezTo>
                  <a:pt x="6069750" y="1437734"/>
                  <a:pt x="6075636" y="1433153"/>
                  <a:pt x="6080573" y="1427417"/>
                </a:cubicBezTo>
                <a:lnTo>
                  <a:pt x="6080573" y="1444366"/>
                </a:lnTo>
                <a:lnTo>
                  <a:pt x="6105230" y="1444366"/>
                </a:lnTo>
                <a:lnTo>
                  <a:pt x="6105230" y="1233515"/>
                </a:lnTo>
                <a:close/>
                <a:moveTo>
                  <a:pt x="4527998" y="1233515"/>
                </a:moveTo>
                <a:lnTo>
                  <a:pt x="4527998" y="1344332"/>
                </a:lnTo>
                <a:cubicBezTo>
                  <a:pt x="4523061" y="1338585"/>
                  <a:pt x="4517176" y="1333962"/>
                  <a:pt x="4510341" y="1330463"/>
                </a:cubicBezTo>
                <a:cubicBezTo>
                  <a:pt x="4503507" y="1326963"/>
                  <a:pt x="4496014" y="1325165"/>
                  <a:pt x="4487861" y="1325069"/>
                </a:cubicBezTo>
                <a:cubicBezTo>
                  <a:pt x="4476524" y="1325199"/>
                  <a:pt x="4466443" y="1327965"/>
                  <a:pt x="4457618" y="1333367"/>
                </a:cubicBezTo>
                <a:cubicBezTo>
                  <a:pt x="4448793" y="1338768"/>
                  <a:pt x="4441840" y="1346028"/>
                  <a:pt x="4436760" y="1355144"/>
                </a:cubicBezTo>
                <a:cubicBezTo>
                  <a:pt x="4431680" y="1364261"/>
                  <a:pt x="4429088" y="1374456"/>
                  <a:pt x="4428985" y="1385730"/>
                </a:cubicBezTo>
                <a:cubicBezTo>
                  <a:pt x="4429332" y="1403012"/>
                  <a:pt x="4434932" y="1417343"/>
                  <a:pt x="4445785" y="1428722"/>
                </a:cubicBezTo>
                <a:cubicBezTo>
                  <a:pt x="4456637" y="1440102"/>
                  <a:pt x="4470663" y="1446002"/>
                  <a:pt x="4487861" y="1446423"/>
                </a:cubicBezTo>
                <a:cubicBezTo>
                  <a:pt x="4496014" y="1446338"/>
                  <a:pt x="4503507" y="1444583"/>
                  <a:pt x="4510341" y="1441158"/>
                </a:cubicBezTo>
                <a:cubicBezTo>
                  <a:pt x="4517175" y="1437734"/>
                  <a:pt x="4523061" y="1433153"/>
                  <a:pt x="4527998" y="1427417"/>
                </a:cubicBezTo>
                <a:lnTo>
                  <a:pt x="4527998" y="1444366"/>
                </a:lnTo>
                <a:lnTo>
                  <a:pt x="4552655" y="1444366"/>
                </a:lnTo>
                <a:lnTo>
                  <a:pt x="4552655" y="1233515"/>
                </a:lnTo>
                <a:close/>
                <a:moveTo>
                  <a:pt x="2718248" y="1233515"/>
                </a:moveTo>
                <a:lnTo>
                  <a:pt x="2718248" y="1344332"/>
                </a:lnTo>
                <a:cubicBezTo>
                  <a:pt x="2713311" y="1338585"/>
                  <a:pt x="2707426" y="1333962"/>
                  <a:pt x="2700591" y="1330463"/>
                </a:cubicBezTo>
                <a:cubicBezTo>
                  <a:pt x="2693757" y="1326963"/>
                  <a:pt x="2686264" y="1325165"/>
                  <a:pt x="2678111" y="1325069"/>
                </a:cubicBezTo>
                <a:cubicBezTo>
                  <a:pt x="2666774" y="1325199"/>
                  <a:pt x="2656693" y="1327965"/>
                  <a:pt x="2647868" y="1333367"/>
                </a:cubicBezTo>
                <a:cubicBezTo>
                  <a:pt x="2639043" y="1338768"/>
                  <a:pt x="2632091" y="1346028"/>
                  <a:pt x="2627010" y="1355144"/>
                </a:cubicBezTo>
                <a:cubicBezTo>
                  <a:pt x="2621930" y="1364261"/>
                  <a:pt x="2619338" y="1374456"/>
                  <a:pt x="2619236" y="1385730"/>
                </a:cubicBezTo>
                <a:cubicBezTo>
                  <a:pt x="2619583" y="1403012"/>
                  <a:pt x="2625182" y="1417343"/>
                  <a:pt x="2636035" y="1428722"/>
                </a:cubicBezTo>
                <a:cubicBezTo>
                  <a:pt x="2646888" y="1440102"/>
                  <a:pt x="2660913" y="1446002"/>
                  <a:pt x="2678111" y="1446423"/>
                </a:cubicBezTo>
                <a:cubicBezTo>
                  <a:pt x="2686264" y="1446338"/>
                  <a:pt x="2693757" y="1444583"/>
                  <a:pt x="2700591" y="1441158"/>
                </a:cubicBezTo>
                <a:cubicBezTo>
                  <a:pt x="2707426" y="1437734"/>
                  <a:pt x="2713311" y="1433153"/>
                  <a:pt x="2718248" y="1427417"/>
                </a:cubicBezTo>
                <a:lnTo>
                  <a:pt x="2718248" y="1444366"/>
                </a:lnTo>
                <a:lnTo>
                  <a:pt x="2742905" y="1444366"/>
                </a:lnTo>
                <a:lnTo>
                  <a:pt x="2742905" y="1233515"/>
                </a:lnTo>
                <a:close/>
                <a:moveTo>
                  <a:pt x="2356298" y="1233515"/>
                </a:moveTo>
                <a:lnTo>
                  <a:pt x="2356298" y="1344332"/>
                </a:lnTo>
                <a:cubicBezTo>
                  <a:pt x="2351361" y="1338585"/>
                  <a:pt x="2345476" y="1333962"/>
                  <a:pt x="2338641" y="1330463"/>
                </a:cubicBezTo>
                <a:cubicBezTo>
                  <a:pt x="2331807" y="1326963"/>
                  <a:pt x="2324314" y="1325165"/>
                  <a:pt x="2316161" y="1325069"/>
                </a:cubicBezTo>
                <a:cubicBezTo>
                  <a:pt x="2304824" y="1325199"/>
                  <a:pt x="2294743" y="1327965"/>
                  <a:pt x="2285918" y="1333367"/>
                </a:cubicBezTo>
                <a:cubicBezTo>
                  <a:pt x="2277093" y="1338768"/>
                  <a:pt x="2270140" y="1346028"/>
                  <a:pt x="2265060" y="1355144"/>
                </a:cubicBezTo>
                <a:cubicBezTo>
                  <a:pt x="2259980" y="1364261"/>
                  <a:pt x="2257388" y="1374456"/>
                  <a:pt x="2257286" y="1385730"/>
                </a:cubicBezTo>
                <a:cubicBezTo>
                  <a:pt x="2257633" y="1403012"/>
                  <a:pt x="2263232" y="1417343"/>
                  <a:pt x="2274085" y="1428722"/>
                </a:cubicBezTo>
                <a:cubicBezTo>
                  <a:pt x="2284938" y="1440102"/>
                  <a:pt x="2298963" y="1446002"/>
                  <a:pt x="2316161" y="1446423"/>
                </a:cubicBezTo>
                <a:cubicBezTo>
                  <a:pt x="2324314" y="1446338"/>
                  <a:pt x="2331807" y="1444583"/>
                  <a:pt x="2338641" y="1441158"/>
                </a:cubicBezTo>
                <a:cubicBezTo>
                  <a:pt x="2345476" y="1437734"/>
                  <a:pt x="2351361" y="1433153"/>
                  <a:pt x="2356298" y="1427417"/>
                </a:cubicBezTo>
                <a:lnTo>
                  <a:pt x="2356298" y="1444366"/>
                </a:lnTo>
                <a:lnTo>
                  <a:pt x="2380955" y="1444366"/>
                </a:lnTo>
                <a:lnTo>
                  <a:pt x="2380955" y="1233515"/>
                </a:lnTo>
                <a:close/>
                <a:moveTo>
                  <a:pt x="5678748" y="1088903"/>
                </a:moveTo>
                <a:lnTo>
                  <a:pt x="5699335" y="1088903"/>
                </a:lnTo>
                <a:lnTo>
                  <a:pt x="5699335" y="1099972"/>
                </a:lnTo>
                <a:cubicBezTo>
                  <a:pt x="5698321" y="1104794"/>
                  <a:pt x="5695330" y="1109438"/>
                  <a:pt x="5690360" y="1113906"/>
                </a:cubicBezTo>
                <a:cubicBezTo>
                  <a:pt x="5685390" y="1118373"/>
                  <a:pt x="5678346" y="1120765"/>
                  <a:pt x="5669227" y="1121082"/>
                </a:cubicBezTo>
                <a:cubicBezTo>
                  <a:pt x="5663126" y="1121039"/>
                  <a:pt x="5657958" y="1119709"/>
                  <a:pt x="5653722" y="1117091"/>
                </a:cubicBezTo>
                <a:cubicBezTo>
                  <a:pt x="5649487" y="1114474"/>
                  <a:pt x="5647278" y="1110827"/>
                  <a:pt x="5647096" y="1106150"/>
                </a:cubicBezTo>
                <a:cubicBezTo>
                  <a:pt x="5647096" y="1100364"/>
                  <a:pt x="5649734" y="1096041"/>
                  <a:pt x="5655009" y="1093182"/>
                </a:cubicBezTo>
                <a:cubicBezTo>
                  <a:pt x="5660284" y="1090324"/>
                  <a:pt x="5668197" y="1088897"/>
                  <a:pt x="5678748" y="1088903"/>
                </a:cubicBezTo>
                <a:close/>
                <a:moveTo>
                  <a:pt x="3964248" y="1088903"/>
                </a:moveTo>
                <a:lnTo>
                  <a:pt x="3984835" y="1088903"/>
                </a:lnTo>
                <a:lnTo>
                  <a:pt x="3984835" y="1099972"/>
                </a:lnTo>
                <a:cubicBezTo>
                  <a:pt x="3983821" y="1104794"/>
                  <a:pt x="3980830" y="1109438"/>
                  <a:pt x="3975860" y="1113906"/>
                </a:cubicBezTo>
                <a:cubicBezTo>
                  <a:pt x="3970891" y="1118373"/>
                  <a:pt x="3963846" y="1120765"/>
                  <a:pt x="3954727" y="1121082"/>
                </a:cubicBezTo>
                <a:cubicBezTo>
                  <a:pt x="3948626" y="1121039"/>
                  <a:pt x="3943458" y="1119709"/>
                  <a:pt x="3939223" y="1117091"/>
                </a:cubicBezTo>
                <a:cubicBezTo>
                  <a:pt x="3934987" y="1114474"/>
                  <a:pt x="3932778" y="1110827"/>
                  <a:pt x="3932596" y="1106150"/>
                </a:cubicBezTo>
                <a:cubicBezTo>
                  <a:pt x="3932596" y="1100364"/>
                  <a:pt x="3935234" y="1096041"/>
                  <a:pt x="3940509" y="1093182"/>
                </a:cubicBezTo>
                <a:cubicBezTo>
                  <a:pt x="3945785" y="1090324"/>
                  <a:pt x="3953698" y="1088897"/>
                  <a:pt x="3964248" y="1088903"/>
                </a:cubicBezTo>
                <a:close/>
                <a:moveTo>
                  <a:pt x="3630873" y="1088903"/>
                </a:moveTo>
                <a:lnTo>
                  <a:pt x="3651460" y="1088903"/>
                </a:lnTo>
                <a:lnTo>
                  <a:pt x="3651460" y="1099972"/>
                </a:lnTo>
                <a:cubicBezTo>
                  <a:pt x="3650447" y="1104794"/>
                  <a:pt x="3647455" y="1109438"/>
                  <a:pt x="3642485" y="1113906"/>
                </a:cubicBezTo>
                <a:cubicBezTo>
                  <a:pt x="3637516" y="1118373"/>
                  <a:pt x="3630471" y="1120765"/>
                  <a:pt x="3621352" y="1121082"/>
                </a:cubicBezTo>
                <a:cubicBezTo>
                  <a:pt x="3615251" y="1121039"/>
                  <a:pt x="3610083" y="1119709"/>
                  <a:pt x="3605848" y="1117091"/>
                </a:cubicBezTo>
                <a:cubicBezTo>
                  <a:pt x="3601613" y="1114474"/>
                  <a:pt x="3599404" y="1110827"/>
                  <a:pt x="3599221" y="1106150"/>
                </a:cubicBezTo>
                <a:cubicBezTo>
                  <a:pt x="3599221" y="1100364"/>
                  <a:pt x="3601859" y="1096041"/>
                  <a:pt x="3607134" y="1093182"/>
                </a:cubicBezTo>
                <a:cubicBezTo>
                  <a:pt x="3612409" y="1090324"/>
                  <a:pt x="3620323" y="1088897"/>
                  <a:pt x="3630873" y="1088903"/>
                </a:cubicBezTo>
                <a:close/>
                <a:moveTo>
                  <a:pt x="2516448" y="1088903"/>
                </a:moveTo>
                <a:lnTo>
                  <a:pt x="2537035" y="1088903"/>
                </a:lnTo>
                <a:lnTo>
                  <a:pt x="2537035" y="1099972"/>
                </a:lnTo>
                <a:cubicBezTo>
                  <a:pt x="2536022" y="1104794"/>
                  <a:pt x="2533030" y="1109438"/>
                  <a:pt x="2528061" y="1113906"/>
                </a:cubicBezTo>
                <a:cubicBezTo>
                  <a:pt x="2523091" y="1118373"/>
                  <a:pt x="2516046" y="1120765"/>
                  <a:pt x="2506927" y="1121082"/>
                </a:cubicBezTo>
                <a:cubicBezTo>
                  <a:pt x="2500826" y="1121039"/>
                  <a:pt x="2495658" y="1119709"/>
                  <a:pt x="2491423" y="1117091"/>
                </a:cubicBezTo>
                <a:cubicBezTo>
                  <a:pt x="2487188" y="1114474"/>
                  <a:pt x="2484979" y="1110827"/>
                  <a:pt x="2484796" y="1106150"/>
                </a:cubicBezTo>
                <a:cubicBezTo>
                  <a:pt x="2484796" y="1100364"/>
                  <a:pt x="2487434" y="1096041"/>
                  <a:pt x="2492710" y="1093182"/>
                </a:cubicBezTo>
                <a:cubicBezTo>
                  <a:pt x="2497985" y="1090324"/>
                  <a:pt x="2505898" y="1088897"/>
                  <a:pt x="2516448" y="1088903"/>
                </a:cubicBezTo>
                <a:close/>
                <a:moveTo>
                  <a:pt x="2078298" y="1088903"/>
                </a:moveTo>
                <a:lnTo>
                  <a:pt x="2098885" y="1088903"/>
                </a:lnTo>
                <a:lnTo>
                  <a:pt x="2098885" y="1099972"/>
                </a:lnTo>
                <a:cubicBezTo>
                  <a:pt x="2097872" y="1104794"/>
                  <a:pt x="2094880" y="1109438"/>
                  <a:pt x="2089910" y="1113906"/>
                </a:cubicBezTo>
                <a:cubicBezTo>
                  <a:pt x="2084941" y="1118373"/>
                  <a:pt x="2077896" y="1120765"/>
                  <a:pt x="2068777" y="1121082"/>
                </a:cubicBezTo>
                <a:cubicBezTo>
                  <a:pt x="2062676" y="1121039"/>
                  <a:pt x="2057508" y="1119709"/>
                  <a:pt x="2053273" y="1117091"/>
                </a:cubicBezTo>
                <a:cubicBezTo>
                  <a:pt x="2049037" y="1114474"/>
                  <a:pt x="2046829" y="1110827"/>
                  <a:pt x="2046646" y="1106150"/>
                </a:cubicBezTo>
                <a:cubicBezTo>
                  <a:pt x="2046646" y="1100364"/>
                  <a:pt x="2049284" y="1096041"/>
                  <a:pt x="2054559" y="1093182"/>
                </a:cubicBezTo>
                <a:cubicBezTo>
                  <a:pt x="2059835" y="1090324"/>
                  <a:pt x="2067748" y="1088897"/>
                  <a:pt x="2078298" y="1088903"/>
                </a:cubicBezTo>
                <a:close/>
                <a:moveTo>
                  <a:pt x="6654153" y="1044926"/>
                </a:moveTo>
                <a:cubicBezTo>
                  <a:pt x="6664321" y="1045188"/>
                  <a:pt x="6672800" y="1048715"/>
                  <a:pt x="6679592" y="1055507"/>
                </a:cubicBezTo>
                <a:cubicBezTo>
                  <a:pt x="6686383" y="1062298"/>
                  <a:pt x="6689910" y="1070778"/>
                  <a:pt x="6690173" y="1080946"/>
                </a:cubicBezTo>
                <a:cubicBezTo>
                  <a:pt x="6689910" y="1091227"/>
                  <a:pt x="6686383" y="1099739"/>
                  <a:pt x="6679592" y="1106482"/>
                </a:cubicBezTo>
                <a:cubicBezTo>
                  <a:pt x="6672800" y="1113225"/>
                  <a:pt x="6664321" y="1116720"/>
                  <a:pt x="6654153" y="1116967"/>
                </a:cubicBezTo>
                <a:cubicBezTo>
                  <a:pt x="6643861" y="1116720"/>
                  <a:pt x="6635306" y="1113225"/>
                  <a:pt x="6628488" y="1106482"/>
                </a:cubicBezTo>
                <a:cubicBezTo>
                  <a:pt x="6621670" y="1099739"/>
                  <a:pt x="6618132" y="1091227"/>
                  <a:pt x="6617875" y="1080946"/>
                </a:cubicBezTo>
                <a:cubicBezTo>
                  <a:pt x="6618132" y="1070778"/>
                  <a:pt x="6621670" y="1062298"/>
                  <a:pt x="6628488" y="1055507"/>
                </a:cubicBezTo>
                <a:cubicBezTo>
                  <a:pt x="6635306" y="1048715"/>
                  <a:pt x="6643861" y="1045188"/>
                  <a:pt x="6654153" y="1044926"/>
                </a:cubicBezTo>
                <a:close/>
                <a:moveTo>
                  <a:pt x="6025502" y="1044926"/>
                </a:moveTo>
                <a:cubicBezTo>
                  <a:pt x="6035671" y="1045188"/>
                  <a:pt x="6044151" y="1048715"/>
                  <a:pt x="6050942" y="1055507"/>
                </a:cubicBezTo>
                <a:cubicBezTo>
                  <a:pt x="6057733" y="1062298"/>
                  <a:pt x="6061260" y="1070778"/>
                  <a:pt x="6061523" y="1080946"/>
                </a:cubicBezTo>
                <a:cubicBezTo>
                  <a:pt x="6061260" y="1091227"/>
                  <a:pt x="6057733" y="1099739"/>
                  <a:pt x="6050942" y="1106482"/>
                </a:cubicBezTo>
                <a:cubicBezTo>
                  <a:pt x="6044151" y="1113225"/>
                  <a:pt x="6035671" y="1116720"/>
                  <a:pt x="6025502" y="1116967"/>
                </a:cubicBezTo>
                <a:cubicBezTo>
                  <a:pt x="6015211" y="1116720"/>
                  <a:pt x="6006656" y="1113225"/>
                  <a:pt x="5999838" y="1106482"/>
                </a:cubicBezTo>
                <a:cubicBezTo>
                  <a:pt x="5993020" y="1099739"/>
                  <a:pt x="5989482" y="1091227"/>
                  <a:pt x="5989225" y="1080946"/>
                </a:cubicBezTo>
                <a:cubicBezTo>
                  <a:pt x="5989482" y="1070778"/>
                  <a:pt x="5993020" y="1062298"/>
                  <a:pt x="5999838" y="1055507"/>
                </a:cubicBezTo>
                <a:cubicBezTo>
                  <a:pt x="6006656" y="1048715"/>
                  <a:pt x="6015211" y="1045188"/>
                  <a:pt x="6025502" y="1044926"/>
                </a:cubicBezTo>
                <a:close/>
                <a:moveTo>
                  <a:pt x="5873102" y="1044926"/>
                </a:moveTo>
                <a:cubicBezTo>
                  <a:pt x="5883270" y="1045188"/>
                  <a:pt x="5891750" y="1048715"/>
                  <a:pt x="5898542" y="1055507"/>
                </a:cubicBezTo>
                <a:cubicBezTo>
                  <a:pt x="5905333" y="1062298"/>
                  <a:pt x="5908860" y="1070778"/>
                  <a:pt x="5909123" y="1080946"/>
                </a:cubicBezTo>
                <a:cubicBezTo>
                  <a:pt x="5908860" y="1091227"/>
                  <a:pt x="5905333" y="1099739"/>
                  <a:pt x="5898542" y="1106482"/>
                </a:cubicBezTo>
                <a:cubicBezTo>
                  <a:pt x="5891750" y="1113225"/>
                  <a:pt x="5883271" y="1116720"/>
                  <a:pt x="5873102" y="1116967"/>
                </a:cubicBezTo>
                <a:cubicBezTo>
                  <a:pt x="5862811" y="1116720"/>
                  <a:pt x="5854256" y="1113225"/>
                  <a:pt x="5847438" y="1106482"/>
                </a:cubicBezTo>
                <a:cubicBezTo>
                  <a:pt x="5840620" y="1099739"/>
                  <a:pt x="5837082" y="1091227"/>
                  <a:pt x="5836824" y="1080946"/>
                </a:cubicBezTo>
                <a:cubicBezTo>
                  <a:pt x="5837082" y="1070778"/>
                  <a:pt x="5840620" y="1062298"/>
                  <a:pt x="5847438" y="1055507"/>
                </a:cubicBezTo>
                <a:cubicBezTo>
                  <a:pt x="5854256" y="1048715"/>
                  <a:pt x="5862811" y="1045188"/>
                  <a:pt x="5873102" y="1044926"/>
                </a:cubicBezTo>
                <a:close/>
                <a:moveTo>
                  <a:pt x="5454002" y="1044926"/>
                </a:moveTo>
                <a:cubicBezTo>
                  <a:pt x="5464170" y="1045188"/>
                  <a:pt x="5472650" y="1048715"/>
                  <a:pt x="5479442" y="1055507"/>
                </a:cubicBezTo>
                <a:cubicBezTo>
                  <a:pt x="5486233" y="1062298"/>
                  <a:pt x="5489760" y="1070778"/>
                  <a:pt x="5490023" y="1080946"/>
                </a:cubicBezTo>
                <a:cubicBezTo>
                  <a:pt x="5489760" y="1091227"/>
                  <a:pt x="5486233" y="1099739"/>
                  <a:pt x="5479442" y="1106482"/>
                </a:cubicBezTo>
                <a:cubicBezTo>
                  <a:pt x="5472650" y="1113225"/>
                  <a:pt x="5464170" y="1116720"/>
                  <a:pt x="5454002" y="1116967"/>
                </a:cubicBezTo>
                <a:cubicBezTo>
                  <a:pt x="5443711" y="1116720"/>
                  <a:pt x="5435156" y="1113225"/>
                  <a:pt x="5428338" y="1106482"/>
                </a:cubicBezTo>
                <a:cubicBezTo>
                  <a:pt x="5421520" y="1099739"/>
                  <a:pt x="5417982" y="1091227"/>
                  <a:pt x="5417725" y="1080946"/>
                </a:cubicBezTo>
                <a:cubicBezTo>
                  <a:pt x="5417982" y="1070778"/>
                  <a:pt x="5421520" y="1062298"/>
                  <a:pt x="5428338" y="1055507"/>
                </a:cubicBezTo>
                <a:cubicBezTo>
                  <a:pt x="5435156" y="1048715"/>
                  <a:pt x="5443711" y="1045188"/>
                  <a:pt x="5454002" y="1044926"/>
                </a:cubicBezTo>
                <a:close/>
                <a:moveTo>
                  <a:pt x="5168252" y="1044926"/>
                </a:moveTo>
                <a:cubicBezTo>
                  <a:pt x="5178420" y="1045188"/>
                  <a:pt x="5186900" y="1048715"/>
                  <a:pt x="5193692" y="1055507"/>
                </a:cubicBezTo>
                <a:cubicBezTo>
                  <a:pt x="5200483" y="1062298"/>
                  <a:pt x="5204010" y="1070778"/>
                  <a:pt x="5204273" y="1080946"/>
                </a:cubicBezTo>
                <a:cubicBezTo>
                  <a:pt x="5204010" y="1091227"/>
                  <a:pt x="5200483" y="1099739"/>
                  <a:pt x="5193692" y="1106482"/>
                </a:cubicBezTo>
                <a:cubicBezTo>
                  <a:pt x="5186900" y="1113225"/>
                  <a:pt x="5178420" y="1116720"/>
                  <a:pt x="5168252" y="1116967"/>
                </a:cubicBezTo>
                <a:cubicBezTo>
                  <a:pt x="5157961" y="1116720"/>
                  <a:pt x="5149406" y="1113225"/>
                  <a:pt x="5142588" y="1106482"/>
                </a:cubicBezTo>
                <a:cubicBezTo>
                  <a:pt x="5135770" y="1099739"/>
                  <a:pt x="5132232" y="1091227"/>
                  <a:pt x="5131974" y="1080946"/>
                </a:cubicBezTo>
                <a:cubicBezTo>
                  <a:pt x="5132232" y="1070778"/>
                  <a:pt x="5135770" y="1062298"/>
                  <a:pt x="5142588" y="1055507"/>
                </a:cubicBezTo>
                <a:cubicBezTo>
                  <a:pt x="5149406" y="1048715"/>
                  <a:pt x="5157961" y="1045188"/>
                  <a:pt x="5168252" y="1044926"/>
                </a:cubicBezTo>
                <a:close/>
                <a:moveTo>
                  <a:pt x="4158603" y="1044926"/>
                </a:moveTo>
                <a:cubicBezTo>
                  <a:pt x="4168771" y="1045188"/>
                  <a:pt x="4177251" y="1048715"/>
                  <a:pt x="4184042" y="1055507"/>
                </a:cubicBezTo>
                <a:cubicBezTo>
                  <a:pt x="4190833" y="1062298"/>
                  <a:pt x="4194360" y="1070778"/>
                  <a:pt x="4194623" y="1080946"/>
                </a:cubicBezTo>
                <a:cubicBezTo>
                  <a:pt x="4194360" y="1091227"/>
                  <a:pt x="4190833" y="1099739"/>
                  <a:pt x="4184042" y="1106482"/>
                </a:cubicBezTo>
                <a:cubicBezTo>
                  <a:pt x="4177251" y="1113225"/>
                  <a:pt x="4168771" y="1116720"/>
                  <a:pt x="4158603" y="1116967"/>
                </a:cubicBezTo>
                <a:cubicBezTo>
                  <a:pt x="4148311" y="1116720"/>
                  <a:pt x="4139756" y="1113225"/>
                  <a:pt x="4132938" y="1106482"/>
                </a:cubicBezTo>
                <a:cubicBezTo>
                  <a:pt x="4126120" y="1099739"/>
                  <a:pt x="4122582" y="1091227"/>
                  <a:pt x="4122325" y="1080946"/>
                </a:cubicBezTo>
                <a:cubicBezTo>
                  <a:pt x="4122582" y="1070778"/>
                  <a:pt x="4126120" y="1062298"/>
                  <a:pt x="4132938" y="1055507"/>
                </a:cubicBezTo>
                <a:cubicBezTo>
                  <a:pt x="4139756" y="1048715"/>
                  <a:pt x="4148311" y="1045188"/>
                  <a:pt x="4158603" y="1044926"/>
                </a:cubicBezTo>
                <a:close/>
                <a:moveTo>
                  <a:pt x="3089487" y="1042868"/>
                </a:moveTo>
                <a:cubicBezTo>
                  <a:pt x="3099204" y="1042949"/>
                  <a:pt x="3107089" y="1045427"/>
                  <a:pt x="3113141" y="1050303"/>
                </a:cubicBezTo>
                <a:cubicBezTo>
                  <a:pt x="3119194" y="1055179"/>
                  <a:pt x="3122965" y="1061970"/>
                  <a:pt x="3124454" y="1070675"/>
                </a:cubicBezTo>
                <a:lnTo>
                  <a:pt x="3056835" y="1070675"/>
                </a:lnTo>
                <a:cubicBezTo>
                  <a:pt x="3058614" y="1063321"/>
                  <a:pt x="3062192" y="1056917"/>
                  <a:pt x="3067569" y="1051461"/>
                </a:cubicBezTo>
                <a:cubicBezTo>
                  <a:pt x="3072947" y="1046006"/>
                  <a:pt x="3080253" y="1043142"/>
                  <a:pt x="3089487" y="1042868"/>
                </a:cubicBezTo>
                <a:close/>
                <a:moveTo>
                  <a:pt x="2746588" y="1042868"/>
                </a:moveTo>
                <a:cubicBezTo>
                  <a:pt x="2756304" y="1042949"/>
                  <a:pt x="2764189" y="1045427"/>
                  <a:pt x="2770241" y="1050303"/>
                </a:cubicBezTo>
                <a:cubicBezTo>
                  <a:pt x="2776294" y="1055179"/>
                  <a:pt x="2780065" y="1061970"/>
                  <a:pt x="2781554" y="1070675"/>
                </a:cubicBezTo>
                <a:lnTo>
                  <a:pt x="2713935" y="1070675"/>
                </a:lnTo>
                <a:cubicBezTo>
                  <a:pt x="2715713" y="1063321"/>
                  <a:pt x="2719291" y="1056917"/>
                  <a:pt x="2724669" y="1051461"/>
                </a:cubicBezTo>
                <a:cubicBezTo>
                  <a:pt x="2730047" y="1046006"/>
                  <a:pt x="2737353" y="1043142"/>
                  <a:pt x="2746588" y="1042868"/>
                </a:cubicBezTo>
                <a:close/>
                <a:moveTo>
                  <a:pt x="6823094" y="1022294"/>
                </a:moveTo>
                <a:lnTo>
                  <a:pt x="6823094" y="1139566"/>
                </a:lnTo>
                <a:lnTo>
                  <a:pt x="6847751" y="1139566"/>
                </a:lnTo>
                <a:lnTo>
                  <a:pt x="6847751" y="1022294"/>
                </a:lnTo>
                <a:close/>
                <a:moveTo>
                  <a:pt x="6213494" y="1022294"/>
                </a:moveTo>
                <a:lnTo>
                  <a:pt x="6213494" y="1139566"/>
                </a:lnTo>
                <a:lnTo>
                  <a:pt x="6238151" y="1139566"/>
                </a:lnTo>
                <a:lnTo>
                  <a:pt x="6238151" y="1022294"/>
                </a:lnTo>
                <a:close/>
                <a:moveTo>
                  <a:pt x="5352524" y="1022294"/>
                </a:moveTo>
                <a:lnTo>
                  <a:pt x="5312413" y="1110280"/>
                </a:lnTo>
                <a:lnTo>
                  <a:pt x="5272303" y="1022326"/>
                </a:lnTo>
                <a:lnTo>
                  <a:pt x="5242992" y="1022326"/>
                </a:lnTo>
                <a:lnTo>
                  <a:pt x="5299300" y="1139566"/>
                </a:lnTo>
                <a:lnTo>
                  <a:pt x="5325783" y="1139566"/>
                </a:lnTo>
                <a:lnTo>
                  <a:pt x="5381835" y="1022294"/>
                </a:lnTo>
                <a:close/>
                <a:moveTo>
                  <a:pt x="5056502" y="1022294"/>
                </a:moveTo>
                <a:lnTo>
                  <a:pt x="5056502" y="1070643"/>
                </a:lnTo>
                <a:cubicBezTo>
                  <a:pt x="5056475" y="1084176"/>
                  <a:pt x="5053441" y="1095212"/>
                  <a:pt x="5047401" y="1103750"/>
                </a:cubicBezTo>
                <a:cubicBezTo>
                  <a:pt x="5041359" y="1112289"/>
                  <a:pt x="5032472" y="1116694"/>
                  <a:pt x="5020738" y="1116967"/>
                </a:cubicBezTo>
                <a:cubicBezTo>
                  <a:pt x="5010473" y="1116795"/>
                  <a:pt x="5002443" y="1113345"/>
                  <a:pt x="4996649" y="1106616"/>
                </a:cubicBezTo>
                <a:cubicBezTo>
                  <a:pt x="4990854" y="1099886"/>
                  <a:pt x="4987906" y="1090906"/>
                  <a:pt x="4987804" y="1079676"/>
                </a:cubicBezTo>
                <a:lnTo>
                  <a:pt x="4987804" y="1022326"/>
                </a:lnTo>
                <a:lnTo>
                  <a:pt x="4963148" y="1022326"/>
                </a:lnTo>
                <a:lnTo>
                  <a:pt x="4963148" y="1081734"/>
                </a:lnTo>
                <a:cubicBezTo>
                  <a:pt x="4963061" y="1098969"/>
                  <a:pt x="4967151" y="1113161"/>
                  <a:pt x="4975417" y="1124312"/>
                </a:cubicBezTo>
                <a:cubicBezTo>
                  <a:pt x="4983684" y="1135463"/>
                  <a:pt x="4996647" y="1141234"/>
                  <a:pt x="5014306" y="1141623"/>
                </a:cubicBezTo>
                <a:cubicBezTo>
                  <a:pt x="5023719" y="1141527"/>
                  <a:pt x="5031973" y="1139344"/>
                  <a:pt x="5039070" y="1135074"/>
                </a:cubicBezTo>
                <a:cubicBezTo>
                  <a:pt x="5046167" y="1130804"/>
                  <a:pt x="5051978" y="1125025"/>
                  <a:pt x="5056502" y="1117737"/>
                </a:cubicBezTo>
                <a:lnTo>
                  <a:pt x="5056502" y="1139566"/>
                </a:lnTo>
                <a:lnTo>
                  <a:pt x="5081159" y="1139566"/>
                </a:lnTo>
                <a:lnTo>
                  <a:pt x="5081159" y="1022294"/>
                </a:lnTo>
                <a:close/>
                <a:moveTo>
                  <a:pt x="4504052" y="1022294"/>
                </a:moveTo>
                <a:lnTo>
                  <a:pt x="4504052" y="1070643"/>
                </a:lnTo>
                <a:cubicBezTo>
                  <a:pt x="4504025" y="1084176"/>
                  <a:pt x="4500991" y="1095212"/>
                  <a:pt x="4494950" y="1103750"/>
                </a:cubicBezTo>
                <a:cubicBezTo>
                  <a:pt x="4488909" y="1112289"/>
                  <a:pt x="4480022" y="1116694"/>
                  <a:pt x="4468288" y="1116967"/>
                </a:cubicBezTo>
                <a:cubicBezTo>
                  <a:pt x="4458023" y="1116795"/>
                  <a:pt x="4449993" y="1113345"/>
                  <a:pt x="4444199" y="1106616"/>
                </a:cubicBezTo>
                <a:cubicBezTo>
                  <a:pt x="4438404" y="1099886"/>
                  <a:pt x="4435456" y="1090906"/>
                  <a:pt x="4435354" y="1079676"/>
                </a:cubicBezTo>
                <a:lnTo>
                  <a:pt x="4435354" y="1022326"/>
                </a:lnTo>
                <a:lnTo>
                  <a:pt x="4410697" y="1022326"/>
                </a:lnTo>
                <a:lnTo>
                  <a:pt x="4410697" y="1081734"/>
                </a:lnTo>
                <a:cubicBezTo>
                  <a:pt x="4410611" y="1098969"/>
                  <a:pt x="4414701" y="1113161"/>
                  <a:pt x="4422967" y="1124312"/>
                </a:cubicBezTo>
                <a:cubicBezTo>
                  <a:pt x="4431234" y="1135463"/>
                  <a:pt x="4444197" y="1141234"/>
                  <a:pt x="4461856" y="1141623"/>
                </a:cubicBezTo>
                <a:cubicBezTo>
                  <a:pt x="4471268" y="1141527"/>
                  <a:pt x="4479523" y="1139344"/>
                  <a:pt x="4486621" y="1135074"/>
                </a:cubicBezTo>
                <a:cubicBezTo>
                  <a:pt x="4493717" y="1130804"/>
                  <a:pt x="4499528" y="1125025"/>
                  <a:pt x="4504052" y="1117737"/>
                </a:cubicBezTo>
                <a:lnTo>
                  <a:pt x="4504052" y="1139566"/>
                </a:lnTo>
                <a:lnTo>
                  <a:pt x="4528709" y="1139566"/>
                </a:lnTo>
                <a:lnTo>
                  <a:pt x="4528709" y="1022294"/>
                </a:lnTo>
                <a:close/>
                <a:moveTo>
                  <a:pt x="4260870" y="1022294"/>
                </a:moveTo>
                <a:lnTo>
                  <a:pt x="4260870" y="1139566"/>
                </a:lnTo>
                <a:lnTo>
                  <a:pt x="4285526" y="1139566"/>
                </a:lnTo>
                <a:lnTo>
                  <a:pt x="4285526" y="1022294"/>
                </a:lnTo>
                <a:close/>
                <a:moveTo>
                  <a:pt x="3851294" y="1022294"/>
                </a:moveTo>
                <a:lnTo>
                  <a:pt x="3851294" y="1139566"/>
                </a:lnTo>
                <a:lnTo>
                  <a:pt x="3875951" y="1139566"/>
                </a:lnTo>
                <a:lnTo>
                  <a:pt x="3875951" y="1022294"/>
                </a:lnTo>
                <a:close/>
                <a:moveTo>
                  <a:pt x="3384570" y="1022294"/>
                </a:moveTo>
                <a:lnTo>
                  <a:pt x="3384570" y="1139566"/>
                </a:lnTo>
                <a:lnTo>
                  <a:pt x="3409226" y="1139566"/>
                </a:lnTo>
                <a:lnTo>
                  <a:pt x="3409226" y="1022294"/>
                </a:lnTo>
                <a:close/>
                <a:moveTo>
                  <a:pt x="2313302" y="1022294"/>
                </a:moveTo>
                <a:lnTo>
                  <a:pt x="2313302" y="1070643"/>
                </a:lnTo>
                <a:cubicBezTo>
                  <a:pt x="2313276" y="1084176"/>
                  <a:pt x="2310242" y="1095212"/>
                  <a:pt x="2304201" y="1103750"/>
                </a:cubicBezTo>
                <a:cubicBezTo>
                  <a:pt x="2298160" y="1112289"/>
                  <a:pt x="2289272" y="1116694"/>
                  <a:pt x="2277538" y="1116967"/>
                </a:cubicBezTo>
                <a:cubicBezTo>
                  <a:pt x="2267273" y="1116795"/>
                  <a:pt x="2259243" y="1113345"/>
                  <a:pt x="2253449" y="1106616"/>
                </a:cubicBezTo>
                <a:cubicBezTo>
                  <a:pt x="2247654" y="1099886"/>
                  <a:pt x="2244706" y="1090906"/>
                  <a:pt x="2244604" y="1079676"/>
                </a:cubicBezTo>
                <a:lnTo>
                  <a:pt x="2244604" y="1022326"/>
                </a:lnTo>
                <a:lnTo>
                  <a:pt x="2219948" y="1022326"/>
                </a:lnTo>
                <a:lnTo>
                  <a:pt x="2219948" y="1081734"/>
                </a:lnTo>
                <a:cubicBezTo>
                  <a:pt x="2219861" y="1098969"/>
                  <a:pt x="2223951" y="1113161"/>
                  <a:pt x="2232218" y="1124312"/>
                </a:cubicBezTo>
                <a:cubicBezTo>
                  <a:pt x="2240484" y="1135463"/>
                  <a:pt x="2253447" y="1141234"/>
                  <a:pt x="2271106" y="1141623"/>
                </a:cubicBezTo>
                <a:cubicBezTo>
                  <a:pt x="2280519" y="1141527"/>
                  <a:pt x="2288774" y="1139344"/>
                  <a:pt x="2295871" y="1135074"/>
                </a:cubicBezTo>
                <a:cubicBezTo>
                  <a:pt x="2302968" y="1130804"/>
                  <a:pt x="2308778" y="1125025"/>
                  <a:pt x="2313302" y="1117737"/>
                </a:cubicBezTo>
                <a:lnTo>
                  <a:pt x="2313302" y="1139566"/>
                </a:lnTo>
                <a:lnTo>
                  <a:pt x="2337959" y="1139566"/>
                </a:lnTo>
                <a:lnTo>
                  <a:pt x="2337959" y="1022294"/>
                </a:lnTo>
                <a:close/>
                <a:moveTo>
                  <a:pt x="1980674" y="1022294"/>
                </a:moveTo>
                <a:lnTo>
                  <a:pt x="1940564" y="1110280"/>
                </a:lnTo>
                <a:lnTo>
                  <a:pt x="1900453" y="1022326"/>
                </a:lnTo>
                <a:lnTo>
                  <a:pt x="1871142" y="1022326"/>
                </a:lnTo>
                <a:lnTo>
                  <a:pt x="1927451" y="1139566"/>
                </a:lnTo>
                <a:lnTo>
                  <a:pt x="1953934" y="1139566"/>
                </a:lnTo>
                <a:lnTo>
                  <a:pt x="2009985" y="1022294"/>
                </a:lnTo>
                <a:close/>
                <a:moveTo>
                  <a:pt x="6182249" y="1020751"/>
                </a:moveTo>
                <a:cubicBezTo>
                  <a:pt x="6173060" y="1021828"/>
                  <a:pt x="6164884" y="1024818"/>
                  <a:pt x="6157721" y="1029720"/>
                </a:cubicBezTo>
                <a:cubicBezTo>
                  <a:pt x="6150557" y="1034623"/>
                  <a:pt x="6144760" y="1041148"/>
                  <a:pt x="6140330" y="1049298"/>
                </a:cubicBezTo>
                <a:lnTo>
                  <a:pt x="6140330" y="1022294"/>
                </a:lnTo>
                <a:lnTo>
                  <a:pt x="6115673" y="1022294"/>
                </a:lnTo>
                <a:lnTo>
                  <a:pt x="6115673" y="1139566"/>
                </a:lnTo>
                <a:lnTo>
                  <a:pt x="6140330" y="1139566"/>
                </a:lnTo>
                <a:lnTo>
                  <a:pt x="6140330" y="1093275"/>
                </a:lnTo>
                <a:cubicBezTo>
                  <a:pt x="6140308" y="1079462"/>
                  <a:pt x="6143758" y="1068768"/>
                  <a:pt x="6150681" y="1061192"/>
                </a:cubicBezTo>
                <a:cubicBezTo>
                  <a:pt x="6157603" y="1053616"/>
                  <a:pt x="6168126" y="1050251"/>
                  <a:pt x="6182249" y="1051098"/>
                </a:cubicBezTo>
                <a:close/>
                <a:moveTo>
                  <a:pt x="2667524" y="1020751"/>
                </a:moveTo>
                <a:cubicBezTo>
                  <a:pt x="2658335" y="1021828"/>
                  <a:pt x="2650159" y="1024818"/>
                  <a:pt x="2642996" y="1029720"/>
                </a:cubicBezTo>
                <a:cubicBezTo>
                  <a:pt x="2635832" y="1034623"/>
                  <a:pt x="2630035" y="1041148"/>
                  <a:pt x="2625604" y="1049298"/>
                </a:cubicBezTo>
                <a:lnTo>
                  <a:pt x="2625604" y="1022294"/>
                </a:lnTo>
                <a:lnTo>
                  <a:pt x="2600948" y="1022294"/>
                </a:lnTo>
                <a:lnTo>
                  <a:pt x="2600948" y="1139566"/>
                </a:lnTo>
                <a:lnTo>
                  <a:pt x="2625604" y="1139566"/>
                </a:lnTo>
                <a:lnTo>
                  <a:pt x="2625604" y="1093275"/>
                </a:lnTo>
                <a:cubicBezTo>
                  <a:pt x="2625583" y="1079462"/>
                  <a:pt x="2629033" y="1068768"/>
                  <a:pt x="2635956" y="1061192"/>
                </a:cubicBezTo>
                <a:cubicBezTo>
                  <a:pt x="2642878" y="1053616"/>
                  <a:pt x="2653401" y="1050251"/>
                  <a:pt x="2667524" y="1051098"/>
                </a:cubicBezTo>
                <a:close/>
                <a:moveTo>
                  <a:pt x="6954051" y="1020269"/>
                </a:moveTo>
                <a:cubicBezTo>
                  <a:pt x="6944638" y="1020365"/>
                  <a:pt x="6936383" y="1022548"/>
                  <a:pt x="6929286" y="1026818"/>
                </a:cubicBezTo>
                <a:cubicBezTo>
                  <a:pt x="6922189" y="1031088"/>
                  <a:pt x="6916378" y="1036867"/>
                  <a:pt x="6911854" y="1044155"/>
                </a:cubicBezTo>
                <a:lnTo>
                  <a:pt x="6911854" y="1022324"/>
                </a:lnTo>
                <a:lnTo>
                  <a:pt x="6887198" y="1022324"/>
                </a:lnTo>
                <a:lnTo>
                  <a:pt x="6887198" y="1139566"/>
                </a:lnTo>
                <a:lnTo>
                  <a:pt x="6911854" y="1139566"/>
                </a:lnTo>
                <a:lnTo>
                  <a:pt x="6911854" y="1091217"/>
                </a:lnTo>
                <a:cubicBezTo>
                  <a:pt x="6911881" y="1077699"/>
                  <a:pt x="6914915" y="1066673"/>
                  <a:pt x="6920956" y="1058138"/>
                </a:cubicBezTo>
                <a:cubicBezTo>
                  <a:pt x="6926997" y="1049603"/>
                  <a:pt x="6935884" y="1045199"/>
                  <a:pt x="6947618" y="1044926"/>
                </a:cubicBezTo>
                <a:cubicBezTo>
                  <a:pt x="6957894" y="1045092"/>
                  <a:pt x="6965967" y="1048553"/>
                  <a:pt x="6971836" y="1055309"/>
                </a:cubicBezTo>
                <a:cubicBezTo>
                  <a:pt x="6977706" y="1062065"/>
                  <a:pt x="6980696" y="1071120"/>
                  <a:pt x="6980809" y="1082473"/>
                </a:cubicBezTo>
                <a:lnTo>
                  <a:pt x="6980809" y="1139566"/>
                </a:lnTo>
                <a:lnTo>
                  <a:pt x="7005466" y="1139566"/>
                </a:lnTo>
                <a:lnTo>
                  <a:pt x="7005466" y="1080416"/>
                </a:lnTo>
                <a:cubicBezTo>
                  <a:pt x="7005558" y="1063058"/>
                  <a:pt x="7001457" y="1048790"/>
                  <a:pt x="6993164" y="1037612"/>
                </a:cubicBezTo>
                <a:cubicBezTo>
                  <a:pt x="6984870" y="1026434"/>
                  <a:pt x="6971833" y="1020653"/>
                  <a:pt x="6954051" y="1020269"/>
                </a:cubicBezTo>
                <a:close/>
                <a:moveTo>
                  <a:pt x="6654153" y="1020269"/>
                </a:moveTo>
                <a:cubicBezTo>
                  <a:pt x="6642521" y="1020399"/>
                  <a:pt x="6631970" y="1023165"/>
                  <a:pt x="6622498" y="1028567"/>
                </a:cubicBezTo>
                <a:cubicBezTo>
                  <a:pt x="6613027" y="1033970"/>
                  <a:pt x="6605471" y="1041231"/>
                  <a:pt x="6599830" y="1050350"/>
                </a:cubicBezTo>
                <a:cubicBezTo>
                  <a:pt x="6594190" y="1059469"/>
                  <a:pt x="6591300" y="1069668"/>
                  <a:pt x="6591161" y="1080946"/>
                </a:cubicBezTo>
                <a:cubicBezTo>
                  <a:pt x="6591300" y="1092306"/>
                  <a:pt x="6594190" y="1102543"/>
                  <a:pt x="6599830" y="1111657"/>
                </a:cubicBezTo>
                <a:cubicBezTo>
                  <a:pt x="6605471" y="1120772"/>
                  <a:pt x="6613027" y="1128013"/>
                  <a:pt x="6622498" y="1133382"/>
                </a:cubicBezTo>
                <a:cubicBezTo>
                  <a:pt x="6631969" y="1138751"/>
                  <a:pt x="6642521" y="1141499"/>
                  <a:pt x="6654153" y="1141623"/>
                </a:cubicBezTo>
                <a:cubicBezTo>
                  <a:pt x="6665780" y="1141499"/>
                  <a:pt x="6676310" y="1138751"/>
                  <a:pt x="6685740" y="1133382"/>
                </a:cubicBezTo>
                <a:cubicBezTo>
                  <a:pt x="6695170" y="1128013"/>
                  <a:pt x="6702685" y="1120772"/>
                  <a:pt x="6708284" y="1111657"/>
                </a:cubicBezTo>
                <a:cubicBezTo>
                  <a:pt x="6713883" y="1102543"/>
                  <a:pt x="6716751" y="1092306"/>
                  <a:pt x="6716887" y="1080946"/>
                </a:cubicBezTo>
                <a:cubicBezTo>
                  <a:pt x="6716751" y="1069668"/>
                  <a:pt x="6713883" y="1059469"/>
                  <a:pt x="6708284" y="1050350"/>
                </a:cubicBezTo>
                <a:cubicBezTo>
                  <a:pt x="6702685" y="1041231"/>
                  <a:pt x="6695170" y="1033970"/>
                  <a:pt x="6685740" y="1028567"/>
                </a:cubicBezTo>
                <a:cubicBezTo>
                  <a:pt x="6676310" y="1023165"/>
                  <a:pt x="6665780" y="1020399"/>
                  <a:pt x="6654153" y="1020269"/>
                </a:cubicBezTo>
                <a:close/>
                <a:moveTo>
                  <a:pt x="6435587" y="1020269"/>
                </a:moveTo>
                <a:cubicBezTo>
                  <a:pt x="6426972" y="1020360"/>
                  <a:pt x="6419499" y="1022297"/>
                  <a:pt x="6413168" y="1026080"/>
                </a:cubicBezTo>
                <a:cubicBezTo>
                  <a:pt x="6406837" y="1029863"/>
                  <a:pt x="6401616" y="1034946"/>
                  <a:pt x="6397505" y="1041330"/>
                </a:cubicBezTo>
                <a:lnTo>
                  <a:pt x="6397505" y="1022324"/>
                </a:lnTo>
                <a:lnTo>
                  <a:pt x="6372848" y="1022324"/>
                </a:lnTo>
                <a:lnTo>
                  <a:pt x="6372848" y="1139566"/>
                </a:lnTo>
                <a:lnTo>
                  <a:pt x="6397505" y="1139566"/>
                </a:lnTo>
                <a:lnTo>
                  <a:pt x="6397505" y="1089160"/>
                </a:lnTo>
                <a:cubicBezTo>
                  <a:pt x="6397461" y="1081975"/>
                  <a:pt x="6398462" y="1075028"/>
                  <a:pt x="6400506" y="1068319"/>
                </a:cubicBezTo>
                <a:cubicBezTo>
                  <a:pt x="6402551" y="1061610"/>
                  <a:pt x="6405895" y="1056073"/>
                  <a:pt x="6410542" y="1051707"/>
                </a:cubicBezTo>
                <a:cubicBezTo>
                  <a:pt x="6415187" y="1047342"/>
                  <a:pt x="6421392" y="1045081"/>
                  <a:pt x="6429154" y="1044926"/>
                </a:cubicBezTo>
                <a:cubicBezTo>
                  <a:pt x="6439248" y="1045220"/>
                  <a:pt x="6446592" y="1048939"/>
                  <a:pt x="6451186" y="1056081"/>
                </a:cubicBezTo>
                <a:cubicBezTo>
                  <a:pt x="6455780" y="1063223"/>
                  <a:pt x="6458042" y="1072020"/>
                  <a:pt x="6457973" y="1082473"/>
                </a:cubicBezTo>
                <a:lnTo>
                  <a:pt x="6457973" y="1139566"/>
                </a:lnTo>
                <a:lnTo>
                  <a:pt x="6482629" y="1139566"/>
                </a:lnTo>
                <a:lnTo>
                  <a:pt x="6482629" y="1089160"/>
                </a:lnTo>
                <a:cubicBezTo>
                  <a:pt x="6482585" y="1081975"/>
                  <a:pt x="6483589" y="1075028"/>
                  <a:pt x="6485641" y="1068319"/>
                </a:cubicBezTo>
                <a:cubicBezTo>
                  <a:pt x="6487693" y="1061610"/>
                  <a:pt x="6491060" y="1056073"/>
                  <a:pt x="6495743" y="1051707"/>
                </a:cubicBezTo>
                <a:cubicBezTo>
                  <a:pt x="6500425" y="1047342"/>
                  <a:pt x="6506689" y="1045081"/>
                  <a:pt x="6514536" y="1044926"/>
                </a:cubicBezTo>
                <a:cubicBezTo>
                  <a:pt x="6524517" y="1045220"/>
                  <a:pt x="6531829" y="1048939"/>
                  <a:pt x="6536472" y="1056081"/>
                </a:cubicBezTo>
                <a:cubicBezTo>
                  <a:pt x="6541114" y="1063223"/>
                  <a:pt x="6543408" y="1072020"/>
                  <a:pt x="6543355" y="1082473"/>
                </a:cubicBezTo>
                <a:lnTo>
                  <a:pt x="6543355" y="1139566"/>
                </a:lnTo>
                <a:lnTo>
                  <a:pt x="6568012" y="1139566"/>
                </a:lnTo>
                <a:lnTo>
                  <a:pt x="6568012" y="1080416"/>
                </a:lnTo>
                <a:cubicBezTo>
                  <a:pt x="6568189" y="1063058"/>
                  <a:pt x="6564431" y="1048790"/>
                  <a:pt x="6556737" y="1037612"/>
                </a:cubicBezTo>
                <a:cubicBezTo>
                  <a:pt x="6549043" y="1026434"/>
                  <a:pt x="6536348" y="1020653"/>
                  <a:pt x="6518653" y="1020269"/>
                </a:cubicBezTo>
                <a:cubicBezTo>
                  <a:pt x="6509105" y="1020387"/>
                  <a:pt x="6500733" y="1022720"/>
                  <a:pt x="6493534" y="1027268"/>
                </a:cubicBezTo>
                <a:cubicBezTo>
                  <a:pt x="6486336" y="1031816"/>
                  <a:pt x="6480475" y="1037874"/>
                  <a:pt x="6475952" y="1045440"/>
                </a:cubicBezTo>
                <a:cubicBezTo>
                  <a:pt x="6472378" y="1037649"/>
                  <a:pt x="6467453" y="1031527"/>
                  <a:pt x="6461177" y="1027075"/>
                </a:cubicBezTo>
                <a:cubicBezTo>
                  <a:pt x="6454902" y="1022623"/>
                  <a:pt x="6446372" y="1020355"/>
                  <a:pt x="6435587" y="1020269"/>
                </a:cubicBezTo>
                <a:close/>
                <a:moveTo>
                  <a:pt x="6025502" y="1020269"/>
                </a:moveTo>
                <a:cubicBezTo>
                  <a:pt x="6013871" y="1020399"/>
                  <a:pt x="6003320" y="1023165"/>
                  <a:pt x="5993848" y="1028567"/>
                </a:cubicBezTo>
                <a:cubicBezTo>
                  <a:pt x="5984377" y="1033970"/>
                  <a:pt x="5976821" y="1041231"/>
                  <a:pt x="5971180" y="1050350"/>
                </a:cubicBezTo>
                <a:cubicBezTo>
                  <a:pt x="5965540" y="1059469"/>
                  <a:pt x="5962650" y="1069668"/>
                  <a:pt x="5962510" y="1080946"/>
                </a:cubicBezTo>
                <a:cubicBezTo>
                  <a:pt x="5962650" y="1092306"/>
                  <a:pt x="5965540" y="1102543"/>
                  <a:pt x="5971180" y="1111657"/>
                </a:cubicBezTo>
                <a:cubicBezTo>
                  <a:pt x="5976821" y="1120772"/>
                  <a:pt x="5984377" y="1128013"/>
                  <a:pt x="5993848" y="1133382"/>
                </a:cubicBezTo>
                <a:cubicBezTo>
                  <a:pt x="6003320" y="1138751"/>
                  <a:pt x="6013871" y="1141499"/>
                  <a:pt x="6025502" y="1141623"/>
                </a:cubicBezTo>
                <a:cubicBezTo>
                  <a:pt x="6037131" y="1141499"/>
                  <a:pt x="6047660" y="1138751"/>
                  <a:pt x="6057090" y="1133382"/>
                </a:cubicBezTo>
                <a:cubicBezTo>
                  <a:pt x="6066520" y="1128013"/>
                  <a:pt x="6074035" y="1120772"/>
                  <a:pt x="6079634" y="1111657"/>
                </a:cubicBezTo>
                <a:cubicBezTo>
                  <a:pt x="6085233" y="1102543"/>
                  <a:pt x="6088101" y="1092306"/>
                  <a:pt x="6088237" y="1080946"/>
                </a:cubicBezTo>
                <a:cubicBezTo>
                  <a:pt x="6088101" y="1069668"/>
                  <a:pt x="6085233" y="1059469"/>
                  <a:pt x="6079634" y="1050350"/>
                </a:cubicBezTo>
                <a:cubicBezTo>
                  <a:pt x="6074035" y="1041231"/>
                  <a:pt x="6066520" y="1033970"/>
                  <a:pt x="6057090" y="1028567"/>
                </a:cubicBezTo>
                <a:cubicBezTo>
                  <a:pt x="6047660" y="1023165"/>
                  <a:pt x="6037131" y="1020399"/>
                  <a:pt x="6025502" y="1020269"/>
                </a:cubicBezTo>
                <a:close/>
                <a:moveTo>
                  <a:pt x="5868986" y="1020269"/>
                </a:moveTo>
                <a:cubicBezTo>
                  <a:pt x="5857649" y="1020399"/>
                  <a:pt x="5847568" y="1023165"/>
                  <a:pt x="5838743" y="1028567"/>
                </a:cubicBezTo>
                <a:cubicBezTo>
                  <a:pt x="5829918" y="1033970"/>
                  <a:pt x="5822965" y="1041231"/>
                  <a:pt x="5817885" y="1050350"/>
                </a:cubicBezTo>
                <a:cubicBezTo>
                  <a:pt x="5812805" y="1059469"/>
                  <a:pt x="5810213" y="1069668"/>
                  <a:pt x="5810110" y="1080946"/>
                </a:cubicBezTo>
                <a:cubicBezTo>
                  <a:pt x="5810457" y="1098220"/>
                  <a:pt x="5816057" y="1112546"/>
                  <a:pt x="5826910" y="1123924"/>
                </a:cubicBezTo>
                <a:cubicBezTo>
                  <a:pt x="5837762" y="1135302"/>
                  <a:pt x="5851788" y="1141202"/>
                  <a:pt x="5868986" y="1141623"/>
                </a:cubicBezTo>
                <a:cubicBezTo>
                  <a:pt x="5877138" y="1141538"/>
                  <a:pt x="5884632" y="1139783"/>
                  <a:pt x="5891466" y="1136358"/>
                </a:cubicBezTo>
                <a:cubicBezTo>
                  <a:pt x="5898301" y="1132934"/>
                  <a:pt x="5904186" y="1128353"/>
                  <a:pt x="5909123" y="1122617"/>
                </a:cubicBezTo>
                <a:lnTo>
                  <a:pt x="5909123" y="1134432"/>
                </a:lnTo>
                <a:cubicBezTo>
                  <a:pt x="5909134" y="1140218"/>
                  <a:pt x="5907768" y="1145824"/>
                  <a:pt x="5905025" y="1151250"/>
                </a:cubicBezTo>
                <a:cubicBezTo>
                  <a:pt x="5902282" y="1156677"/>
                  <a:pt x="5898096" y="1161160"/>
                  <a:pt x="5892466" y="1164701"/>
                </a:cubicBezTo>
                <a:cubicBezTo>
                  <a:pt x="5886835" y="1168241"/>
                  <a:pt x="5879695" y="1170075"/>
                  <a:pt x="5871044" y="1170202"/>
                </a:cubicBezTo>
                <a:cubicBezTo>
                  <a:pt x="5860511" y="1169912"/>
                  <a:pt x="5852182" y="1168110"/>
                  <a:pt x="5846055" y="1164795"/>
                </a:cubicBezTo>
                <a:cubicBezTo>
                  <a:pt x="5839929" y="1161480"/>
                  <a:pt x="5835910" y="1158391"/>
                  <a:pt x="5833999" y="1155527"/>
                </a:cubicBezTo>
                <a:lnTo>
                  <a:pt x="5813964" y="1169172"/>
                </a:lnTo>
                <a:cubicBezTo>
                  <a:pt x="5818056" y="1175648"/>
                  <a:pt x="5824834" y="1181513"/>
                  <a:pt x="5834298" y="1186768"/>
                </a:cubicBezTo>
                <a:cubicBezTo>
                  <a:pt x="5843761" y="1192023"/>
                  <a:pt x="5856009" y="1194806"/>
                  <a:pt x="5871044" y="1195116"/>
                </a:cubicBezTo>
                <a:cubicBezTo>
                  <a:pt x="5889192" y="1194903"/>
                  <a:pt x="5904086" y="1189421"/>
                  <a:pt x="5915726" y="1178669"/>
                </a:cubicBezTo>
                <a:cubicBezTo>
                  <a:pt x="5927367" y="1167917"/>
                  <a:pt x="5933385" y="1153172"/>
                  <a:pt x="5933779" y="1134432"/>
                </a:cubicBezTo>
                <a:lnTo>
                  <a:pt x="5933779" y="1022324"/>
                </a:lnTo>
                <a:lnTo>
                  <a:pt x="5909123" y="1022324"/>
                </a:lnTo>
                <a:lnTo>
                  <a:pt x="5909123" y="1039532"/>
                </a:lnTo>
                <a:cubicBezTo>
                  <a:pt x="5904186" y="1033785"/>
                  <a:pt x="5898301" y="1029162"/>
                  <a:pt x="5891466" y="1025663"/>
                </a:cubicBezTo>
                <a:cubicBezTo>
                  <a:pt x="5884632" y="1022163"/>
                  <a:pt x="5877138" y="1020365"/>
                  <a:pt x="5868986" y="1020269"/>
                </a:cubicBezTo>
                <a:close/>
                <a:moveTo>
                  <a:pt x="5675145" y="1020269"/>
                </a:moveTo>
                <a:cubicBezTo>
                  <a:pt x="5665238" y="1020494"/>
                  <a:pt x="5656043" y="1022484"/>
                  <a:pt x="5647558" y="1026241"/>
                </a:cubicBezTo>
                <a:cubicBezTo>
                  <a:pt x="5639074" y="1029997"/>
                  <a:pt x="5632071" y="1034170"/>
                  <a:pt x="5626549" y="1038761"/>
                </a:cubicBezTo>
                <a:lnTo>
                  <a:pt x="5638363" y="1058574"/>
                </a:lnTo>
                <a:cubicBezTo>
                  <a:pt x="5641270" y="1056090"/>
                  <a:pt x="5645929" y="1053268"/>
                  <a:pt x="5652344" y="1050108"/>
                </a:cubicBezTo>
                <a:cubicBezTo>
                  <a:pt x="5658758" y="1046948"/>
                  <a:pt x="5665672" y="1045221"/>
                  <a:pt x="5673086" y="1044926"/>
                </a:cubicBezTo>
                <a:cubicBezTo>
                  <a:pt x="5682914" y="1044979"/>
                  <a:pt x="5689701" y="1047061"/>
                  <a:pt x="5693448" y="1051171"/>
                </a:cubicBezTo>
                <a:cubicBezTo>
                  <a:pt x="5697195" y="1055280"/>
                  <a:pt x="5699158" y="1061096"/>
                  <a:pt x="5699335" y="1068618"/>
                </a:cubicBezTo>
                <a:lnTo>
                  <a:pt x="5680807" y="1068618"/>
                </a:lnTo>
                <a:cubicBezTo>
                  <a:pt x="5672549" y="1068486"/>
                  <a:pt x="5663937" y="1069349"/>
                  <a:pt x="5654971" y="1071206"/>
                </a:cubicBezTo>
                <a:cubicBezTo>
                  <a:pt x="5646006" y="1073064"/>
                  <a:pt x="5638369" y="1076707"/>
                  <a:pt x="5632063" y="1082135"/>
                </a:cubicBezTo>
                <a:cubicBezTo>
                  <a:pt x="5625756" y="1087564"/>
                  <a:pt x="5622463" y="1095569"/>
                  <a:pt x="5622182" y="1106150"/>
                </a:cubicBezTo>
                <a:cubicBezTo>
                  <a:pt x="5622476" y="1116969"/>
                  <a:pt x="5626640" y="1125550"/>
                  <a:pt x="5634676" y="1131893"/>
                </a:cubicBezTo>
                <a:cubicBezTo>
                  <a:pt x="5642711" y="1138236"/>
                  <a:pt x="5652855" y="1141480"/>
                  <a:pt x="5665109" y="1141623"/>
                </a:cubicBezTo>
                <a:cubicBezTo>
                  <a:pt x="5673065" y="1141538"/>
                  <a:pt x="5679863" y="1140168"/>
                  <a:pt x="5685503" y="1137515"/>
                </a:cubicBezTo>
                <a:cubicBezTo>
                  <a:pt x="5691143" y="1134862"/>
                  <a:pt x="5695753" y="1131438"/>
                  <a:pt x="5699335" y="1127244"/>
                </a:cubicBezTo>
                <a:lnTo>
                  <a:pt x="5699335" y="1139566"/>
                </a:lnTo>
                <a:lnTo>
                  <a:pt x="5723992" y="1139566"/>
                </a:lnTo>
                <a:lnTo>
                  <a:pt x="5723992" y="1072213"/>
                </a:lnTo>
                <a:cubicBezTo>
                  <a:pt x="5724046" y="1055301"/>
                  <a:pt x="5720084" y="1042430"/>
                  <a:pt x="5712106" y="1033600"/>
                </a:cubicBezTo>
                <a:cubicBezTo>
                  <a:pt x="5704129" y="1024770"/>
                  <a:pt x="5691809" y="1020327"/>
                  <a:pt x="5675145" y="1020269"/>
                </a:cubicBezTo>
                <a:close/>
                <a:moveTo>
                  <a:pt x="5454002" y="1020269"/>
                </a:moveTo>
                <a:cubicBezTo>
                  <a:pt x="5442371" y="1020399"/>
                  <a:pt x="5431820" y="1023165"/>
                  <a:pt x="5422348" y="1028567"/>
                </a:cubicBezTo>
                <a:cubicBezTo>
                  <a:pt x="5412877" y="1033970"/>
                  <a:pt x="5405321" y="1041231"/>
                  <a:pt x="5399680" y="1050350"/>
                </a:cubicBezTo>
                <a:cubicBezTo>
                  <a:pt x="5394040" y="1059469"/>
                  <a:pt x="5391150" y="1069668"/>
                  <a:pt x="5391011" y="1080946"/>
                </a:cubicBezTo>
                <a:cubicBezTo>
                  <a:pt x="5391150" y="1092306"/>
                  <a:pt x="5394040" y="1102543"/>
                  <a:pt x="5399680" y="1111657"/>
                </a:cubicBezTo>
                <a:cubicBezTo>
                  <a:pt x="5405321" y="1120772"/>
                  <a:pt x="5412877" y="1128013"/>
                  <a:pt x="5422348" y="1133382"/>
                </a:cubicBezTo>
                <a:cubicBezTo>
                  <a:pt x="5431819" y="1138751"/>
                  <a:pt x="5442371" y="1141499"/>
                  <a:pt x="5454002" y="1141623"/>
                </a:cubicBezTo>
                <a:cubicBezTo>
                  <a:pt x="5465631" y="1141499"/>
                  <a:pt x="5476160" y="1138751"/>
                  <a:pt x="5485590" y="1133382"/>
                </a:cubicBezTo>
                <a:cubicBezTo>
                  <a:pt x="5495020" y="1128013"/>
                  <a:pt x="5502535" y="1120772"/>
                  <a:pt x="5508134" y="1111657"/>
                </a:cubicBezTo>
                <a:cubicBezTo>
                  <a:pt x="5513733" y="1102543"/>
                  <a:pt x="5516601" y="1092306"/>
                  <a:pt x="5516737" y="1080946"/>
                </a:cubicBezTo>
                <a:cubicBezTo>
                  <a:pt x="5516601" y="1069668"/>
                  <a:pt x="5513733" y="1059469"/>
                  <a:pt x="5508134" y="1050350"/>
                </a:cubicBezTo>
                <a:cubicBezTo>
                  <a:pt x="5502535" y="1041231"/>
                  <a:pt x="5495020" y="1033970"/>
                  <a:pt x="5485590" y="1028567"/>
                </a:cubicBezTo>
                <a:cubicBezTo>
                  <a:pt x="5476160" y="1023165"/>
                  <a:pt x="5465631" y="1020399"/>
                  <a:pt x="5454002" y="1020269"/>
                </a:cubicBezTo>
                <a:close/>
                <a:moveTo>
                  <a:pt x="5168252" y="1020269"/>
                </a:moveTo>
                <a:cubicBezTo>
                  <a:pt x="5156621" y="1020399"/>
                  <a:pt x="5146070" y="1023165"/>
                  <a:pt x="5136598" y="1028567"/>
                </a:cubicBezTo>
                <a:cubicBezTo>
                  <a:pt x="5127127" y="1033970"/>
                  <a:pt x="5119571" y="1041231"/>
                  <a:pt x="5113930" y="1050350"/>
                </a:cubicBezTo>
                <a:cubicBezTo>
                  <a:pt x="5108290" y="1059469"/>
                  <a:pt x="5105400" y="1069668"/>
                  <a:pt x="5105260" y="1080946"/>
                </a:cubicBezTo>
                <a:cubicBezTo>
                  <a:pt x="5105400" y="1092306"/>
                  <a:pt x="5108290" y="1102543"/>
                  <a:pt x="5113930" y="1111657"/>
                </a:cubicBezTo>
                <a:cubicBezTo>
                  <a:pt x="5119571" y="1120772"/>
                  <a:pt x="5127127" y="1128013"/>
                  <a:pt x="5136598" y="1133382"/>
                </a:cubicBezTo>
                <a:cubicBezTo>
                  <a:pt x="5146070" y="1138751"/>
                  <a:pt x="5156621" y="1141499"/>
                  <a:pt x="5168252" y="1141623"/>
                </a:cubicBezTo>
                <a:cubicBezTo>
                  <a:pt x="5179881" y="1141499"/>
                  <a:pt x="5190410" y="1138751"/>
                  <a:pt x="5199840" y="1133382"/>
                </a:cubicBezTo>
                <a:cubicBezTo>
                  <a:pt x="5209270" y="1128013"/>
                  <a:pt x="5216785" y="1120772"/>
                  <a:pt x="5222384" y="1111657"/>
                </a:cubicBezTo>
                <a:cubicBezTo>
                  <a:pt x="5227983" y="1102543"/>
                  <a:pt x="5230851" y="1092306"/>
                  <a:pt x="5230987" y="1080946"/>
                </a:cubicBezTo>
                <a:cubicBezTo>
                  <a:pt x="5230851" y="1069668"/>
                  <a:pt x="5227983" y="1059469"/>
                  <a:pt x="5222384" y="1050350"/>
                </a:cubicBezTo>
                <a:cubicBezTo>
                  <a:pt x="5216785" y="1041231"/>
                  <a:pt x="5209270" y="1033970"/>
                  <a:pt x="5199840" y="1028567"/>
                </a:cubicBezTo>
                <a:cubicBezTo>
                  <a:pt x="5190410" y="1023165"/>
                  <a:pt x="5179881" y="1020399"/>
                  <a:pt x="5168252" y="1020269"/>
                </a:cubicBezTo>
                <a:close/>
                <a:moveTo>
                  <a:pt x="4877601" y="1020269"/>
                </a:moveTo>
                <a:cubicBezTo>
                  <a:pt x="4868188" y="1020365"/>
                  <a:pt x="4859933" y="1022548"/>
                  <a:pt x="4852836" y="1026818"/>
                </a:cubicBezTo>
                <a:cubicBezTo>
                  <a:pt x="4845739" y="1031088"/>
                  <a:pt x="4839928" y="1036867"/>
                  <a:pt x="4835404" y="1044155"/>
                </a:cubicBezTo>
                <a:lnTo>
                  <a:pt x="4835404" y="1022324"/>
                </a:lnTo>
                <a:lnTo>
                  <a:pt x="4810748" y="1022324"/>
                </a:lnTo>
                <a:lnTo>
                  <a:pt x="4810748" y="1139566"/>
                </a:lnTo>
                <a:lnTo>
                  <a:pt x="4835404" y="1139566"/>
                </a:lnTo>
                <a:lnTo>
                  <a:pt x="4835404" y="1091217"/>
                </a:lnTo>
                <a:cubicBezTo>
                  <a:pt x="4835431" y="1077699"/>
                  <a:pt x="4838465" y="1066673"/>
                  <a:pt x="4844506" y="1058138"/>
                </a:cubicBezTo>
                <a:cubicBezTo>
                  <a:pt x="4850547" y="1049603"/>
                  <a:pt x="4859435" y="1045199"/>
                  <a:pt x="4871169" y="1044926"/>
                </a:cubicBezTo>
                <a:cubicBezTo>
                  <a:pt x="4881444" y="1045092"/>
                  <a:pt x="4889517" y="1048553"/>
                  <a:pt x="4895386" y="1055309"/>
                </a:cubicBezTo>
                <a:cubicBezTo>
                  <a:pt x="4901256" y="1062065"/>
                  <a:pt x="4904247" y="1071120"/>
                  <a:pt x="4904359" y="1082473"/>
                </a:cubicBezTo>
                <a:lnTo>
                  <a:pt x="4904359" y="1139566"/>
                </a:lnTo>
                <a:lnTo>
                  <a:pt x="4929016" y="1139566"/>
                </a:lnTo>
                <a:lnTo>
                  <a:pt x="4929016" y="1080416"/>
                </a:lnTo>
                <a:cubicBezTo>
                  <a:pt x="4929108" y="1063058"/>
                  <a:pt x="4925007" y="1048790"/>
                  <a:pt x="4916714" y="1037612"/>
                </a:cubicBezTo>
                <a:cubicBezTo>
                  <a:pt x="4908420" y="1026434"/>
                  <a:pt x="4895383" y="1020653"/>
                  <a:pt x="4877601" y="1020269"/>
                </a:cubicBezTo>
                <a:close/>
                <a:moveTo>
                  <a:pt x="4629951" y="1020269"/>
                </a:moveTo>
                <a:cubicBezTo>
                  <a:pt x="4620538" y="1020365"/>
                  <a:pt x="4612283" y="1022548"/>
                  <a:pt x="4605186" y="1026818"/>
                </a:cubicBezTo>
                <a:cubicBezTo>
                  <a:pt x="4598089" y="1031088"/>
                  <a:pt x="4592278" y="1036867"/>
                  <a:pt x="4587754" y="1044155"/>
                </a:cubicBezTo>
                <a:lnTo>
                  <a:pt x="4587754" y="1022324"/>
                </a:lnTo>
                <a:lnTo>
                  <a:pt x="4563098" y="1022324"/>
                </a:lnTo>
                <a:lnTo>
                  <a:pt x="4563098" y="1139566"/>
                </a:lnTo>
                <a:lnTo>
                  <a:pt x="4587754" y="1139566"/>
                </a:lnTo>
                <a:lnTo>
                  <a:pt x="4587754" y="1091217"/>
                </a:lnTo>
                <a:cubicBezTo>
                  <a:pt x="4587781" y="1077699"/>
                  <a:pt x="4590815" y="1066673"/>
                  <a:pt x="4596856" y="1058138"/>
                </a:cubicBezTo>
                <a:cubicBezTo>
                  <a:pt x="4602897" y="1049603"/>
                  <a:pt x="4611785" y="1045199"/>
                  <a:pt x="4623519" y="1044926"/>
                </a:cubicBezTo>
                <a:cubicBezTo>
                  <a:pt x="4633794" y="1045092"/>
                  <a:pt x="4641867" y="1048553"/>
                  <a:pt x="4647736" y="1055309"/>
                </a:cubicBezTo>
                <a:cubicBezTo>
                  <a:pt x="4653606" y="1062065"/>
                  <a:pt x="4656597" y="1071120"/>
                  <a:pt x="4656709" y="1082473"/>
                </a:cubicBezTo>
                <a:lnTo>
                  <a:pt x="4656709" y="1139566"/>
                </a:lnTo>
                <a:lnTo>
                  <a:pt x="4681366" y="1139566"/>
                </a:lnTo>
                <a:lnTo>
                  <a:pt x="4681366" y="1080416"/>
                </a:lnTo>
                <a:cubicBezTo>
                  <a:pt x="4681458" y="1063058"/>
                  <a:pt x="4677357" y="1048790"/>
                  <a:pt x="4669064" y="1037612"/>
                </a:cubicBezTo>
                <a:cubicBezTo>
                  <a:pt x="4660770" y="1026434"/>
                  <a:pt x="4647733" y="1020653"/>
                  <a:pt x="4629951" y="1020269"/>
                </a:cubicBezTo>
                <a:close/>
                <a:moveTo>
                  <a:pt x="3960646" y="1020269"/>
                </a:moveTo>
                <a:cubicBezTo>
                  <a:pt x="3950738" y="1020494"/>
                  <a:pt x="3941543" y="1022484"/>
                  <a:pt x="3933058" y="1026241"/>
                </a:cubicBezTo>
                <a:cubicBezTo>
                  <a:pt x="3924574" y="1029997"/>
                  <a:pt x="3917571" y="1034170"/>
                  <a:pt x="3912049" y="1038761"/>
                </a:cubicBezTo>
                <a:lnTo>
                  <a:pt x="3923863" y="1058574"/>
                </a:lnTo>
                <a:cubicBezTo>
                  <a:pt x="3926769" y="1056090"/>
                  <a:pt x="3931430" y="1053268"/>
                  <a:pt x="3937844" y="1050108"/>
                </a:cubicBezTo>
                <a:cubicBezTo>
                  <a:pt x="3944258" y="1046948"/>
                  <a:pt x="3951172" y="1045221"/>
                  <a:pt x="3958587" y="1044926"/>
                </a:cubicBezTo>
                <a:cubicBezTo>
                  <a:pt x="3968414" y="1044979"/>
                  <a:pt x="3975201" y="1047061"/>
                  <a:pt x="3978948" y="1051171"/>
                </a:cubicBezTo>
                <a:cubicBezTo>
                  <a:pt x="3982696" y="1055280"/>
                  <a:pt x="3984658" y="1061096"/>
                  <a:pt x="3984835" y="1068618"/>
                </a:cubicBezTo>
                <a:lnTo>
                  <a:pt x="3966307" y="1068618"/>
                </a:lnTo>
                <a:cubicBezTo>
                  <a:pt x="3958049" y="1068486"/>
                  <a:pt x="3949437" y="1069349"/>
                  <a:pt x="3940471" y="1071206"/>
                </a:cubicBezTo>
                <a:cubicBezTo>
                  <a:pt x="3931506" y="1073064"/>
                  <a:pt x="3923870" y="1076707"/>
                  <a:pt x="3917563" y="1082135"/>
                </a:cubicBezTo>
                <a:cubicBezTo>
                  <a:pt x="3911257" y="1087564"/>
                  <a:pt x="3907963" y="1095569"/>
                  <a:pt x="3907683" y="1106150"/>
                </a:cubicBezTo>
                <a:cubicBezTo>
                  <a:pt x="3907976" y="1116969"/>
                  <a:pt x="3912141" y="1125550"/>
                  <a:pt x="3920176" y="1131893"/>
                </a:cubicBezTo>
                <a:cubicBezTo>
                  <a:pt x="3928211" y="1138236"/>
                  <a:pt x="3938356" y="1141480"/>
                  <a:pt x="3950610" y="1141623"/>
                </a:cubicBezTo>
                <a:cubicBezTo>
                  <a:pt x="3958565" y="1141538"/>
                  <a:pt x="3965363" y="1140168"/>
                  <a:pt x="3971003" y="1137515"/>
                </a:cubicBezTo>
                <a:cubicBezTo>
                  <a:pt x="3976643" y="1134862"/>
                  <a:pt x="3981254" y="1131438"/>
                  <a:pt x="3984835" y="1127244"/>
                </a:cubicBezTo>
                <a:lnTo>
                  <a:pt x="3984835" y="1139566"/>
                </a:lnTo>
                <a:lnTo>
                  <a:pt x="4009492" y="1139566"/>
                </a:lnTo>
                <a:lnTo>
                  <a:pt x="4009492" y="1072213"/>
                </a:lnTo>
                <a:cubicBezTo>
                  <a:pt x="4009546" y="1055301"/>
                  <a:pt x="4005585" y="1042430"/>
                  <a:pt x="3997607" y="1033600"/>
                </a:cubicBezTo>
                <a:cubicBezTo>
                  <a:pt x="3989629" y="1024770"/>
                  <a:pt x="3977309" y="1020327"/>
                  <a:pt x="3960646" y="1020269"/>
                </a:cubicBezTo>
                <a:close/>
                <a:moveTo>
                  <a:pt x="3767804" y="1020269"/>
                </a:moveTo>
                <a:cubicBezTo>
                  <a:pt x="3756262" y="1020399"/>
                  <a:pt x="3745775" y="1023165"/>
                  <a:pt x="3736342" y="1028567"/>
                </a:cubicBezTo>
                <a:cubicBezTo>
                  <a:pt x="3726909" y="1033970"/>
                  <a:pt x="3719377" y="1041231"/>
                  <a:pt x="3713745" y="1050350"/>
                </a:cubicBezTo>
                <a:cubicBezTo>
                  <a:pt x="3708113" y="1059469"/>
                  <a:pt x="3705227" y="1069668"/>
                  <a:pt x="3705086" y="1080946"/>
                </a:cubicBezTo>
                <a:cubicBezTo>
                  <a:pt x="3705227" y="1092306"/>
                  <a:pt x="3708113" y="1102543"/>
                  <a:pt x="3713745" y="1111657"/>
                </a:cubicBezTo>
                <a:cubicBezTo>
                  <a:pt x="3719377" y="1120772"/>
                  <a:pt x="3726909" y="1128013"/>
                  <a:pt x="3736342" y="1133382"/>
                </a:cubicBezTo>
                <a:cubicBezTo>
                  <a:pt x="3745775" y="1138751"/>
                  <a:pt x="3756262" y="1141499"/>
                  <a:pt x="3767804" y="1141623"/>
                </a:cubicBezTo>
                <a:cubicBezTo>
                  <a:pt x="3779115" y="1141511"/>
                  <a:pt x="3789412" y="1138910"/>
                  <a:pt x="3798697" y="1133821"/>
                </a:cubicBezTo>
                <a:cubicBezTo>
                  <a:pt x="3807983" y="1128732"/>
                  <a:pt x="3815515" y="1121827"/>
                  <a:pt x="3821297" y="1113107"/>
                </a:cubicBezTo>
                <a:lnTo>
                  <a:pt x="3798665" y="1099986"/>
                </a:lnTo>
                <a:cubicBezTo>
                  <a:pt x="3795386" y="1105196"/>
                  <a:pt x="3791079" y="1109312"/>
                  <a:pt x="3785742" y="1112336"/>
                </a:cubicBezTo>
                <a:cubicBezTo>
                  <a:pt x="3780406" y="1115359"/>
                  <a:pt x="3774427" y="1116903"/>
                  <a:pt x="3767804" y="1116967"/>
                </a:cubicBezTo>
                <a:cubicBezTo>
                  <a:pt x="3757640" y="1116720"/>
                  <a:pt x="3749164" y="1113225"/>
                  <a:pt x="3742376" y="1106482"/>
                </a:cubicBezTo>
                <a:cubicBezTo>
                  <a:pt x="3735588" y="1099739"/>
                  <a:pt x="3732062" y="1091227"/>
                  <a:pt x="3731800" y="1080946"/>
                </a:cubicBezTo>
                <a:cubicBezTo>
                  <a:pt x="3732062" y="1070778"/>
                  <a:pt x="3735588" y="1062298"/>
                  <a:pt x="3742376" y="1055507"/>
                </a:cubicBezTo>
                <a:cubicBezTo>
                  <a:pt x="3749164" y="1048715"/>
                  <a:pt x="3757640" y="1045188"/>
                  <a:pt x="3767804" y="1044926"/>
                </a:cubicBezTo>
                <a:cubicBezTo>
                  <a:pt x="3774427" y="1045006"/>
                  <a:pt x="3780406" y="1046582"/>
                  <a:pt x="3785742" y="1049654"/>
                </a:cubicBezTo>
                <a:cubicBezTo>
                  <a:pt x="3791079" y="1052725"/>
                  <a:pt x="3795386" y="1056809"/>
                  <a:pt x="3798665" y="1061907"/>
                </a:cubicBezTo>
                <a:lnTo>
                  <a:pt x="3821297" y="1048785"/>
                </a:lnTo>
                <a:cubicBezTo>
                  <a:pt x="3815515" y="1040178"/>
                  <a:pt x="3807983" y="1033305"/>
                  <a:pt x="3798697" y="1028168"/>
                </a:cubicBezTo>
                <a:cubicBezTo>
                  <a:pt x="3789412" y="1023030"/>
                  <a:pt x="3779115" y="1020397"/>
                  <a:pt x="3767804" y="1020269"/>
                </a:cubicBezTo>
                <a:close/>
                <a:moveTo>
                  <a:pt x="3627270" y="1020269"/>
                </a:moveTo>
                <a:cubicBezTo>
                  <a:pt x="3617364" y="1020494"/>
                  <a:pt x="3608168" y="1022484"/>
                  <a:pt x="3599683" y="1026241"/>
                </a:cubicBezTo>
                <a:cubicBezTo>
                  <a:pt x="3591199" y="1029997"/>
                  <a:pt x="3584196" y="1034170"/>
                  <a:pt x="3578674" y="1038761"/>
                </a:cubicBezTo>
                <a:lnTo>
                  <a:pt x="3590489" y="1058574"/>
                </a:lnTo>
                <a:cubicBezTo>
                  <a:pt x="3593395" y="1056090"/>
                  <a:pt x="3598055" y="1053268"/>
                  <a:pt x="3604469" y="1050108"/>
                </a:cubicBezTo>
                <a:cubicBezTo>
                  <a:pt x="3610883" y="1046948"/>
                  <a:pt x="3617797" y="1045221"/>
                  <a:pt x="3625212" y="1044926"/>
                </a:cubicBezTo>
                <a:cubicBezTo>
                  <a:pt x="3635039" y="1044979"/>
                  <a:pt x="3641826" y="1047061"/>
                  <a:pt x="3645573" y="1051171"/>
                </a:cubicBezTo>
                <a:cubicBezTo>
                  <a:pt x="3649321" y="1055280"/>
                  <a:pt x="3651283" y="1061096"/>
                  <a:pt x="3651460" y="1068618"/>
                </a:cubicBezTo>
                <a:lnTo>
                  <a:pt x="3632932" y="1068618"/>
                </a:lnTo>
                <a:cubicBezTo>
                  <a:pt x="3624674" y="1068486"/>
                  <a:pt x="3616062" y="1069349"/>
                  <a:pt x="3607096" y="1071206"/>
                </a:cubicBezTo>
                <a:cubicBezTo>
                  <a:pt x="3598131" y="1073064"/>
                  <a:pt x="3590495" y="1076707"/>
                  <a:pt x="3584188" y="1082135"/>
                </a:cubicBezTo>
                <a:cubicBezTo>
                  <a:pt x="3577882" y="1087564"/>
                  <a:pt x="3574588" y="1095569"/>
                  <a:pt x="3574308" y="1106150"/>
                </a:cubicBezTo>
                <a:cubicBezTo>
                  <a:pt x="3574601" y="1116969"/>
                  <a:pt x="3578766" y="1125550"/>
                  <a:pt x="3586801" y="1131893"/>
                </a:cubicBezTo>
                <a:cubicBezTo>
                  <a:pt x="3594836" y="1138236"/>
                  <a:pt x="3604981" y="1141480"/>
                  <a:pt x="3617235" y="1141623"/>
                </a:cubicBezTo>
                <a:cubicBezTo>
                  <a:pt x="3625190" y="1141538"/>
                  <a:pt x="3631988" y="1140168"/>
                  <a:pt x="3637628" y="1137515"/>
                </a:cubicBezTo>
                <a:cubicBezTo>
                  <a:pt x="3643268" y="1134862"/>
                  <a:pt x="3647879" y="1131438"/>
                  <a:pt x="3651460" y="1127244"/>
                </a:cubicBezTo>
                <a:lnTo>
                  <a:pt x="3651460" y="1139566"/>
                </a:lnTo>
                <a:lnTo>
                  <a:pt x="3676117" y="1139566"/>
                </a:lnTo>
                <a:lnTo>
                  <a:pt x="3676117" y="1072213"/>
                </a:lnTo>
                <a:cubicBezTo>
                  <a:pt x="3676171" y="1055301"/>
                  <a:pt x="3672210" y="1042430"/>
                  <a:pt x="3664232" y="1033600"/>
                </a:cubicBezTo>
                <a:cubicBezTo>
                  <a:pt x="3656254" y="1024770"/>
                  <a:pt x="3643934" y="1020327"/>
                  <a:pt x="3627270" y="1020269"/>
                </a:cubicBezTo>
                <a:close/>
                <a:moveTo>
                  <a:pt x="3501105" y="1020269"/>
                </a:moveTo>
                <a:cubicBezTo>
                  <a:pt x="3489562" y="1020399"/>
                  <a:pt x="3479075" y="1023165"/>
                  <a:pt x="3469643" y="1028567"/>
                </a:cubicBezTo>
                <a:cubicBezTo>
                  <a:pt x="3460210" y="1033970"/>
                  <a:pt x="3452677" y="1041231"/>
                  <a:pt x="3447046" y="1050350"/>
                </a:cubicBezTo>
                <a:cubicBezTo>
                  <a:pt x="3441413" y="1059469"/>
                  <a:pt x="3438527" y="1069668"/>
                  <a:pt x="3438386" y="1080946"/>
                </a:cubicBezTo>
                <a:cubicBezTo>
                  <a:pt x="3438527" y="1092306"/>
                  <a:pt x="3441413" y="1102543"/>
                  <a:pt x="3447046" y="1111657"/>
                </a:cubicBezTo>
                <a:cubicBezTo>
                  <a:pt x="3452677" y="1120772"/>
                  <a:pt x="3460210" y="1128013"/>
                  <a:pt x="3469643" y="1133382"/>
                </a:cubicBezTo>
                <a:cubicBezTo>
                  <a:pt x="3479075" y="1138751"/>
                  <a:pt x="3489562" y="1141499"/>
                  <a:pt x="3501105" y="1141623"/>
                </a:cubicBezTo>
                <a:cubicBezTo>
                  <a:pt x="3512415" y="1141511"/>
                  <a:pt x="3522713" y="1138910"/>
                  <a:pt x="3531998" y="1133821"/>
                </a:cubicBezTo>
                <a:cubicBezTo>
                  <a:pt x="3541283" y="1128732"/>
                  <a:pt x="3548816" y="1121827"/>
                  <a:pt x="3554597" y="1113107"/>
                </a:cubicBezTo>
                <a:lnTo>
                  <a:pt x="3531966" y="1099986"/>
                </a:lnTo>
                <a:cubicBezTo>
                  <a:pt x="3528687" y="1105196"/>
                  <a:pt x="3524379" y="1109312"/>
                  <a:pt x="3519043" y="1112336"/>
                </a:cubicBezTo>
                <a:cubicBezTo>
                  <a:pt x="3513706" y="1115359"/>
                  <a:pt x="3507727" y="1116903"/>
                  <a:pt x="3501105" y="1116967"/>
                </a:cubicBezTo>
                <a:cubicBezTo>
                  <a:pt x="3490941" y="1116720"/>
                  <a:pt x="3482465" y="1113225"/>
                  <a:pt x="3475676" y="1106482"/>
                </a:cubicBezTo>
                <a:cubicBezTo>
                  <a:pt x="3468888" y="1099739"/>
                  <a:pt x="3465363" y="1091227"/>
                  <a:pt x="3465100" y="1080946"/>
                </a:cubicBezTo>
                <a:cubicBezTo>
                  <a:pt x="3465363" y="1070778"/>
                  <a:pt x="3468888" y="1062298"/>
                  <a:pt x="3475676" y="1055507"/>
                </a:cubicBezTo>
                <a:cubicBezTo>
                  <a:pt x="3482465" y="1048715"/>
                  <a:pt x="3490941" y="1045188"/>
                  <a:pt x="3501105" y="1044926"/>
                </a:cubicBezTo>
                <a:cubicBezTo>
                  <a:pt x="3507727" y="1045006"/>
                  <a:pt x="3513706" y="1046582"/>
                  <a:pt x="3519043" y="1049654"/>
                </a:cubicBezTo>
                <a:cubicBezTo>
                  <a:pt x="3524379" y="1052725"/>
                  <a:pt x="3528687" y="1056809"/>
                  <a:pt x="3531966" y="1061907"/>
                </a:cubicBezTo>
                <a:lnTo>
                  <a:pt x="3554597" y="1048785"/>
                </a:lnTo>
                <a:cubicBezTo>
                  <a:pt x="3548816" y="1040178"/>
                  <a:pt x="3541283" y="1033305"/>
                  <a:pt x="3531998" y="1028168"/>
                </a:cubicBezTo>
                <a:cubicBezTo>
                  <a:pt x="3522713" y="1023030"/>
                  <a:pt x="3512415" y="1020397"/>
                  <a:pt x="3501105" y="1020269"/>
                </a:cubicBezTo>
                <a:close/>
                <a:moveTo>
                  <a:pt x="3089487" y="1020269"/>
                </a:moveTo>
                <a:cubicBezTo>
                  <a:pt x="3077650" y="1020399"/>
                  <a:pt x="3067188" y="1023165"/>
                  <a:pt x="3058102" y="1028568"/>
                </a:cubicBezTo>
                <a:cubicBezTo>
                  <a:pt x="3049016" y="1033971"/>
                  <a:pt x="3041887" y="1041232"/>
                  <a:pt x="3036714" y="1050351"/>
                </a:cubicBezTo>
                <a:cubicBezTo>
                  <a:pt x="3031542" y="1059470"/>
                  <a:pt x="3028908" y="1069668"/>
                  <a:pt x="3028811" y="1080945"/>
                </a:cubicBezTo>
                <a:cubicBezTo>
                  <a:pt x="3029073" y="1098219"/>
                  <a:pt x="3035169" y="1112545"/>
                  <a:pt x="3047097" y="1123923"/>
                </a:cubicBezTo>
                <a:cubicBezTo>
                  <a:pt x="3059026" y="1135302"/>
                  <a:pt x="3075213" y="1141202"/>
                  <a:pt x="3095658" y="1141623"/>
                </a:cubicBezTo>
                <a:cubicBezTo>
                  <a:pt x="3107779" y="1141468"/>
                  <a:pt x="3118246" y="1138825"/>
                  <a:pt x="3127057" y="1133692"/>
                </a:cubicBezTo>
                <a:cubicBezTo>
                  <a:pt x="3135868" y="1128560"/>
                  <a:pt x="3142799" y="1121869"/>
                  <a:pt x="3147850" y="1113620"/>
                </a:cubicBezTo>
                <a:lnTo>
                  <a:pt x="3127282" y="1101003"/>
                </a:lnTo>
                <a:cubicBezTo>
                  <a:pt x="3125289" y="1104484"/>
                  <a:pt x="3121754" y="1107949"/>
                  <a:pt x="3116676" y="1111399"/>
                </a:cubicBezTo>
                <a:cubicBezTo>
                  <a:pt x="3111599" y="1114848"/>
                  <a:pt x="3104593" y="1116704"/>
                  <a:pt x="3095658" y="1116967"/>
                </a:cubicBezTo>
                <a:cubicBezTo>
                  <a:pt x="3084721" y="1116784"/>
                  <a:pt x="3076000" y="1114188"/>
                  <a:pt x="3069497" y="1109178"/>
                </a:cubicBezTo>
                <a:cubicBezTo>
                  <a:pt x="3062995" y="1104168"/>
                  <a:pt x="3058774" y="1097838"/>
                  <a:pt x="3056835" y="1090188"/>
                </a:cubicBezTo>
                <a:lnTo>
                  <a:pt x="3148621" y="1090188"/>
                </a:lnTo>
                <a:cubicBezTo>
                  <a:pt x="3150087" y="1075725"/>
                  <a:pt x="3148329" y="1063283"/>
                  <a:pt x="3143347" y="1052861"/>
                </a:cubicBezTo>
                <a:cubicBezTo>
                  <a:pt x="3138365" y="1042439"/>
                  <a:pt x="3131141" y="1034418"/>
                  <a:pt x="3121674" y="1028796"/>
                </a:cubicBezTo>
                <a:cubicBezTo>
                  <a:pt x="3112207" y="1023175"/>
                  <a:pt x="3101478" y="1020332"/>
                  <a:pt x="3089487" y="1020269"/>
                </a:cubicBezTo>
                <a:close/>
                <a:moveTo>
                  <a:pt x="2746588" y="1020269"/>
                </a:moveTo>
                <a:cubicBezTo>
                  <a:pt x="2734749" y="1020399"/>
                  <a:pt x="2724288" y="1023165"/>
                  <a:pt x="2715202" y="1028568"/>
                </a:cubicBezTo>
                <a:cubicBezTo>
                  <a:pt x="2706116" y="1033971"/>
                  <a:pt x="2698987" y="1041232"/>
                  <a:pt x="2693814" y="1050351"/>
                </a:cubicBezTo>
                <a:cubicBezTo>
                  <a:pt x="2688642" y="1059470"/>
                  <a:pt x="2686008" y="1069668"/>
                  <a:pt x="2685911" y="1080945"/>
                </a:cubicBezTo>
                <a:cubicBezTo>
                  <a:pt x="2686173" y="1098219"/>
                  <a:pt x="2692269" y="1112545"/>
                  <a:pt x="2704198" y="1123923"/>
                </a:cubicBezTo>
                <a:cubicBezTo>
                  <a:pt x="2716126" y="1135302"/>
                  <a:pt x="2732313" y="1141202"/>
                  <a:pt x="2752758" y="1141623"/>
                </a:cubicBezTo>
                <a:cubicBezTo>
                  <a:pt x="2764879" y="1141468"/>
                  <a:pt x="2775346" y="1138825"/>
                  <a:pt x="2784157" y="1133692"/>
                </a:cubicBezTo>
                <a:cubicBezTo>
                  <a:pt x="2792968" y="1128560"/>
                  <a:pt x="2799899" y="1121869"/>
                  <a:pt x="2804950" y="1113620"/>
                </a:cubicBezTo>
                <a:lnTo>
                  <a:pt x="2784382" y="1101003"/>
                </a:lnTo>
                <a:cubicBezTo>
                  <a:pt x="2782389" y="1104484"/>
                  <a:pt x="2778854" y="1107949"/>
                  <a:pt x="2773776" y="1111399"/>
                </a:cubicBezTo>
                <a:cubicBezTo>
                  <a:pt x="2768698" y="1114848"/>
                  <a:pt x="2761692" y="1116704"/>
                  <a:pt x="2752758" y="1116967"/>
                </a:cubicBezTo>
                <a:cubicBezTo>
                  <a:pt x="2741820" y="1116784"/>
                  <a:pt x="2733100" y="1114188"/>
                  <a:pt x="2726597" y="1109178"/>
                </a:cubicBezTo>
                <a:cubicBezTo>
                  <a:pt x="2720095" y="1104168"/>
                  <a:pt x="2715874" y="1097838"/>
                  <a:pt x="2713935" y="1090188"/>
                </a:cubicBezTo>
                <a:lnTo>
                  <a:pt x="2805721" y="1090188"/>
                </a:lnTo>
                <a:cubicBezTo>
                  <a:pt x="2807187" y="1075725"/>
                  <a:pt x="2805429" y="1063283"/>
                  <a:pt x="2800447" y="1052861"/>
                </a:cubicBezTo>
                <a:cubicBezTo>
                  <a:pt x="2795465" y="1042439"/>
                  <a:pt x="2788241" y="1034418"/>
                  <a:pt x="2778774" y="1028796"/>
                </a:cubicBezTo>
                <a:cubicBezTo>
                  <a:pt x="2769306" y="1023175"/>
                  <a:pt x="2758578" y="1020332"/>
                  <a:pt x="2746588" y="1020269"/>
                </a:cubicBezTo>
                <a:close/>
                <a:moveTo>
                  <a:pt x="2512846" y="1020269"/>
                </a:moveTo>
                <a:cubicBezTo>
                  <a:pt x="2502939" y="1020494"/>
                  <a:pt x="2493743" y="1022484"/>
                  <a:pt x="2485259" y="1026241"/>
                </a:cubicBezTo>
                <a:cubicBezTo>
                  <a:pt x="2476774" y="1029997"/>
                  <a:pt x="2469771" y="1034170"/>
                  <a:pt x="2464249" y="1038761"/>
                </a:cubicBezTo>
                <a:lnTo>
                  <a:pt x="2476064" y="1058574"/>
                </a:lnTo>
                <a:cubicBezTo>
                  <a:pt x="2478970" y="1056090"/>
                  <a:pt x="2483630" y="1053268"/>
                  <a:pt x="2490044" y="1050108"/>
                </a:cubicBezTo>
                <a:cubicBezTo>
                  <a:pt x="2496458" y="1046948"/>
                  <a:pt x="2503372" y="1045221"/>
                  <a:pt x="2510787" y="1044926"/>
                </a:cubicBezTo>
                <a:cubicBezTo>
                  <a:pt x="2520614" y="1044979"/>
                  <a:pt x="2527401" y="1047061"/>
                  <a:pt x="2531149" y="1051171"/>
                </a:cubicBezTo>
                <a:cubicBezTo>
                  <a:pt x="2534896" y="1055280"/>
                  <a:pt x="2536858" y="1061096"/>
                  <a:pt x="2537035" y="1068618"/>
                </a:cubicBezTo>
                <a:lnTo>
                  <a:pt x="2518507" y="1068618"/>
                </a:lnTo>
                <a:cubicBezTo>
                  <a:pt x="2510249" y="1068486"/>
                  <a:pt x="2501637" y="1069349"/>
                  <a:pt x="2492672" y="1071206"/>
                </a:cubicBezTo>
                <a:cubicBezTo>
                  <a:pt x="2483706" y="1073064"/>
                  <a:pt x="2476070" y="1076707"/>
                  <a:pt x="2469763" y="1082135"/>
                </a:cubicBezTo>
                <a:cubicBezTo>
                  <a:pt x="2463457" y="1087564"/>
                  <a:pt x="2460163" y="1095569"/>
                  <a:pt x="2459882" y="1106150"/>
                </a:cubicBezTo>
                <a:cubicBezTo>
                  <a:pt x="2460176" y="1116969"/>
                  <a:pt x="2464341" y="1125550"/>
                  <a:pt x="2472376" y="1131893"/>
                </a:cubicBezTo>
                <a:cubicBezTo>
                  <a:pt x="2480411" y="1138236"/>
                  <a:pt x="2490556" y="1141480"/>
                  <a:pt x="2502809" y="1141623"/>
                </a:cubicBezTo>
                <a:cubicBezTo>
                  <a:pt x="2510765" y="1141538"/>
                  <a:pt x="2517564" y="1140168"/>
                  <a:pt x="2523203" y="1137515"/>
                </a:cubicBezTo>
                <a:cubicBezTo>
                  <a:pt x="2528843" y="1134862"/>
                  <a:pt x="2533454" y="1131438"/>
                  <a:pt x="2537035" y="1127244"/>
                </a:cubicBezTo>
                <a:lnTo>
                  <a:pt x="2537035" y="1139566"/>
                </a:lnTo>
                <a:lnTo>
                  <a:pt x="2561692" y="1139566"/>
                </a:lnTo>
                <a:lnTo>
                  <a:pt x="2561692" y="1072213"/>
                </a:lnTo>
                <a:cubicBezTo>
                  <a:pt x="2561746" y="1055301"/>
                  <a:pt x="2557784" y="1042430"/>
                  <a:pt x="2549807" y="1033600"/>
                </a:cubicBezTo>
                <a:cubicBezTo>
                  <a:pt x="2541830" y="1024770"/>
                  <a:pt x="2529509" y="1020327"/>
                  <a:pt x="2512846" y="1020269"/>
                </a:cubicBezTo>
                <a:close/>
                <a:moveTo>
                  <a:pt x="2074696" y="1020269"/>
                </a:moveTo>
                <a:cubicBezTo>
                  <a:pt x="2064789" y="1020494"/>
                  <a:pt x="2055593" y="1022484"/>
                  <a:pt x="2047109" y="1026241"/>
                </a:cubicBezTo>
                <a:cubicBezTo>
                  <a:pt x="2038624" y="1029997"/>
                  <a:pt x="2031621" y="1034170"/>
                  <a:pt x="2026099" y="1038761"/>
                </a:cubicBezTo>
                <a:lnTo>
                  <a:pt x="2037914" y="1058574"/>
                </a:lnTo>
                <a:cubicBezTo>
                  <a:pt x="2040820" y="1056090"/>
                  <a:pt x="2045480" y="1053268"/>
                  <a:pt x="2051894" y="1050108"/>
                </a:cubicBezTo>
                <a:cubicBezTo>
                  <a:pt x="2058308" y="1046948"/>
                  <a:pt x="2065223" y="1045221"/>
                  <a:pt x="2072637" y="1044926"/>
                </a:cubicBezTo>
                <a:cubicBezTo>
                  <a:pt x="2082464" y="1044979"/>
                  <a:pt x="2089251" y="1047061"/>
                  <a:pt x="2092998" y="1051171"/>
                </a:cubicBezTo>
                <a:cubicBezTo>
                  <a:pt x="2096746" y="1055280"/>
                  <a:pt x="2098708" y="1061096"/>
                  <a:pt x="2098885" y="1068618"/>
                </a:cubicBezTo>
                <a:lnTo>
                  <a:pt x="2080357" y="1068618"/>
                </a:lnTo>
                <a:cubicBezTo>
                  <a:pt x="2072099" y="1068486"/>
                  <a:pt x="2063487" y="1069349"/>
                  <a:pt x="2054521" y="1071206"/>
                </a:cubicBezTo>
                <a:cubicBezTo>
                  <a:pt x="2045556" y="1073064"/>
                  <a:pt x="2037920" y="1076707"/>
                  <a:pt x="2031613" y="1082135"/>
                </a:cubicBezTo>
                <a:cubicBezTo>
                  <a:pt x="2025307" y="1087564"/>
                  <a:pt x="2022013" y="1095569"/>
                  <a:pt x="2021733" y="1106150"/>
                </a:cubicBezTo>
                <a:cubicBezTo>
                  <a:pt x="2022026" y="1116969"/>
                  <a:pt x="2026191" y="1125550"/>
                  <a:pt x="2034226" y="1131893"/>
                </a:cubicBezTo>
                <a:cubicBezTo>
                  <a:pt x="2042261" y="1138236"/>
                  <a:pt x="2052406" y="1141480"/>
                  <a:pt x="2064660" y="1141623"/>
                </a:cubicBezTo>
                <a:cubicBezTo>
                  <a:pt x="2072615" y="1141538"/>
                  <a:pt x="2079413" y="1140168"/>
                  <a:pt x="2085053" y="1137515"/>
                </a:cubicBezTo>
                <a:cubicBezTo>
                  <a:pt x="2090693" y="1134862"/>
                  <a:pt x="2095304" y="1131438"/>
                  <a:pt x="2098885" y="1127244"/>
                </a:cubicBezTo>
                <a:lnTo>
                  <a:pt x="2098885" y="1139566"/>
                </a:lnTo>
                <a:lnTo>
                  <a:pt x="2123542" y="1139566"/>
                </a:lnTo>
                <a:lnTo>
                  <a:pt x="2123542" y="1072213"/>
                </a:lnTo>
                <a:cubicBezTo>
                  <a:pt x="2123596" y="1055301"/>
                  <a:pt x="2119635" y="1042430"/>
                  <a:pt x="2111657" y="1033600"/>
                </a:cubicBezTo>
                <a:cubicBezTo>
                  <a:pt x="2103679" y="1024770"/>
                  <a:pt x="2091359" y="1020327"/>
                  <a:pt x="2074696" y="1020269"/>
                </a:cubicBezTo>
                <a:close/>
                <a:moveTo>
                  <a:pt x="6288399" y="987865"/>
                </a:moveTo>
                <a:lnTo>
                  <a:pt x="6288399" y="1022326"/>
                </a:lnTo>
                <a:lnTo>
                  <a:pt x="6262167" y="1022326"/>
                </a:lnTo>
                <a:lnTo>
                  <a:pt x="6262167" y="1046983"/>
                </a:lnTo>
                <a:lnTo>
                  <a:pt x="6288399" y="1046983"/>
                </a:lnTo>
                <a:lnTo>
                  <a:pt x="6288399" y="1098442"/>
                </a:lnTo>
                <a:cubicBezTo>
                  <a:pt x="6288217" y="1111788"/>
                  <a:pt x="6291278" y="1122164"/>
                  <a:pt x="6297583" y="1129571"/>
                </a:cubicBezTo>
                <a:cubicBezTo>
                  <a:pt x="6303889" y="1136979"/>
                  <a:pt x="6314533" y="1140739"/>
                  <a:pt x="6329515" y="1140852"/>
                </a:cubicBezTo>
                <a:cubicBezTo>
                  <a:pt x="6331160" y="1140847"/>
                  <a:pt x="6333078" y="1140793"/>
                  <a:pt x="6335269" y="1140691"/>
                </a:cubicBezTo>
                <a:cubicBezTo>
                  <a:pt x="6337461" y="1140589"/>
                  <a:pt x="6339314" y="1140472"/>
                  <a:pt x="6340830" y="1140338"/>
                </a:cubicBezTo>
                <a:lnTo>
                  <a:pt x="6340830" y="1116710"/>
                </a:lnTo>
                <a:cubicBezTo>
                  <a:pt x="6330672" y="1117844"/>
                  <a:pt x="6323471" y="1116857"/>
                  <a:pt x="6319228" y="1113749"/>
                </a:cubicBezTo>
                <a:cubicBezTo>
                  <a:pt x="6314984" y="1110641"/>
                  <a:pt x="6312927" y="1105539"/>
                  <a:pt x="6313056" y="1098442"/>
                </a:cubicBezTo>
                <a:lnTo>
                  <a:pt x="6313056" y="1046983"/>
                </a:lnTo>
                <a:lnTo>
                  <a:pt x="6344688" y="1046983"/>
                </a:lnTo>
                <a:lnTo>
                  <a:pt x="6344688" y="1022326"/>
                </a:lnTo>
                <a:lnTo>
                  <a:pt x="6313056" y="1022326"/>
                </a:lnTo>
                <a:lnTo>
                  <a:pt x="6313056" y="987865"/>
                </a:lnTo>
                <a:close/>
                <a:moveTo>
                  <a:pt x="2383149" y="987865"/>
                </a:moveTo>
                <a:lnTo>
                  <a:pt x="2383149" y="1022326"/>
                </a:lnTo>
                <a:lnTo>
                  <a:pt x="2356917" y="1022326"/>
                </a:lnTo>
                <a:lnTo>
                  <a:pt x="2356917" y="1046983"/>
                </a:lnTo>
                <a:lnTo>
                  <a:pt x="2383149" y="1046983"/>
                </a:lnTo>
                <a:lnTo>
                  <a:pt x="2383149" y="1098442"/>
                </a:lnTo>
                <a:cubicBezTo>
                  <a:pt x="2382967" y="1111788"/>
                  <a:pt x="2386028" y="1122164"/>
                  <a:pt x="2392334" y="1129571"/>
                </a:cubicBezTo>
                <a:cubicBezTo>
                  <a:pt x="2398639" y="1136979"/>
                  <a:pt x="2409283" y="1140739"/>
                  <a:pt x="2424265" y="1140852"/>
                </a:cubicBezTo>
                <a:cubicBezTo>
                  <a:pt x="2425910" y="1140847"/>
                  <a:pt x="2427828" y="1140793"/>
                  <a:pt x="2430019" y="1140691"/>
                </a:cubicBezTo>
                <a:cubicBezTo>
                  <a:pt x="2432210" y="1140589"/>
                  <a:pt x="2434065" y="1140472"/>
                  <a:pt x="2435581" y="1140338"/>
                </a:cubicBezTo>
                <a:lnTo>
                  <a:pt x="2435581" y="1116710"/>
                </a:lnTo>
                <a:cubicBezTo>
                  <a:pt x="2425422" y="1117844"/>
                  <a:pt x="2418221" y="1116857"/>
                  <a:pt x="2413978" y="1113749"/>
                </a:cubicBezTo>
                <a:cubicBezTo>
                  <a:pt x="2409735" y="1110641"/>
                  <a:pt x="2407677" y="1105539"/>
                  <a:pt x="2407806" y="1098442"/>
                </a:cubicBezTo>
                <a:lnTo>
                  <a:pt x="2407806" y="1046983"/>
                </a:lnTo>
                <a:lnTo>
                  <a:pt x="2439438" y="1046983"/>
                </a:lnTo>
                <a:lnTo>
                  <a:pt x="2439438" y="1022326"/>
                </a:lnTo>
                <a:lnTo>
                  <a:pt x="2407806" y="1022326"/>
                </a:lnTo>
                <a:lnTo>
                  <a:pt x="2407806" y="987865"/>
                </a:lnTo>
                <a:close/>
                <a:moveTo>
                  <a:pt x="6835422" y="974749"/>
                </a:moveTo>
                <a:cubicBezTo>
                  <a:pt x="6831205" y="974845"/>
                  <a:pt x="6827694" y="976258"/>
                  <a:pt x="6824889" y="978988"/>
                </a:cubicBezTo>
                <a:cubicBezTo>
                  <a:pt x="6822085" y="981717"/>
                  <a:pt x="6820630" y="985185"/>
                  <a:pt x="6820523" y="989392"/>
                </a:cubicBezTo>
                <a:cubicBezTo>
                  <a:pt x="6820630" y="993609"/>
                  <a:pt x="6822085" y="997120"/>
                  <a:pt x="6824889" y="999925"/>
                </a:cubicBezTo>
                <a:cubicBezTo>
                  <a:pt x="6827694" y="1002729"/>
                  <a:pt x="6831205" y="1004185"/>
                  <a:pt x="6835422" y="1004292"/>
                </a:cubicBezTo>
                <a:cubicBezTo>
                  <a:pt x="6839517" y="1004185"/>
                  <a:pt x="6842952" y="1002729"/>
                  <a:pt x="6845730" y="999925"/>
                </a:cubicBezTo>
                <a:cubicBezTo>
                  <a:pt x="6848508" y="997120"/>
                  <a:pt x="6849953" y="993609"/>
                  <a:pt x="6850066" y="989392"/>
                </a:cubicBezTo>
                <a:cubicBezTo>
                  <a:pt x="6849953" y="985185"/>
                  <a:pt x="6848508" y="981717"/>
                  <a:pt x="6845730" y="978988"/>
                </a:cubicBezTo>
                <a:cubicBezTo>
                  <a:pt x="6842952" y="976258"/>
                  <a:pt x="6839517" y="974845"/>
                  <a:pt x="6835422" y="974749"/>
                </a:cubicBezTo>
                <a:close/>
                <a:moveTo>
                  <a:pt x="6225823" y="974749"/>
                </a:moveTo>
                <a:cubicBezTo>
                  <a:pt x="6221605" y="974845"/>
                  <a:pt x="6218094" y="976258"/>
                  <a:pt x="6215290" y="978988"/>
                </a:cubicBezTo>
                <a:cubicBezTo>
                  <a:pt x="6212486" y="981717"/>
                  <a:pt x="6211030" y="985185"/>
                  <a:pt x="6210922" y="989392"/>
                </a:cubicBezTo>
                <a:cubicBezTo>
                  <a:pt x="6211030" y="993609"/>
                  <a:pt x="6212485" y="997120"/>
                  <a:pt x="6215290" y="999925"/>
                </a:cubicBezTo>
                <a:cubicBezTo>
                  <a:pt x="6218094" y="1002729"/>
                  <a:pt x="6221605" y="1004185"/>
                  <a:pt x="6225823" y="1004292"/>
                </a:cubicBezTo>
                <a:cubicBezTo>
                  <a:pt x="6229917" y="1004185"/>
                  <a:pt x="6233353" y="1002729"/>
                  <a:pt x="6236131" y="999925"/>
                </a:cubicBezTo>
                <a:cubicBezTo>
                  <a:pt x="6238908" y="997120"/>
                  <a:pt x="6240353" y="993609"/>
                  <a:pt x="6240466" y="989392"/>
                </a:cubicBezTo>
                <a:cubicBezTo>
                  <a:pt x="6240353" y="985185"/>
                  <a:pt x="6238908" y="981717"/>
                  <a:pt x="6236131" y="978988"/>
                </a:cubicBezTo>
                <a:cubicBezTo>
                  <a:pt x="6233353" y="976258"/>
                  <a:pt x="6229917" y="974845"/>
                  <a:pt x="6225823" y="974749"/>
                </a:cubicBezTo>
                <a:close/>
                <a:moveTo>
                  <a:pt x="4273198" y="974749"/>
                </a:moveTo>
                <a:cubicBezTo>
                  <a:pt x="4268981" y="974845"/>
                  <a:pt x="4265469" y="976258"/>
                  <a:pt x="4262665" y="978988"/>
                </a:cubicBezTo>
                <a:cubicBezTo>
                  <a:pt x="4259860" y="981717"/>
                  <a:pt x="4258405" y="985185"/>
                  <a:pt x="4258298" y="989392"/>
                </a:cubicBezTo>
                <a:cubicBezTo>
                  <a:pt x="4258405" y="993609"/>
                  <a:pt x="4259860" y="997120"/>
                  <a:pt x="4262665" y="999925"/>
                </a:cubicBezTo>
                <a:cubicBezTo>
                  <a:pt x="4265469" y="1002729"/>
                  <a:pt x="4268981" y="1004185"/>
                  <a:pt x="4273198" y="1004292"/>
                </a:cubicBezTo>
                <a:cubicBezTo>
                  <a:pt x="4277292" y="1004185"/>
                  <a:pt x="4280728" y="1002729"/>
                  <a:pt x="4283505" y="999925"/>
                </a:cubicBezTo>
                <a:cubicBezTo>
                  <a:pt x="4286283" y="997120"/>
                  <a:pt x="4287728" y="993609"/>
                  <a:pt x="4287841" y="989392"/>
                </a:cubicBezTo>
                <a:cubicBezTo>
                  <a:pt x="4287728" y="985185"/>
                  <a:pt x="4286283" y="981717"/>
                  <a:pt x="4283505" y="978988"/>
                </a:cubicBezTo>
                <a:cubicBezTo>
                  <a:pt x="4280728" y="976258"/>
                  <a:pt x="4277292" y="974845"/>
                  <a:pt x="4273198" y="974749"/>
                </a:cubicBezTo>
                <a:close/>
                <a:moveTo>
                  <a:pt x="3863623" y="974749"/>
                </a:moveTo>
                <a:cubicBezTo>
                  <a:pt x="3859406" y="974845"/>
                  <a:pt x="3855894" y="976258"/>
                  <a:pt x="3853090" y="978988"/>
                </a:cubicBezTo>
                <a:cubicBezTo>
                  <a:pt x="3850286" y="981717"/>
                  <a:pt x="3848830" y="985185"/>
                  <a:pt x="3848722" y="989392"/>
                </a:cubicBezTo>
                <a:cubicBezTo>
                  <a:pt x="3848830" y="993609"/>
                  <a:pt x="3850286" y="997120"/>
                  <a:pt x="3853090" y="999925"/>
                </a:cubicBezTo>
                <a:cubicBezTo>
                  <a:pt x="3855894" y="1002729"/>
                  <a:pt x="3859406" y="1004185"/>
                  <a:pt x="3863623" y="1004292"/>
                </a:cubicBezTo>
                <a:cubicBezTo>
                  <a:pt x="3867717" y="1004185"/>
                  <a:pt x="3871153" y="1002729"/>
                  <a:pt x="3873931" y="999925"/>
                </a:cubicBezTo>
                <a:cubicBezTo>
                  <a:pt x="3876708" y="997120"/>
                  <a:pt x="3878153" y="993609"/>
                  <a:pt x="3878265" y="989392"/>
                </a:cubicBezTo>
                <a:cubicBezTo>
                  <a:pt x="3878153" y="985185"/>
                  <a:pt x="3876708" y="981717"/>
                  <a:pt x="3873931" y="978988"/>
                </a:cubicBezTo>
                <a:cubicBezTo>
                  <a:pt x="3871153" y="976258"/>
                  <a:pt x="3867717" y="974845"/>
                  <a:pt x="3863623" y="974749"/>
                </a:cubicBezTo>
                <a:close/>
                <a:moveTo>
                  <a:pt x="3396898" y="974749"/>
                </a:moveTo>
                <a:cubicBezTo>
                  <a:pt x="3392681" y="974845"/>
                  <a:pt x="3389170" y="976258"/>
                  <a:pt x="3386365" y="978988"/>
                </a:cubicBezTo>
                <a:cubicBezTo>
                  <a:pt x="3383561" y="981717"/>
                  <a:pt x="3382105" y="985185"/>
                  <a:pt x="3381998" y="989392"/>
                </a:cubicBezTo>
                <a:cubicBezTo>
                  <a:pt x="3382105" y="993609"/>
                  <a:pt x="3383561" y="997120"/>
                  <a:pt x="3386365" y="999925"/>
                </a:cubicBezTo>
                <a:cubicBezTo>
                  <a:pt x="3389170" y="1002729"/>
                  <a:pt x="3392681" y="1004185"/>
                  <a:pt x="3396898" y="1004292"/>
                </a:cubicBezTo>
                <a:cubicBezTo>
                  <a:pt x="3400992" y="1004185"/>
                  <a:pt x="3404428" y="1002729"/>
                  <a:pt x="3407206" y="999925"/>
                </a:cubicBezTo>
                <a:cubicBezTo>
                  <a:pt x="3409983" y="997120"/>
                  <a:pt x="3411429" y="993609"/>
                  <a:pt x="3411541" y="989392"/>
                </a:cubicBezTo>
                <a:cubicBezTo>
                  <a:pt x="3411429" y="985185"/>
                  <a:pt x="3409983" y="981717"/>
                  <a:pt x="3407206" y="978988"/>
                </a:cubicBezTo>
                <a:cubicBezTo>
                  <a:pt x="3404428" y="976258"/>
                  <a:pt x="3400992" y="974845"/>
                  <a:pt x="3396898" y="974749"/>
                </a:cubicBezTo>
                <a:close/>
                <a:moveTo>
                  <a:pt x="2990141" y="959576"/>
                </a:moveTo>
                <a:lnTo>
                  <a:pt x="2960326" y="1024384"/>
                </a:lnTo>
                <a:lnTo>
                  <a:pt x="2981145" y="1024384"/>
                </a:lnTo>
                <a:lnTo>
                  <a:pt x="3016358" y="959576"/>
                </a:lnTo>
                <a:close/>
                <a:moveTo>
                  <a:pt x="3327751" y="953516"/>
                </a:moveTo>
                <a:cubicBezTo>
                  <a:pt x="3322105" y="953984"/>
                  <a:pt x="3317191" y="955223"/>
                  <a:pt x="3313010" y="957235"/>
                </a:cubicBezTo>
                <a:cubicBezTo>
                  <a:pt x="3304647" y="961259"/>
                  <a:pt x="3298670" y="967413"/>
                  <a:pt x="3295077" y="975695"/>
                </a:cubicBezTo>
                <a:cubicBezTo>
                  <a:pt x="3291485" y="983978"/>
                  <a:pt x="3289734" y="993431"/>
                  <a:pt x="3289824" y="1004054"/>
                </a:cubicBezTo>
                <a:lnTo>
                  <a:pt x="3289824" y="1022326"/>
                </a:lnTo>
                <a:lnTo>
                  <a:pt x="3264364" y="1022326"/>
                </a:lnTo>
                <a:lnTo>
                  <a:pt x="3264364" y="1046983"/>
                </a:lnTo>
                <a:lnTo>
                  <a:pt x="3289824" y="1046983"/>
                </a:lnTo>
                <a:lnTo>
                  <a:pt x="3289824" y="1139566"/>
                </a:lnTo>
                <a:lnTo>
                  <a:pt x="3314481" y="1139566"/>
                </a:lnTo>
                <a:lnTo>
                  <a:pt x="3314481" y="1046983"/>
                </a:lnTo>
                <a:lnTo>
                  <a:pt x="3349200" y="1046983"/>
                </a:lnTo>
                <a:lnTo>
                  <a:pt x="3349200" y="1022326"/>
                </a:lnTo>
                <a:lnTo>
                  <a:pt x="3314481" y="1022326"/>
                </a:lnTo>
                <a:lnTo>
                  <a:pt x="3314481" y="1004054"/>
                </a:lnTo>
                <a:cubicBezTo>
                  <a:pt x="3314256" y="994125"/>
                  <a:pt x="3316506" y="986769"/>
                  <a:pt x="3321232" y="981988"/>
                </a:cubicBezTo>
                <a:cubicBezTo>
                  <a:pt x="3325958" y="977207"/>
                  <a:pt x="3334509" y="975898"/>
                  <a:pt x="3346885" y="978061"/>
                </a:cubicBezTo>
                <a:lnTo>
                  <a:pt x="3346885" y="954431"/>
                </a:lnTo>
                <a:cubicBezTo>
                  <a:pt x="3339775" y="953354"/>
                  <a:pt x="3333397" y="953049"/>
                  <a:pt x="3327751" y="953516"/>
                </a:cubicBezTo>
                <a:close/>
                <a:moveTo>
                  <a:pt x="3222976" y="953516"/>
                </a:moveTo>
                <a:cubicBezTo>
                  <a:pt x="3217330" y="953984"/>
                  <a:pt x="3212416" y="955223"/>
                  <a:pt x="3208235" y="957235"/>
                </a:cubicBezTo>
                <a:cubicBezTo>
                  <a:pt x="3199872" y="961259"/>
                  <a:pt x="3193894" y="967413"/>
                  <a:pt x="3190302" y="975695"/>
                </a:cubicBezTo>
                <a:cubicBezTo>
                  <a:pt x="3186710" y="983978"/>
                  <a:pt x="3184959" y="993431"/>
                  <a:pt x="3185049" y="1004054"/>
                </a:cubicBezTo>
                <a:lnTo>
                  <a:pt x="3185049" y="1022326"/>
                </a:lnTo>
                <a:lnTo>
                  <a:pt x="3159589" y="1022326"/>
                </a:lnTo>
                <a:lnTo>
                  <a:pt x="3159589" y="1046983"/>
                </a:lnTo>
                <a:lnTo>
                  <a:pt x="3185049" y="1046983"/>
                </a:lnTo>
                <a:lnTo>
                  <a:pt x="3185049" y="1139566"/>
                </a:lnTo>
                <a:lnTo>
                  <a:pt x="3209706" y="1139566"/>
                </a:lnTo>
                <a:lnTo>
                  <a:pt x="3209706" y="1046983"/>
                </a:lnTo>
                <a:lnTo>
                  <a:pt x="3244425" y="1046983"/>
                </a:lnTo>
                <a:lnTo>
                  <a:pt x="3244425" y="1022326"/>
                </a:lnTo>
                <a:lnTo>
                  <a:pt x="3209706" y="1022326"/>
                </a:lnTo>
                <a:lnTo>
                  <a:pt x="3209706" y="1004054"/>
                </a:lnTo>
                <a:cubicBezTo>
                  <a:pt x="3209481" y="994125"/>
                  <a:pt x="3211731" y="986769"/>
                  <a:pt x="3216457" y="981988"/>
                </a:cubicBezTo>
                <a:cubicBezTo>
                  <a:pt x="3221183" y="977207"/>
                  <a:pt x="3229734" y="975898"/>
                  <a:pt x="3242110" y="978061"/>
                </a:cubicBezTo>
                <a:lnTo>
                  <a:pt x="3242110" y="954431"/>
                </a:lnTo>
                <a:cubicBezTo>
                  <a:pt x="3235000" y="953354"/>
                  <a:pt x="3228622" y="953049"/>
                  <a:pt x="3222976" y="953516"/>
                </a:cubicBezTo>
                <a:close/>
                <a:moveTo>
                  <a:pt x="4194623" y="928715"/>
                </a:moveTo>
                <a:lnTo>
                  <a:pt x="4194623" y="1039532"/>
                </a:lnTo>
                <a:cubicBezTo>
                  <a:pt x="4189686" y="1033785"/>
                  <a:pt x="4183801" y="1029162"/>
                  <a:pt x="4176966" y="1025663"/>
                </a:cubicBezTo>
                <a:cubicBezTo>
                  <a:pt x="4170132" y="1022163"/>
                  <a:pt x="4162639" y="1020365"/>
                  <a:pt x="4154486" y="1020269"/>
                </a:cubicBezTo>
                <a:cubicBezTo>
                  <a:pt x="4143149" y="1020399"/>
                  <a:pt x="4133068" y="1023165"/>
                  <a:pt x="4124243" y="1028566"/>
                </a:cubicBezTo>
                <a:cubicBezTo>
                  <a:pt x="4115418" y="1033968"/>
                  <a:pt x="4108465" y="1041228"/>
                  <a:pt x="4103385" y="1050344"/>
                </a:cubicBezTo>
                <a:cubicBezTo>
                  <a:pt x="4098305" y="1059461"/>
                  <a:pt x="4095713" y="1069656"/>
                  <a:pt x="4095611" y="1080930"/>
                </a:cubicBezTo>
                <a:cubicBezTo>
                  <a:pt x="4095957" y="1098212"/>
                  <a:pt x="4101557" y="1112543"/>
                  <a:pt x="4112410" y="1123922"/>
                </a:cubicBezTo>
                <a:cubicBezTo>
                  <a:pt x="4123263" y="1135302"/>
                  <a:pt x="4137288" y="1141202"/>
                  <a:pt x="4154486" y="1141623"/>
                </a:cubicBezTo>
                <a:cubicBezTo>
                  <a:pt x="4162639" y="1141538"/>
                  <a:pt x="4170132" y="1139783"/>
                  <a:pt x="4176966" y="1136358"/>
                </a:cubicBezTo>
                <a:cubicBezTo>
                  <a:pt x="4183801" y="1132934"/>
                  <a:pt x="4189686" y="1128353"/>
                  <a:pt x="4194623" y="1122617"/>
                </a:cubicBezTo>
                <a:lnTo>
                  <a:pt x="4194623" y="1139566"/>
                </a:lnTo>
                <a:lnTo>
                  <a:pt x="4219280" y="1139566"/>
                </a:lnTo>
                <a:lnTo>
                  <a:pt x="4219280" y="928715"/>
                </a:lnTo>
                <a:close/>
                <a:moveTo>
                  <a:pt x="5763248" y="928683"/>
                </a:moveTo>
                <a:lnTo>
                  <a:pt x="5763248" y="1139566"/>
                </a:lnTo>
                <a:lnTo>
                  <a:pt x="5787904" y="1139566"/>
                </a:lnTo>
                <a:lnTo>
                  <a:pt x="5787904" y="928683"/>
                </a:lnTo>
                <a:close/>
                <a:moveTo>
                  <a:pt x="2905748" y="928683"/>
                </a:moveTo>
                <a:lnTo>
                  <a:pt x="2905748" y="1139566"/>
                </a:lnTo>
                <a:lnTo>
                  <a:pt x="2930404" y="1139566"/>
                </a:lnTo>
                <a:lnTo>
                  <a:pt x="2930404" y="928683"/>
                </a:lnTo>
                <a:close/>
                <a:moveTo>
                  <a:pt x="2162798" y="928683"/>
                </a:moveTo>
                <a:lnTo>
                  <a:pt x="2162798" y="1139566"/>
                </a:lnTo>
                <a:lnTo>
                  <a:pt x="2187455" y="1139566"/>
                </a:lnTo>
                <a:lnTo>
                  <a:pt x="2187455" y="928683"/>
                </a:lnTo>
                <a:close/>
                <a:moveTo>
                  <a:pt x="5659698" y="784103"/>
                </a:moveTo>
                <a:lnTo>
                  <a:pt x="5680285" y="784103"/>
                </a:lnTo>
                <a:lnTo>
                  <a:pt x="5680285" y="795172"/>
                </a:lnTo>
                <a:cubicBezTo>
                  <a:pt x="5679271" y="799994"/>
                  <a:pt x="5676280" y="804638"/>
                  <a:pt x="5671310" y="809106"/>
                </a:cubicBezTo>
                <a:cubicBezTo>
                  <a:pt x="5666340" y="813573"/>
                  <a:pt x="5659296" y="815965"/>
                  <a:pt x="5650177" y="816282"/>
                </a:cubicBezTo>
                <a:cubicBezTo>
                  <a:pt x="5644076" y="816239"/>
                  <a:pt x="5638907" y="814909"/>
                  <a:pt x="5634673" y="812291"/>
                </a:cubicBezTo>
                <a:cubicBezTo>
                  <a:pt x="5630437" y="809674"/>
                  <a:pt x="5628228" y="806027"/>
                  <a:pt x="5628046" y="801350"/>
                </a:cubicBezTo>
                <a:cubicBezTo>
                  <a:pt x="5628046" y="795564"/>
                  <a:pt x="5630684" y="791241"/>
                  <a:pt x="5635959" y="788382"/>
                </a:cubicBezTo>
                <a:cubicBezTo>
                  <a:pt x="5641234" y="785524"/>
                  <a:pt x="5649147" y="784097"/>
                  <a:pt x="5659698" y="784103"/>
                </a:cubicBezTo>
                <a:close/>
                <a:moveTo>
                  <a:pt x="6911328" y="740126"/>
                </a:moveTo>
                <a:cubicBezTo>
                  <a:pt x="6921496" y="740388"/>
                  <a:pt x="6929975" y="743915"/>
                  <a:pt x="6936767" y="750707"/>
                </a:cubicBezTo>
                <a:cubicBezTo>
                  <a:pt x="6943558" y="757498"/>
                  <a:pt x="6947085" y="765978"/>
                  <a:pt x="6947348" y="776146"/>
                </a:cubicBezTo>
                <a:cubicBezTo>
                  <a:pt x="6947085" y="786427"/>
                  <a:pt x="6943558" y="794939"/>
                  <a:pt x="6936767" y="801682"/>
                </a:cubicBezTo>
                <a:cubicBezTo>
                  <a:pt x="6929975" y="808425"/>
                  <a:pt x="6921496" y="811920"/>
                  <a:pt x="6911328" y="812167"/>
                </a:cubicBezTo>
                <a:cubicBezTo>
                  <a:pt x="6901036" y="811920"/>
                  <a:pt x="6892481" y="808425"/>
                  <a:pt x="6885662" y="801682"/>
                </a:cubicBezTo>
                <a:cubicBezTo>
                  <a:pt x="6878845" y="794939"/>
                  <a:pt x="6875307" y="786427"/>
                  <a:pt x="6875050" y="776146"/>
                </a:cubicBezTo>
                <a:cubicBezTo>
                  <a:pt x="6875307" y="765978"/>
                  <a:pt x="6878845" y="757498"/>
                  <a:pt x="6885662" y="750707"/>
                </a:cubicBezTo>
                <a:cubicBezTo>
                  <a:pt x="6892481" y="743915"/>
                  <a:pt x="6901036" y="740388"/>
                  <a:pt x="6911328" y="740126"/>
                </a:cubicBezTo>
                <a:close/>
                <a:moveTo>
                  <a:pt x="6673202" y="740126"/>
                </a:moveTo>
                <a:cubicBezTo>
                  <a:pt x="6683371" y="740388"/>
                  <a:pt x="6691850" y="743915"/>
                  <a:pt x="6698642" y="750707"/>
                </a:cubicBezTo>
                <a:cubicBezTo>
                  <a:pt x="6705433" y="757498"/>
                  <a:pt x="6708960" y="765978"/>
                  <a:pt x="6709223" y="776146"/>
                </a:cubicBezTo>
                <a:cubicBezTo>
                  <a:pt x="6708960" y="786427"/>
                  <a:pt x="6705433" y="794939"/>
                  <a:pt x="6698642" y="801682"/>
                </a:cubicBezTo>
                <a:cubicBezTo>
                  <a:pt x="6691850" y="808425"/>
                  <a:pt x="6683371" y="811920"/>
                  <a:pt x="6673202" y="812167"/>
                </a:cubicBezTo>
                <a:cubicBezTo>
                  <a:pt x="6662911" y="811920"/>
                  <a:pt x="6654356" y="808425"/>
                  <a:pt x="6647538" y="801682"/>
                </a:cubicBezTo>
                <a:cubicBezTo>
                  <a:pt x="6640720" y="794939"/>
                  <a:pt x="6637182" y="786427"/>
                  <a:pt x="6636925" y="776146"/>
                </a:cubicBezTo>
                <a:cubicBezTo>
                  <a:pt x="6637182" y="765978"/>
                  <a:pt x="6640720" y="757498"/>
                  <a:pt x="6647538" y="750707"/>
                </a:cubicBezTo>
                <a:cubicBezTo>
                  <a:pt x="6654356" y="743915"/>
                  <a:pt x="6662911" y="740388"/>
                  <a:pt x="6673202" y="740126"/>
                </a:cubicBezTo>
                <a:close/>
                <a:moveTo>
                  <a:pt x="6120753" y="740126"/>
                </a:moveTo>
                <a:cubicBezTo>
                  <a:pt x="6130921" y="740388"/>
                  <a:pt x="6139400" y="743915"/>
                  <a:pt x="6146192" y="750707"/>
                </a:cubicBezTo>
                <a:cubicBezTo>
                  <a:pt x="6152983" y="757498"/>
                  <a:pt x="6156510" y="765978"/>
                  <a:pt x="6156773" y="776146"/>
                </a:cubicBezTo>
                <a:cubicBezTo>
                  <a:pt x="6156510" y="786427"/>
                  <a:pt x="6152983" y="794939"/>
                  <a:pt x="6146192" y="801682"/>
                </a:cubicBezTo>
                <a:cubicBezTo>
                  <a:pt x="6139400" y="808425"/>
                  <a:pt x="6130921" y="811920"/>
                  <a:pt x="6120753" y="812167"/>
                </a:cubicBezTo>
                <a:cubicBezTo>
                  <a:pt x="6110461" y="811920"/>
                  <a:pt x="6101906" y="808425"/>
                  <a:pt x="6095088" y="801682"/>
                </a:cubicBezTo>
                <a:cubicBezTo>
                  <a:pt x="6088270" y="794939"/>
                  <a:pt x="6084732" y="786427"/>
                  <a:pt x="6084475" y="776146"/>
                </a:cubicBezTo>
                <a:cubicBezTo>
                  <a:pt x="6084732" y="765978"/>
                  <a:pt x="6088270" y="757498"/>
                  <a:pt x="6095088" y="750707"/>
                </a:cubicBezTo>
                <a:cubicBezTo>
                  <a:pt x="6101906" y="743915"/>
                  <a:pt x="6110461" y="740388"/>
                  <a:pt x="6120753" y="740126"/>
                </a:cubicBezTo>
                <a:close/>
                <a:moveTo>
                  <a:pt x="5892152" y="740126"/>
                </a:moveTo>
                <a:cubicBezTo>
                  <a:pt x="5902320" y="740388"/>
                  <a:pt x="5910800" y="743915"/>
                  <a:pt x="5917592" y="750707"/>
                </a:cubicBezTo>
                <a:cubicBezTo>
                  <a:pt x="5924383" y="757498"/>
                  <a:pt x="5927910" y="765978"/>
                  <a:pt x="5928173" y="776146"/>
                </a:cubicBezTo>
                <a:cubicBezTo>
                  <a:pt x="5927910" y="786427"/>
                  <a:pt x="5924383" y="794939"/>
                  <a:pt x="5917592" y="801682"/>
                </a:cubicBezTo>
                <a:cubicBezTo>
                  <a:pt x="5910800" y="808425"/>
                  <a:pt x="5902320" y="811920"/>
                  <a:pt x="5892152" y="812167"/>
                </a:cubicBezTo>
                <a:cubicBezTo>
                  <a:pt x="5881861" y="811920"/>
                  <a:pt x="5873306" y="808425"/>
                  <a:pt x="5866488" y="801682"/>
                </a:cubicBezTo>
                <a:cubicBezTo>
                  <a:pt x="5859670" y="794939"/>
                  <a:pt x="5856132" y="786427"/>
                  <a:pt x="5855875" y="776146"/>
                </a:cubicBezTo>
                <a:cubicBezTo>
                  <a:pt x="5856132" y="765978"/>
                  <a:pt x="5859670" y="757498"/>
                  <a:pt x="5866488" y="750707"/>
                </a:cubicBezTo>
                <a:cubicBezTo>
                  <a:pt x="5873306" y="743915"/>
                  <a:pt x="5881861" y="740388"/>
                  <a:pt x="5892152" y="740126"/>
                </a:cubicBezTo>
                <a:close/>
                <a:moveTo>
                  <a:pt x="5015852" y="740126"/>
                </a:moveTo>
                <a:cubicBezTo>
                  <a:pt x="5026020" y="740388"/>
                  <a:pt x="5034500" y="743915"/>
                  <a:pt x="5041292" y="750707"/>
                </a:cubicBezTo>
                <a:cubicBezTo>
                  <a:pt x="5048083" y="757498"/>
                  <a:pt x="5051610" y="765978"/>
                  <a:pt x="5051873" y="776146"/>
                </a:cubicBezTo>
                <a:cubicBezTo>
                  <a:pt x="5051610" y="786427"/>
                  <a:pt x="5048083" y="794939"/>
                  <a:pt x="5041292" y="801682"/>
                </a:cubicBezTo>
                <a:cubicBezTo>
                  <a:pt x="5034500" y="808425"/>
                  <a:pt x="5026020" y="811920"/>
                  <a:pt x="5015852" y="812167"/>
                </a:cubicBezTo>
                <a:cubicBezTo>
                  <a:pt x="5005561" y="811920"/>
                  <a:pt x="4997006" y="808425"/>
                  <a:pt x="4990188" y="801682"/>
                </a:cubicBezTo>
                <a:cubicBezTo>
                  <a:pt x="4983370" y="794939"/>
                  <a:pt x="4979832" y="786427"/>
                  <a:pt x="4979574" y="776146"/>
                </a:cubicBezTo>
                <a:cubicBezTo>
                  <a:pt x="4979832" y="765978"/>
                  <a:pt x="4983370" y="757498"/>
                  <a:pt x="4990188" y="750707"/>
                </a:cubicBezTo>
                <a:cubicBezTo>
                  <a:pt x="4997006" y="743915"/>
                  <a:pt x="5005561" y="740388"/>
                  <a:pt x="5015852" y="740126"/>
                </a:cubicBezTo>
                <a:close/>
                <a:moveTo>
                  <a:pt x="4796777" y="740126"/>
                </a:moveTo>
                <a:cubicBezTo>
                  <a:pt x="4806945" y="740388"/>
                  <a:pt x="4815425" y="743915"/>
                  <a:pt x="4822217" y="750707"/>
                </a:cubicBezTo>
                <a:cubicBezTo>
                  <a:pt x="4829008" y="757498"/>
                  <a:pt x="4832535" y="765978"/>
                  <a:pt x="4832798" y="776146"/>
                </a:cubicBezTo>
                <a:cubicBezTo>
                  <a:pt x="4832535" y="786427"/>
                  <a:pt x="4829008" y="794939"/>
                  <a:pt x="4822217" y="801682"/>
                </a:cubicBezTo>
                <a:cubicBezTo>
                  <a:pt x="4815425" y="808425"/>
                  <a:pt x="4806945" y="811920"/>
                  <a:pt x="4796777" y="812167"/>
                </a:cubicBezTo>
                <a:cubicBezTo>
                  <a:pt x="4786486" y="811920"/>
                  <a:pt x="4777931" y="808425"/>
                  <a:pt x="4771113" y="801682"/>
                </a:cubicBezTo>
                <a:cubicBezTo>
                  <a:pt x="4764295" y="794939"/>
                  <a:pt x="4760757" y="786427"/>
                  <a:pt x="4760499" y="776146"/>
                </a:cubicBezTo>
                <a:cubicBezTo>
                  <a:pt x="4760757" y="765978"/>
                  <a:pt x="4764295" y="757498"/>
                  <a:pt x="4771113" y="750707"/>
                </a:cubicBezTo>
                <a:cubicBezTo>
                  <a:pt x="4777931" y="743915"/>
                  <a:pt x="4786486" y="740388"/>
                  <a:pt x="4796777" y="740126"/>
                </a:cubicBezTo>
                <a:close/>
                <a:moveTo>
                  <a:pt x="4215752" y="740126"/>
                </a:moveTo>
                <a:cubicBezTo>
                  <a:pt x="4225920" y="740388"/>
                  <a:pt x="4234401" y="743915"/>
                  <a:pt x="4241192" y="750707"/>
                </a:cubicBezTo>
                <a:cubicBezTo>
                  <a:pt x="4247983" y="757498"/>
                  <a:pt x="4251510" y="765978"/>
                  <a:pt x="4251773" y="776146"/>
                </a:cubicBezTo>
                <a:cubicBezTo>
                  <a:pt x="4251510" y="786427"/>
                  <a:pt x="4247983" y="794939"/>
                  <a:pt x="4241192" y="801682"/>
                </a:cubicBezTo>
                <a:cubicBezTo>
                  <a:pt x="4234401" y="808425"/>
                  <a:pt x="4225920" y="811920"/>
                  <a:pt x="4215752" y="812167"/>
                </a:cubicBezTo>
                <a:cubicBezTo>
                  <a:pt x="4205461" y="811920"/>
                  <a:pt x="4196906" y="808425"/>
                  <a:pt x="4190088" y="801682"/>
                </a:cubicBezTo>
                <a:cubicBezTo>
                  <a:pt x="4183270" y="794939"/>
                  <a:pt x="4179732" y="786427"/>
                  <a:pt x="4179475" y="776146"/>
                </a:cubicBezTo>
                <a:cubicBezTo>
                  <a:pt x="4179732" y="765978"/>
                  <a:pt x="4183270" y="757498"/>
                  <a:pt x="4190088" y="750707"/>
                </a:cubicBezTo>
                <a:cubicBezTo>
                  <a:pt x="4196906" y="743915"/>
                  <a:pt x="4205461" y="740388"/>
                  <a:pt x="4215752" y="740126"/>
                </a:cubicBezTo>
                <a:close/>
                <a:moveTo>
                  <a:pt x="3577577" y="740126"/>
                </a:moveTo>
                <a:cubicBezTo>
                  <a:pt x="3587746" y="740388"/>
                  <a:pt x="3596226" y="743915"/>
                  <a:pt x="3603017" y="750707"/>
                </a:cubicBezTo>
                <a:cubicBezTo>
                  <a:pt x="3609808" y="757498"/>
                  <a:pt x="3613335" y="765978"/>
                  <a:pt x="3613598" y="776146"/>
                </a:cubicBezTo>
                <a:cubicBezTo>
                  <a:pt x="3613335" y="786427"/>
                  <a:pt x="3609808" y="794939"/>
                  <a:pt x="3603017" y="801682"/>
                </a:cubicBezTo>
                <a:cubicBezTo>
                  <a:pt x="3596226" y="808425"/>
                  <a:pt x="3587746" y="811920"/>
                  <a:pt x="3577577" y="812167"/>
                </a:cubicBezTo>
                <a:cubicBezTo>
                  <a:pt x="3567286" y="811920"/>
                  <a:pt x="3558731" y="808425"/>
                  <a:pt x="3551913" y="801682"/>
                </a:cubicBezTo>
                <a:cubicBezTo>
                  <a:pt x="3545095" y="794939"/>
                  <a:pt x="3541557" y="786427"/>
                  <a:pt x="3541300" y="776146"/>
                </a:cubicBezTo>
                <a:cubicBezTo>
                  <a:pt x="3541557" y="765978"/>
                  <a:pt x="3545095" y="757498"/>
                  <a:pt x="3551913" y="750707"/>
                </a:cubicBezTo>
                <a:cubicBezTo>
                  <a:pt x="3558731" y="743915"/>
                  <a:pt x="3567286" y="740388"/>
                  <a:pt x="3577577" y="740126"/>
                </a:cubicBezTo>
                <a:close/>
                <a:moveTo>
                  <a:pt x="3272778" y="740126"/>
                </a:moveTo>
                <a:cubicBezTo>
                  <a:pt x="3282946" y="740388"/>
                  <a:pt x="3291426" y="743915"/>
                  <a:pt x="3298217" y="750707"/>
                </a:cubicBezTo>
                <a:cubicBezTo>
                  <a:pt x="3305009" y="757498"/>
                  <a:pt x="3308536" y="765978"/>
                  <a:pt x="3308798" y="776146"/>
                </a:cubicBezTo>
                <a:cubicBezTo>
                  <a:pt x="3308536" y="786427"/>
                  <a:pt x="3305009" y="794939"/>
                  <a:pt x="3298217" y="801682"/>
                </a:cubicBezTo>
                <a:cubicBezTo>
                  <a:pt x="3291426" y="808425"/>
                  <a:pt x="3282946" y="811920"/>
                  <a:pt x="3272778" y="812167"/>
                </a:cubicBezTo>
                <a:cubicBezTo>
                  <a:pt x="3262486" y="811920"/>
                  <a:pt x="3253931" y="808425"/>
                  <a:pt x="3247113" y="801682"/>
                </a:cubicBezTo>
                <a:cubicBezTo>
                  <a:pt x="3240295" y="794939"/>
                  <a:pt x="3236757" y="786427"/>
                  <a:pt x="3236500" y="776146"/>
                </a:cubicBezTo>
                <a:cubicBezTo>
                  <a:pt x="3236757" y="765978"/>
                  <a:pt x="3240295" y="757498"/>
                  <a:pt x="3247113" y="750707"/>
                </a:cubicBezTo>
                <a:cubicBezTo>
                  <a:pt x="3253931" y="743915"/>
                  <a:pt x="3262486" y="740388"/>
                  <a:pt x="3272778" y="740126"/>
                </a:cubicBezTo>
                <a:close/>
                <a:moveTo>
                  <a:pt x="3053703" y="740126"/>
                </a:moveTo>
                <a:cubicBezTo>
                  <a:pt x="3063871" y="740388"/>
                  <a:pt x="3072351" y="743915"/>
                  <a:pt x="3079142" y="750707"/>
                </a:cubicBezTo>
                <a:cubicBezTo>
                  <a:pt x="3085934" y="757498"/>
                  <a:pt x="3089461" y="765978"/>
                  <a:pt x="3089723" y="776146"/>
                </a:cubicBezTo>
                <a:cubicBezTo>
                  <a:pt x="3089461" y="786427"/>
                  <a:pt x="3085934" y="794939"/>
                  <a:pt x="3079142" y="801682"/>
                </a:cubicBezTo>
                <a:cubicBezTo>
                  <a:pt x="3072351" y="808425"/>
                  <a:pt x="3063871" y="811920"/>
                  <a:pt x="3053703" y="812167"/>
                </a:cubicBezTo>
                <a:cubicBezTo>
                  <a:pt x="3043411" y="811920"/>
                  <a:pt x="3034856" y="808425"/>
                  <a:pt x="3028038" y="801682"/>
                </a:cubicBezTo>
                <a:cubicBezTo>
                  <a:pt x="3021220" y="794939"/>
                  <a:pt x="3017682" y="786427"/>
                  <a:pt x="3017425" y="776146"/>
                </a:cubicBezTo>
                <a:cubicBezTo>
                  <a:pt x="3017682" y="765978"/>
                  <a:pt x="3021220" y="757498"/>
                  <a:pt x="3028038" y="750707"/>
                </a:cubicBezTo>
                <a:cubicBezTo>
                  <a:pt x="3034856" y="743915"/>
                  <a:pt x="3043411" y="740388"/>
                  <a:pt x="3053703" y="740126"/>
                </a:cubicBezTo>
                <a:close/>
                <a:moveTo>
                  <a:pt x="2309457" y="740126"/>
                </a:moveTo>
                <a:cubicBezTo>
                  <a:pt x="2319749" y="740388"/>
                  <a:pt x="2328304" y="743915"/>
                  <a:pt x="2335122" y="750707"/>
                </a:cubicBezTo>
                <a:cubicBezTo>
                  <a:pt x="2341940" y="757498"/>
                  <a:pt x="2345478" y="765978"/>
                  <a:pt x="2345735" y="776146"/>
                </a:cubicBezTo>
                <a:cubicBezTo>
                  <a:pt x="2345478" y="786427"/>
                  <a:pt x="2341940" y="794939"/>
                  <a:pt x="2335122" y="801682"/>
                </a:cubicBezTo>
                <a:cubicBezTo>
                  <a:pt x="2328304" y="808425"/>
                  <a:pt x="2319749" y="811920"/>
                  <a:pt x="2309457" y="812167"/>
                </a:cubicBezTo>
                <a:cubicBezTo>
                  <a:pt x="2299278" y="811920"/>
                  <a:pt x="2290755" y="808425"/>
                  <a:pt x="2283889" y="801682"/>
                </a:cubicBezTo>
                <a:cubicBezTo>
                  <a:pt x="2277023" y="794939"/>
                  <a:pt x="2273453" y="786427"/>
                  <a:pt x="2273180" y="776146"/>
                </a:cubicBezTo>
                <a:cubicBezTo>
                  <a:pt x="2273453" y="765978"/>
                  <a:pt x="2277023" y="757498"/>
                  <a:pt x="2283889" y="750707"/>
                </a:cubicBezTo>
                <a:cubicBezTo>
                  <a:pt x="2290755" y="743915"/>
                  <a:pt x="2299278" y="740388"/>
                  <a:pt x="2309457" y="740126"/>
                </a:cubicBezTo>
                <a:close/>
                <a:moveTo>
                  <a:pt x="2158353" y="740126"/>
                </a:moveTo>
                <a:cubicBezTo>
                  <a:pt x="2168521" y="740388"/>
                  <a:pt x="2177001" y="743915"/>
                  <a:pt x="2183792" y="750707"/>
                </a:cubicBezTo>
                <a:cubicBezTo>
                  <a:pt x="2190584" y="757498"/>
                  <a:pt x="2194111" y="765978"/>
                  <a:pt x="2194373" y="776146"/>
                </a:cubicBezTo>
                <a:cubicBezTo>
                  <a:pt x="2194111" y="786427"/>
                  <a:pt x="2190584" y="794939"/>
                  <a:pt x="2183792" y="801682"/>
                </a:cubicBezTo>
                <a:cubicBezTo>
                  <a:pt x="2177001" y="808425"/>
                  <a:pt x="2168521" y="811920"/>
                  <a:pt x="2158353" y="812167"/>
                </a:cubicBezTo>
                <a:cubicBezTo>
                  <a:pt x="2148061" y="811920"/>
                  <a:pt x="2139506" y="808425"/>
                  <a:pt x="2132688" y="801682"/>
                </a:cubicBezTo>
                <a:cubicBezTo>
                  <a:pt x="2125870" y="794939"/>
                  <a:pt x="2122332" y="786427"/>
                  <a:pt x="2122075" y="776146"/>
                </a:cubicBezTo>
                <a:cubicBezTo>
                  <a:pt x="2122332" y="765978"/>
                  <a:pt x="2125870" y="757498"/>
                  <a:pt x="2132688" y="750707"/>
                </a:cubicBezTo>
                <a:cubicBezTo>
                  <a:pt x="2139506" y="743915"/>
                  <a:pt x="2148061" y="740388"/>
                  <a:pt x="2158353" y="740126"/>
                </a:cubicBezTo>
                <a:close/>
                <a:moveTo>
                  <a:pt x="6423237" y="738068"/>
                </a:moveTo>
                <a:cubicBezTo>
                  <a:pt x="6432954" y="738149"/>
                  <a:pt x="6440838" y="740627"/>
                  <a:pt x="6446891" y="745503"/>
                </a:cubicBezTo>
                <a:cubicBezTo>
                  <a:pt x="6452943" y="750379"/>
                  <a:pt x="6456714" y="757169"/>
                  <a:pt x="6458204" y="765875"/>
                </a:cubicBezTo>
                <a:lnTo>
                  <a:pt x="6390585" y="765875"/>
                </a:lnTo>
                <a:cubicBezTo>
                  <a:pt x="6392363" y="758521"/>
                  <a:pt x="6395941" y="752117"/>
                  <a:pt x="6401319" y="746661"/>
                </a:cubicBezTo>
                <a:cubicBezTo>
                  <a:pt x="6406697" y="741206"/>
                  <a:pt x="6414003" y="738342"/>
                  <a:pt x="6423237" y="738068"/>
                </a:cubicBezTo>
                <a:close/>
                <a:moveTo>
                  <a:pt x="5242137" y="738068"/>
                </a:moveTo>
                <a:cubicBezTo>
                  <a:pt x="5251853" y="738149"/>
                  <a:pt x="5259738" y="740627"/>
                  <a:pt x="5265791" y="745503"/>
                </a:cubicBezTo>
                <a:cubicBezTo>
                  <a:pt x="5271843" y="750379"/>
                  <a:pt x="5275614" y="757169"/>
                  <a:pt x="5277103" y="765875"/>
                </a:cubicBezTo>
                <a:lnTo>
                  <a:pt x="5209485" y="765875"/>
                </a:lnTo>
                <a:cubicBezTo>
                  <a:pt x="5211263" y="758521"/>
                  <a:pt x="5214841" y="752117"/>
                  <a:pt x="5220219" y="746661"/>
                </a:cubicBezTo>
                <a:cubicBezTo>
                  <a:pt x="5225597" y="741206"/>
                  <a:pt x="5232903" y="738342"/>
                  <a:pt x="5242137" y="738068"/>
                </a:cubicBezTo>
                <a:close/>
                <a:moveTo>
                  <a:pt x="3880062" y="738068"/>
                </a:moveTo>
                <a:cubicBezTo>
                  <a:pt x="3889779" y="738149"/>
                  <a:pt x="3897663" y="740627"/>
                  <a:pt x="3903716" y="745503"/>
                </a:cubicBezTo>
                <a:cubicBezTo>
                  <a:pt x="3909768" y="750379"/>
                  <a:pt x="3913539" y="757169"/>
                  <a:pt x="3915028" y="765875"/>
                </a:cubicBezTo>
                <a:lnTo>
                  <a:pt x="3847410" y="765875"/>
                </a:lnTo>
                <a:cubicBezTo>
                  <a:pt x="3849188" y="758521"/>
                  <a:pt x="3852766" y="752117"/>
                  <a:pt x="3858144" y="746661"/>
                </a:cubicBezTo>
                <a:cubicBezTo>
                  <a:pt x="3863522" y="741206"/>
                  <a:pt x="3870828" y="738342"/>
                  <a:pt x="3880062" y="738068"/>
                </a:cubicBezTo>
                <a:close/>
                <a:moveTo>
                  <a:pt x="2517988" y="738068"/>
                </a:moveTo>
                <a:cubicBezTo>
                  <a:pt x="2527704" y="738149"/>
                  <a:pt x="2535588" y="740627"/>
                  <a:pt x="2541641" y="745503"/>
                </a:cubicBezTo>
                <a:cubicBezTo>
                  <a:pt x="2547694" y="750379"/>
                  <a:pt x="2551465" y="757169"/>
                  <a:pt x="2552953" y="765875"/>
                </a:cubicBezTo>
                <a:lnTo>
                  <a:pt x="2485335" y="765875"/>
                </a:lnTo>
                <a:cubicBezTo>
                  <a:pt x="2487113" y="758521"/>
                  <a:pt x="2490692" y="752117"/>
                  <a:pt x="2496069" y="746661"/>
                </a:cubicBezTo>
                <a:cubicBezTo>
                  <a:pt x="2501447" y="741206"/>
                  <a:pt x="2508753" y="738342"/>
                  <a:pt x="2517988" y="738068"/>
                </a:cubicBezTo>
                <a:close/>
                <a:moveTo>
                  <a:pt x="7013595" y="717494"/>
                </a:moveTo>
                <a:lnTo>
                  <a:pt x="7013595" y="834766"/>
                </a:lnTo>
                <a:lnTo>
                  <a:pt x="7038251" y="834766"/>
                </a:lnTo>
                <a:lnTo>
                  <a:pt x="7038251" y="717494"/>
                </a:lnTo>
                <a:close/>
                <a:moveTo>
                  <a:pt x="6313802" y="717494"/>
                </a:moveTo>
                <a:lnTo>
                  <a:pt x="6313802" y="765843"/>
                </a:lnTo>
                <a:cubicBezTo>
                  <a:pt x="6313775" y="779376"/>
                  <a:pt x="6310742" y="790412"/>
                  <a:pt x="6304700" y="798950"/>
                </a:cubicBezTo>
                <a:cubicBezTo>
                  <a:pt x="6298659" y="807489"/>
                  <a:pt x="6289772" y="811894"/>
                  <a:pt x="6278038" y="812167"/>
                </a:cubicBezTo>
                <a:cubicBezTo>
                  <a:pt x="6267773" y="811995"/>
                  <a:pt x="6259744" y="808545"/>
                  <a:pt x="6253949" y="801816"/>
                </a:cubicBezTo>
                <a:cubicBezTo>
                  <a:pt x="6248154" y="795086"/>
                  <a:pt x="6245206" y="786106"/>
                  <a:pt x="6245104" y="774876"/>
                </a:cubicBezTo>
                <a:lnTo>
                  <a:pt x="6245104" y="717526"/>
                </a:lnTo>
                <a:lnTo>
                  <a:pt x="6220448" y="717526"/>
                </a:lnTo>
                <a:lnTo>
                  <a:pt x="6220448" y="776934"/>
                </a:lnTo>
                <a:cubicBezTo>
                  <a:pt x="6220361" y="794169"/>
                  <a:pt x="6224451" y="808361"/>
                  <a:pt x="6232718" y="819512"/>
                </a:cubicBezTo>
                <a:cubicBezTo>
                  <a:pt x="6240984" y="830663"/>
                  <a:pt x="6253947" y="836434"/>
                  <a:pt x="6271606" y="836823"/>
                </a:cubicBezTo>
                <a:cubicBezTo>
                  <a:pt x="6281019" y="836727"/>
                  <a:pt x="6289273" y="834544"/>
                  <a:pt x="6296371" y="830274"/>
                </a:cubicBezTo>
                <a:cubicBezTo>
                  <a:pt x="6303468" y="826004"/>
                  <a:pt x="6309278" y="820225"/>
                  <a:pt x="6313802" y="812937"/>
                </a:cubicBezTo>
                <a:lnTo>
                  <a:pt x="6313802" y="834766"/>
                </a:lnTo>
                <a:lnTo>
                  <a:pt x="6338459" y="834766"/>
                </a:lnTo>
                <a:lnTo>
                  <a:pt x="6338459" y="717494"/>
                </a:lnTo>
                <a:close/>
                <a:moveTo>
                  <a:pt x="4899044" y="717494"/>
                </a:moveTo>
                <a:lnTo>
                  <a:pt x="4899044" y="834766"/>
                </a:lnTo>
                <a:lnTo>
                  <a:pt x="4923701" y="834766"/>
                </a:lnTo>
                <a:lnTo>
                  <a:pt x="4923701" y="717494"/>
                </a:lnTo>
                <a:close/>
                <a:moveTo>
                  <a:pt x="4685027" y="717494"/>
                </a:moveTo>
                <a:lnTo>
                  <a:pt x="4685027" y="765843"/>
                </a:lnTo>
                <a:cubicBezTo>
                  <a:pt x="4685000" y="779376"/>
                  <a:pt x="4681966" y="790412"/>
                  <a:pt x="4675925" y="798950"/>
                </a:cubicBezTo>
                <a:cubicBezTo>
                  <a:pt x="4669884" y="807489"/>
                  <a:pt x="4660997" y="811894"/>
                  <a:pt x="4649263" y="812167"/>
                </a:cubicBezTo>
                <a:cubicBezTo>
                  <a:pt x="4638998" y="811995"/>
                  <a:pt x="4630968" y="808545"/>
                  <a:pt x="4625174" y="801816"/>
                </a:cubicBezTo>
                <a:cubicBezTo>
                  <a:pt x="4619379" y="795086"/>
                  <a:pt x="4616431" y="786106"/>
                  <a:pt x="4616329" y="774876"/>
                </a:cubicBezTo>
                <a:lnTo>
                  <a:pt x="4616329" y="717526"/>
                </a:lnTo>
                <a:lnTo>
                  <a:pt x="4591673" y="717526"/>
                </a:lnTo>
                <a:lnTo>
                  <a:pt x="4591673" y="776934"/>
                </a:lnTo>
                <a:cubicBezTo>
                  <a:pt x="4591586" y="794169"/>
                  <a:pt x="4595676" y="808361"/>
                  <a:pt x="4603942" y="819512"/>
                </a:cubicBezTo>
                <a:cubicBezTo>
                  <a:pt x="4612209" y="830663"/>
                  <a:pt x="4625172" y="836434"/>
                  <a:pt x="4642831" y="836823"/>
                </a:cubicBezTo>
                <a:cubicBezTo>
                  <a:pt x="4652243" y="836727"/>
                  <a:pt x="4660498" y="834544"/>
                  <a:pt x="4667595" y="830274"/>
                </a:cubicBezTo>
                <a:cubicBezTo>
                  <a:pt x="4674692" y="826004"/>
                  <a:pt x="4680503" y="820225"/>
                  <a:pt x="4685027" y="812937"/>
                </a:cubicBezTo>
                <a:lnTo>
                  <a:pt x="4685027" y="834766"/>
                </a:lnTo>
                <a:lnTo>
                  <a:pt x="4709684" y="834766"/>
                </a:lnTo>
                <a:lnTo>
                  <a:pt x="4709684" y="717494"/>
                </a:lnTo>
                <a:close/>
                <a:moveTo>
                  <a:pt x="3770627" y="717494"/>
                </a:moveTo>
                <a:lnTo>
                  <a:pt x="3770627" y="765843"/>
                </a:lnTo>
                <a:cubicBezTo>
                  <a:pt x="3770600" y="779376"/>
                  <a:pt x="3767566" y="790412"/>
                  <a:pt x="3761525" y="798950"/>
                </a:cubicBezTo>
                <a:cubicBezTo>
                  <a:pt x="3755484" y="807489"/>
                  <a:pt x="3746597" y="811894"/>
                  <a:pt x="3734863" y="812167"/>
                </a:cubicBezTo>
                <a:cubicBezTo>
                  <a:pt x="3724598" y="811995"/>
                  <a:pt x="3716568" y="808545"/>
                  <a:pt x="3710774" y="801816"/>
                </a:cubicBezTo>
                <a:cubicBezTo>
                  <a:pt x="3704979" y="795086"/>
                  <a:pt x="3702031" y="786106"/>
                  <a:pt x="3701929" y="774876"/>
                </a:cubicBezTo>
                <a:lnTo>
                  <a:pt x="3701929" y="717526"/>
                </a:lnTo>
                <a:lnTo>
                  <a:pt x="3677273" y="717526"/>
                </a:lnTo>
                <a:lnTo>
                  <a:pt x="3677273" y="776934"/>
                </a:lnTo>
                <a:cubicBezTo>
                  <a:pt x="3677186" y="794169"/>
                  <a:pt x="3681276" y="808361"/>
                  <a:pt x="3689543" y="819512"/>
                </a:cubicBezTo>
                <a:cubicBezTo>
                  <a:pt x="3697809" y="830663"/>
                  <a:pt x="3710772" y="836434"/>
                  <a:pt x="3728431" y="836823"/>
                </a:cubicBezTo>
                <a:cubicBezTo>
                  <a:pt x="3737844" y="836727"/>
                  <a:pt x="3746099" y="834544"/>
                  <a:pt x="3753196" y="830274"/>
                </a:cubicBezTo>
                <a:cubicBezTo>
                  <a:pt x="3760293" y="826004"/>
                  <a:pt x="3766103" y="820225"/>
                  <a:pt x="3770627" y="812937"/>
                </a:cubicBezTo>
                <a:lnTo>
                  <a:pt x="3770627" y="834766"/>
                </a:lnTo>
                <a:lnTo>
                  <a:pt x="3795284" y="834766"/>
                </a:lnTo>
                <a:lnTo>
                  <a:pt x="3795284" y="717494"/>
                </a:lnTo>
                <a:close/>
                <a:moveTo>
                  <a:pt x="3375045" y="717494"/>
                </a:moveTo>
                <a:lnTo>
                  <a:pt x="3375045" y="834766"/>
                </a:lnTo>
                <a:lnTo>
                  <a:pt x="3399701" y="834766"/>
                </a:lnTo>
                <a:lnTo>
                  <a:pt x="3399701" y="717494"/>
                </a:lnTo>
                <a:close/>
                <a:moveTo>
                  <a:pt x="2952224" y="717494"/>
                </a:moveTo>
                <a:lnTo>
                  <a:pt x="2912114" y="805480"/>
                </a:lnTo>
                <a:lnTo>
                  <a:pt x="2872004" y="717526"/>
                </a:lnTo>
                <a:lnTo>
                  <a:pt x="2842692" y="717526"/>
                </a:lnTo>
                <a:lnTo>
                  <a:pt x="2899001" y="834766"/>
                </a:lnTo>
                <a:lnTo>
                  <a:pt x="2925484" y="834766"/>
                </a:lnTo>
                <a:lnTo>
                  <a:pt x="2981535" y="717494"/>
                </a:lnTo>
                <a:close/>
                <a:moveTo>
                  <a:pt x="2794019" y="717494"/>
                </a:moveTo>
                <a:lnTo>
                  <a:pt x="2794019" y="834766"/>
                </a:lnTo>
                <a:lnTo>
                  <a:pt x="2818676" y="834766"/>
                </a:lnTo>
                <a:lnTo>
                  <a:pt x="2818676" y="717494"/>
                </a:lnTo>
                <a:close/>
                <a:moveTo>
                  <a:pt x="2403495" y="717494"/>
                </a:moveTo>
                <a:lnTo>
                  <a:pt x="2403495" y="834766"/>
                </a:lnTo>
                <a:lnTo>
                  <a:pt x="2428151" y="834766"/>
                </a:lnTo>
                <a:lnTo>
                  <a:pt x="2428151" y="717494"/>
                </a:lnTo>
                <a:close/>
                <a:moveTo>
                  <a:pt x="6673202" y="715469"/>
                </a:moveTo>
                <a:cubicBezTo>
                  <a:pt x="6661571" y="715599"/>
                  <a:pt x="6651019" y="718365"/>
                  <a:pt x="6641548" y="723767"/>
                </a:cubicBezTo>
                <a:cubicBezTo>
                  <a:pt x="6632077" y="729170"/>
                  <a:pt x="6624521" y="736431"/>
                  <a:pt x="6618880" y="745550"/>
                </a:cubicBezTo>
                <a:cubicBezTo>
                  <a:pt x="6613240" y="754669"/>
                  <a:pt x="6610350" y="764867"/>
                  <a:pt x="6610211" y="776146"/>
                </a:cubicBezTo>
                <a:cubicBezTo>
                  <a:pt x="6610350" y="787506"/>
                  <a:pt x="6613240" y="797743"/>
                  <a:pt x="6618880" y="806857"/>
                </a:cubicBezTo>
                <a:cubicBezTo>
                  <a:pt x="6624521" y="815972"/>
                  <a:pt x="6632077" y="823213"/>
                  <a:pt x="6641548" y="828582"/>
                </a:cubicBezTo>
                <a:cubicBezTo>
                  <a:pt x="6651019" y="833951"/>
                  <a:pt x="6661571" y="836699"/>
                  <a:pt x="6673202" y="836823"/>
                </a:cubicBezTo>
                <a:cubicBezTo>
                  <a:pt x="6684830" y="836699"/>
                  <a:pt x="6695359" y="833951"/>
                  <a:pt x="6704790" y="828582"/>
                </a:cubicBezTo>
                <a:cubicBezTo>
                  <a:pt x="6714220" y="823213"/>
                  <a:pt x="6721735" y="815972"/>
                  <a:pt x="6727334" y="806857"/>
                </a:cubicBezTo>
                <a:cubicBezTo>
                  <a:pt x="6732933" y="797743"/>
                  <a:pt x="6735801" y="787506"/>
                  <a:pt x="6735937" y="776146"/>
                </a:cubicBezTo>
                <a:cubicBezTo>
                  <a:pt x="6735801" y="764867"/>
                  <a:pt x="6732933" y="754669"/>
                  <a:pt x="6727334" y="745550"/>
                </a:cubicBezTo>
                <a:cubicBezTo>
                  <a:pt x="6721735" y="736431"/>
                  <a:pt x="6714220" y="729170"/>
                  <a:pt x="6704790" y="723767"/>
                </a:cubicBezTo>
                <a:cubicBezTo>
                  <a:pt x="6695359" y="718365"/>
                  <a:pt x="6684830" y="715599"/>
                  <a:pt x="6673202" y="715469"/>
                </a:cubicBezTo>
                <a:close/>
                <a:moveTo>
                  <a:pt x="6423237" y="715469"/>
                </a:moveTo>
                <a:cubicBezTo>
                  <a:pt x="6411399" y="715599"/>
                  <a:pt x="6400937" y="718365"/>
                  <a:pt x="6391851" y="723768"/>
                </a:cubicBezTo>
                <a:cubicBezTo>
                  <a:pt x="6382766" y="729171"/>
                  <a:pt x="6375636" y="736432"/>
                  <a:pt x="6370464" y="745551"/>
                </a:cubicBezTo>
                <a:cubicBezTo>
                  <a:pt x="6365292" y="754670"/>
                  <a:pt x="6362657" y="764868"/>
                  <a:pt x="6362561" y="776145"/>
                </a:cubicBezTo>
                <a:cubicBezTo>
                  <a:pt x="6362823" y="793419"/>
                  <a:pt x="6368919" y="807745"/>
                  <a:pt x="6380847" y="819123"/>
                </a:cubicBezTo>
                <a:cubicBezTo>
                  <a:pt x="6392776" y="830502"/>
                  <a:pt x="6408963" y="836402"/>
                  <a:pt x="6429408" y="836823"/>
                </a:cubicBezTo>
                <a:cubicBezTo>
                  <a:pt x="6441529" y="836668"/>
                  <a:pt x="6451995" y="834025"/>
                  <a:pt x="6460807" y="828892"/>
                </a:cubicBezTo>
                <a:cubicBezTo>
                  <a:pt x="6469618" y="823760"/>
                  <a:pt x="6476549" y="817069"/>
                  <a:pt x="6481600" y="808820"/>
                </a:cubicBezTo>
                <a:lnTo>
                  <a:pt x="6461032" y="796203"/>
                </a:lnTo>
                <a:cubicBezTo>
                  <a:pt x="6459039" y="799684"/>
                  <a:pt x="6455504" y="803149"/>
                  <a:pt x="6450426" y="806599"/>
                </a:cubicBezTo>
                <a:cubicBezTo>
                  <a:pt x="6445348" y="810048"/>
                  <a:pt x="6438342" y="811904"/>
                  <a:pt x="6429408" y="812167"/>
                </a:cubicBezTo>
                <a:cubicBezTo>
                  <a:pt x="6418470" y="811984"/>
                  <a:pt x="6409750" y="809388"/>
                  <a:pt x="6403247" y="804378"/>
                </a:cubicBezTo>
                <a:cubicBezTo>
                  <a:pt x="6396745" y="799368"/>
                  <a:pt x="6392524" y="793038"/>
                  <a:pt x="6390585" y="785388"/>
                </a:cubicBezTo>
                <a:lnTo>
                  <a:pt x="6482371" y="785388"/>
                </a:lnTo>
                <a:cubicBezTo>
                  <a:pt x="6483837" y="770925"/>
                  <a:pt x="6482079" y="758483"/>
                  <a:pt x="6477097" y="748061"/>
                </a:cubicBezTo>
                <a:cubicBezTo>
                  <a:pt x="6472115" y="737639"/>
                  <a:pt x="6464891" y="729618"/>
                  <a:pt x="6455423" y="723996"/>
                </a:cubicBezTo>
                <a:cubicBezTo>
                  <a:pt x="6445956" y="718375"/>
                  <a:pt x="6435228" y="715532"/>
                  <a:pt x="6423237" y="715469"/>
                </a:cubicBezTo>
                <a:close/>
                <a:moveTo>
                  <a:pt x="6116636" y="715469"/>
                </a:moveTo>
                <a:cubicBezTo>
                  <a:pt x="6105299" y="715599"/>
                  <a:pt x="6095218" y="718365"/>
                  <a:pt x="6086393" y="723767"/>
                </a:cubicBezTo>
                <a:cubicBezTo>
                  <a:pt x="6077568" y="729170"/>
                  <a:pt x="6070615" y="736431"/>
                  <a:pt x="6065535" y="745550"/>
                </a:cubicBezTo>
                <a:cubicBezTo>
                  <a:pt x="6060455" y="754669"/>
                  <a:pt x="6057863" y="764867"/>
                  <a:pt x="6057761" y="776146"/>
                </a:cubicBezTo>
                <a:cubicBezTo>
                  <a:pt x="6058107" y="793420"/>
                  <a:pt x="6063707" y="807746"/>
                  <a:pt x="6074560" y="819124"/>
                </a:cubicBezTo>
                <a:cubicBezTo>
                  <a:pt x="6085413" y="830502"/>
                  <a:pt x="6099438" y="836402"/>
                  <a:pt x="6116636" y="836823"/>
                </a:cubicBezTo>
                <a:cubicBezTo>
                  <a:pt x="6124789" y="836738"/>
                  <a:pt x="6132282" y="834983"/>
                  <a:pt x="6139116" y="831558"/>
                </a:cubicBezTo>
                <a:cubicBezTo>
                  <a:pt x="6145950" y="828134"/>
                  <a:pt x="6151836" y="823553"/>
                  <a:pt x="6156773" y="817817"/>
                </a:cubicBezTo>
                <a:lnTo>
                  <a:pt x="6156773" y="928378"/>
                </a:lnTo>
                <a:lnTo>
                  <a:pt x="6181430" y="928378"/>
                </a:lnTo>
                <a:lnTo>
                  <a:pt x="6181430" y="717524"/>
                </a:lnTo>
                <a:lnTo>
                  <a:pt x="6156773" y="717524"/>
                </a:lnTo>
                <a:lnTo>
                  <a:pt x="6156773" y="734732"/>
                </a:lnTo>
                <a:cubicBezTo>
                  <a:pt x="6151836" y="728985"/>
                  <a:pt x="6145950" y="724362"/>
                  <a:pt x="6139116" y="720863"/>
                </a:cubicBezTo>
                <a:cubicBezTo>
                  <a:pt x="6132282" y="717363"/>
                  <a:pt x="6124789" y="715565"/>
                  <a:pt x="6116636" y="715469"/>
                </a:cubicBezTo>
                <a:close/>
                <a:moveTo>
                  <a:pt x="5892152" y="715469"/>
                </a:moveTo>
                <a:cubicBezTo>
                  <a:pt x="5880521" y="715599"/>
                  <a:pt x="5869970" y="718365"/>
                  <a:pt x="5860498" y="723767"/>
                </a:cubicBezTo>
                <a:cubicBezTo>
                  <a:pt x="5851027" y="729170"/>
                  <a:pt x="5843471" y="736431"/>
                  <a:pt x="5837830" y="745550"/>
                </a:cubicBezTo>
                <a:cubicBezTo>
                  <a:pt x="5832190" y="754669"/>
                  <a:pt x="5829300" y="764867"/>
                  <a:pt x="5829161" y="776146"/>
                </a:cubicBezTo>
                <a:cubicBezTo>
                  <a:pt x="5829300" y="787506"/>
                  <a:pt x="5832190" y="797743"/>
                  <a:pt x="5837830" y="806857"/>
                </a:cubicBezTo>
                <a:cubicBezTo>
                  <a:pt x="5843471" y="815972"/>
                  <a:pt x="5851027" y="823213"/>
                  <a:pt x="5860498" y="828582"/>
                </a:cubicBezTo>
                <a:cubicBezTo>
                  <a:pt x="5869969" y="833951"/>
                  <a:pt x="5880521" y="836699"/>
                  <a:pt x="5892152" y="836823"/>
                </a:cubicBezTo>
                <a:cubicBezTo>
                  <a:pt x="5903781" y="836699"/>
                  <a:pt x="5914310" y="833951"/>
                  <a:pt x="5923740" y="828582"/>
                </a:cubicBezTo>
                <a:cubicBezTo>
                  <a:pt x="5933170" y="823213"/>
                  <a:pt x="5940685" y="815972"/>
                  <a:pt x="5946284" y="806857"/>
                </a:cubicBezTo>
                <a:cubicBezTo>
                  <a:pt x="5951883" y="797743"/>
                  <a:pt x="5954751" y="787506"/>
                  <a:pt x="5954887" y="776146"/>
                </a:cubicBezTo>
                <a:cubicBezTo>
                  <a:pt x="5954751" y="764867"/>
                  <a:pt x="5951883" y="754669"/>
                  <a:pt x="5946284" y="745550"/>
                </a:cubicBezTo>
                <a:cubicBezTo>
                  <a:pt x="5940685" y="736431"/>
                  <a:pt x="5933170" y="729170"/>
                  <a:pt x="5923740" y="723767"/>
                </a:cubicBezTo>
                <a:cubicBezTo>
                  <a:pt x="5914310" y="718365"/>
                  <a:pt x="5903781" y="715599"/>
                  <a:pt x="5892152" y="715469"/>
                </a:cubicBezTo>
                <a:close/>
                <a:moveTo>
                  <a:pt x="5656095" y="715469"/>
                </a:moveTo>
                <a:cubicBezTo>
                  <a:pt x="5646188" y="715694"/>
                  <a:pt x="5636992" y="717684"/>
                  <a:pt x="5628508" y="721441"/>
                </a:cubicBezTo>
                <a:cubicBezTo>
                  <a:pt x="5620024" y="725197"/>
                  <a:pt x="5613020" y="729370"/>
                  <a:pt x="5607499" y="733961"/>
                </a:cubicBezTo>
                <a:lnTo>
                  <a:pt x="5619314" y="753774"/>
                </a:lnTo>
                <a:cubicBezTo>
                  <a:pt x="5622219" y="751290"/>
                  <a:pt x="5626879" y="748468"/>
                  <a:pt x="5633294" y="745308"/>
                </a:cubicBezTo>
                <a:cubicBezTo>
                  <a:pt x="5639708" y="742148"/>
                  <a:pt x="5646622" y="740421"/>
                  <a:pt x="5654037" y="740126"/>
                </a:cubicBezTo>
                <a:cubicBezTo>
                  <a:pt x="5663864" y="740179"/>
                  <a:pt x="5670651" y="742261"/>
                  <a:pt x="5674398" y="746371"/>
                </a:cubicBezTo>
                <a:cubicBezTo>
                  <a:pt x="5678145" y="750480"/>
                  <a:pt x="5680108" y="756296"/>
                  <a:pt x="5680285" y="763818"/>
                </a:cubicBezTo>
                <a:lnTo>
                  <a:pt x="5661756" y="763818"/>
                </a:lnTo>
                <a:cubicBezTo>
                  <a:pt x="5653499" y="763686"/>
                  <a:pt x="5644887" y="764549"/>
                  <a:pt x="5635921" y="766406"/>
                </a:cubicBezTo>
                <a:cubicBezTo>
                  <a:pt x="5626955" y="768264"/>
                  <a:pt x="5619319" y="771907"/>
                  <a:pt x="5613013" y="777335"/>
                </a:cubicBezTo>
                <a:cubicBezTo>
                  <a:pt x="5606707" y="782764"/>
                  <a:pt x="5603413" y="790769"/>
                  <a:pt x="5603132" y="801350"/>
                </a:cubicBezTo>
                <a:cubicBezTo>
                  <a:pt x="5603426" y="812169"/>
                  <a:pt x="5607590" y="820750"/>
                  <a:pt x="5615625" y="827093"/>
                </a:cubicBezTo>
                <a:cubicBezTo>
                  <a:pt x="5623661" y="833436"/>
                  <a:pt x="5633805" y="836680"/>
                  <a:pt x="5646059" y="836823"/>
                </a:cubicBezTo>
                <a:cubicBezTo>
                  <a:pt x="5654015" y="836738"/>
                  <a:pt x="5660813" y="835368"/>
                  <a:pt x="5666453" y="832715"/>
                </a:cubicBezTo>
                <a:cubicBezTo>
                  <a:pt x="5672093" y="830062"/>
                  <a:pt x="5676703" y="826638"/>
                  <a:pt x="5680285" y="822444"/>
                </a:cubicBezTo>
                <a:lnTo>
                  <a:pt x="5680285" y="834766"/>
                </a:lnTo>
                <a:lnTo>
                  <a:pt x="5704941" y="834766"/>
                </a:lnTo>
                <a:lnTo>
                  <a:pt x="5704941" y="767413"/>
                </a:lnTo>
                <a:cubicBezTo>
                  <a:pt x="5704996" y="750501"/>
                  <a:pt x="5701034" y="737630"/>
                  <a:pt x="5693057" y="728800"/>
                </a:cubicBezTo>
                <a:cubicBezTo>
                  <a:pt x="5685079" y="719970"/>
                  <a:pt x="5672759" y="715527"/>
                  <a:pt x="5656095" y="715469"/>
                </a:cubicBezTo>
                <a:close/>
                <a:moveTo>
                  <a:pt x="5447580" y="715469"/>
                </a:moveTo>
                <a:cubicBezTo>
                  <a:pt x="5436557" y="715511"/>
                  <a:pt x="5427162" y="718508"/>
                  <a:pt x="5419394" y="724460"/>
                </a:cubicBezTo>
                <a:cubicBezTo>
                  <a:pt x="5411626" y="730412"/>
                  <a:pt x="5407569" y="739065"/>
                  <a:pt x="5407222" y="750418"/>
                </a:cubicBezTo>
                <a:cubicBezTo>
                  <a:pt x="5407434" y="758551"/>
                  <a:pt x="5409749" y="764983"/>
                  <a:pt x="5414167" y="769714"/>
                </a:cubicBezTo>
                <a:cubicBezTo>
                  <a:pt x="5418586" y="774446"/>
                  <a:pt x="5423833" y="778076"/>
                  <a:pt x="5429910" y="780606"/>
                </a:cubicBezTo>
                <a:cubicBezTo>
                  <a:pt x="5435986" y="783136"/>
                  <a:pt x="5441619" y="785166"/>
                  <a:pt x="5446808" y="786695"/>
                </a:cubicBezTo>
                <a:cubicBezTo>
                  <a:pt x="5454937" y="789209"/>
                  <a:pt x="5460686" y="791385"/>
                  <a:pt x="5464053" y="793224"/>
                </a:cubicBezTo>
                <a:cubicBezTo>
                  <a:pt x="5467421" y="795062"/>
                  <a:pt x="5469051" y="797688"/>
                  <a:pt x="5468944" y="801103"/>
                </a:cubicBezTo>
                <a:cubicBezTo>
                  <a:pt x="5468670" y="806050"/>
                  <a:pt x="5466579" y="809534"/>
                  <a:pt x="5462670" y="811555"/>
                </a:cubicBezTo>
                <a:cubicBezTo>
                  <a:pt x="5458760" y="813576"/>
                  <a:pt x="5454674" y="814551"/>
                  <a:pt x="5450411" y="814481"/>
                </a:cubicBezTo>
                <a:cubicBezTo>
                  <a:pt x="5441891" y="814149"/>
                  <a:pt x="5435127" y="812305"/>
                  <a:pt x="5430119" y="808950"/>
                </a:cubicBezTo>
                <a:cubicBezTo>
                  <a:pt x="5425112" y="805594"/>
                  <a:pt x="5422017" y="802721"/>
                  <a:pt x="5420835" y="800331"/>
                </a:cubicBezTo>
                <a:lnTo>
                  <a:pt x="5400535" y="812680"/>
                </a:lnTo>
                <a:cubicBezTo>
                  <a:pt x="5403524" y="818856"/>
                  <a:pt x="5409243" y="824357"/>
                  <a:pt x="5417691" y="829183"/>
                </a:cubicBezTo>
                <a:cubicBezTo>
                  <a:pt x="5426140" y="834009"/>
                  <a:pt x="5436360" y="836556"/>
                  <a:pt x="5448352" y="836823"/>
                </a:cubicBezTo>
                <a:cubicBezTo>
                  <a:pt x="5460718" y="836867"/>
                  <a:pt x="5471294" y="833891"/>
                  <a:pt x="5480079" y="827896"/>
                </a:cubicBezTo>
                <a:cubicBezTo>
                  <a:pt x="5488865" y="821901"/>
                  <a:pt x="5493458" y="812627"/>
                  <a:pt x="5493858" y="800074"/>
                </a:cubicBezTo>
                <a:cubicBezTo>
                  <a:pt x="5493644" y="791448"/>
                  <a:pt x="5491332" y="784743"/>
                  <a:pt x="5486922" y="779958"/>
                </a:cubicBezTo>
                <a:cubicBezTo>
                  <a:pt x="5482512" y="775173"/>
                  <a:pt x="5477287" y="771574"/>
                  <a:pt x="5471246" y="769162"/>
                </a:cubicBezTo>
                <a:cubicBezTo>
                  <a:pt x="5465206" y="766749"/>
                  <a:pt x="5459634" y="764790"/>
                  <a:pt x="5454529" y="763282"/>
                </a:cubicBezTo>
                <a:cubicBezTo>
                  <a:pt x="5446277" y="760592"/>
                  <a:pt x="5440453" y="758255"/>
                  <a:pt x="5437058" y="756272"/>
                </a:cubicBezTo>
                <a:cubicBezTo>
                  <a:pt x="5433664" y="754288"/>
                  <a:pt x="5432023" y="751823"/>
                  <a:pt x="5432136" y="748875"/>
                </a:cubicBezTo>
                <a:cubicBezTo>
                  <a:pt x="5432436" y="744351"/>
                  <a:pt x="5434409" y="741306"/>
                  <a:pt x="5438056" y="739741"/>
                </a:cubicBezTo>
                <a:cubicBezTo>
                  <a:pt x="5441703" y="738176"/>
                  <a:pt x="5445220" y="737447"/>
                  <a:pt x="5448609" y="737554"/>
                </a:cubicBezTo>
                <a:cubicBezTo>
                  <a:pt x="5455446" y="737849"/>
                  <a:pt x="5460947" y="739382"/>
                  <a:pt x="5465113" y="742153"/>
                </a:cubicBezTo>
                <a:cubicBezTo>
                  <a:pt x="5469277" y="744924"/>
                  <a:pt x="5472010" y="747165"/>
                  <a:pt x="5473310" y="748875"/>
                </a:cubicBezTo>
                <a:lnTo>
                  <a:pt x="5489235" y="734472"/>
                </a:lnTo>
                <a:cubicBezTo>
                  <a:pt x="5485479" y="729523"/>
                  <a:pt x="5480083" y="725169"/>
                  <a:pt x="5473046" y="721408"/>
                </a:cubicBezTo>
                <a:cubicBezTo>
                  <a:pt x="5466010" y="717646"/>
                  <a:pt x="5457521" y="715667"/>
                  <a:pt x="5447580" y="715469"/>
                </a:cubicBezTo>
                <a:close/>
                <a:moveTo>
                  <a:pt x="5242137" y="715469"/>
                </a:moveTo>
                <a:cubicBezTo>
                  <a:pt x="5230299" y="715599"/>
                  <a:pt x="5219837" y="718365"/>
                  <a:pt x="5210751" y="723768"/>
                </a:cubicBezTo>
                <a:cubicBezTo>
                  <a:pt x="5201665" y="729171"/>
                  <a:pt x="5194536" y="736432"/>
                  <a:pt x="5189364" y="745551"/>
                </a:cubicBezTo>
                <a:cubicBezTo>
                  <a:pt x="5184192" y="754670"/>
                  <a:pt x="5181557" y="764868"/>
                  <a:pt x="5181460" y="776145"/>
                </a:cubicBezTo>
                <a:cubicBezTo>
                  <a:pt x="5181723" y="793419"/>
                  <a:pt x="5187818" y="807745"/>
                  <a:pt x="5199747" y="819123"/>
                </a:cubicBezTo>
                <a:cubicBezTo>
                  <a:pt x="5211676" y="830502"/>
                  <a:pt x="5227863" y="836402"/>
                  <a:pt x="5248307" y="836823"/>
                </a:cubicBezTo>
                <a:cubicBezTo>
                  <a:pt x="5260429" y="836668"/>
                  <a:pt x="5270895" y="834025"/>
                  <a:pt x="5279706" y="828892"/>
                </a:cubicBezTo>
                <a:cubicBezTo>
                  <a:pt x="5288518" y="823760"/>
                  <a:pt x="5295449" y="817069"/>
                  <a:pt x="5300500" y="808820"/>
                </a:cubicBezTo>
                <a:lnTo>
                  <a:pt x="5279931" y="796203"/>
                </a:lnTo>
                <a:cubicBezTo>
                  <a:pt x="5277939" y="799684"/>
                  <a:pt x="5274404" y="803149"/>
                  <a:pt x="5269326" y="806599"/>
                </a:cubicBezTo>
                <a:cubicBezTo>
                  <a:pt x="5264248" y="810048"/>
                  <a:pt x="5257242" y="811904"/>
                  <a:pt x="5248307" y="812167"/>
                </a:cubicBezTo>
                <a:cubicBezTo>
                  <a:pt x="5237370" y="811984"/>
                  <a:pt x="5228650" y="809388"/>
                  <a:pt x="5222147" y="804378"/>
                </a:cubicBezTo>
                <a:cubicBezTo>
                  <a:pt x="5215645" y="799368"/>
                  <a:pt x="5211424" y="793038"/>
                  <a:pt x="5209485" y="785388"/>
                </a:cubicBezTo>
                <a:lnTo>
                  <a:pt x="5301271" y="785388"/>
                </a:lnTo>
                <a:cubicBezTo>
                  <a:pt x="5302737" y="770925"/>
                  <a:pt x="5300978" y="758483"/>
                  <a:pt x="5295996" y="748061"/>
                </a:cubicBezTo>
                <a:cubicBezTo>
                  <a:pt x="5291015" y="737639"/>
                  <a:pt x="5283790" y="729618"/>
                  <a:pt x="5274323" y="723996"/>
                </a:cubicBezTo>
                <a:cubicBezTo>
                  <a:pt x="5264856" y="718375"/>
                  <a:pt x="5254127" y="715532"/>
                  <a:pt x="5242137" y="715469"/>
                </a:cubicBezTo>
                <a:close/>
                <a:moveTo>
                  <a:pt x="5015852" y="715469"/>
                </a:moveTo>
                <a:cubicBezTo>
                  <a:pt x="5004221" y="715599"/>
                  <a:pt x="4993670" y="718365"/>
                  <a:pt x="4984198" y="723767"/>
                </a:cubicBezTo>
                <a:cubicBezTo>
                  <a:pt x="4974727" y="729170"/>
                  <a:pt x="4967171" y="736431"/>
                  <a:pt x="4961530" y="745550"/>
                </a:cubicBezTo>
                <a:cubicBezTo>
                  <a:pt x="4955890" y="754669"/>
                  <a:pt x="4953000" y="764867"/>
                  <a:pt x="4952861" y="776146"/>
                </a:cubicBezTo>
                <a:cubicBezTo>
                  <a:pt x="4953000" y="787506"/>
                  <a:pt x="4955890" y="797743"/>
                  <a:pt x="4961530" y="806857"/>
                </a:cubicBezTo>
                <a:cubicBezTo>
                  <a:pt x="4967171" y="815972"/>
                  <a:pt x="4974727" y="823213"/>
                  <a:pt x="4984198" y="828582"/>
                </a:cubicBezTo>
                <a:cubicBezTo>
                  <a:pt x="4993670" y="833951"/>
                  <a:pt x="5004221" y="836699"/>
                  <a:pt x="5015852" y="836823"/>
                </a:cubicBezTo>
                <a:cubicBezTo>
                  <a:pt x="5027481" y="836699"/>
                  <a:pt x="5038010" y="833951"/>
                  <a:pt x="5047440" y="828582"/>
                </a:cubicBezTo>
                <a:cubicBezTo>
                  <a:pt x="5056870" y="823213"/>
                  <a:pt x="5064384" y="815972"/>
                  <a:pt x="5069984" y="806857"/>
                </a:cubicBezTo>
                <a:cubicBezTo>
                  <a:pt x="5075583" y="797743"/>
                  <a:pt x="5078451" y="787506"/>
                  <a:pt x="5078587" y="776146"/>
                </a:cubicBezTo>
                <a:cubicBezTo>
                  <a:pt x="5078451" y="764867"/>
                  <a:pt x="5075583" y="754669"/>
                  <a:pt x="5069984" y="745550"/>
                </a:cubicBezTo>
                <a:cubicBezTo>
                  <a:pt x="5064384" y="736431"/>
                  <a:pt x="5056870" y="729170"/>
                  <a:pt x="5047440" y="723767"/>
                </a:cubicBezTo>
                <a:cubicBezTo>
                  <a:pt x="5038010" y="718365"/>
                  <a:pt x="5027481" y="715599"/>
                  <a:pt x="5015852" y="715469"/>
                </a:cubicBezTo>
                <a:close/>
                <a:moveTo>
                  <a:pt x="4428405" y="715469"/>
                </a:moveTo>
                <a:cubicBezTo>
                  <a:pt x="4417382" y="715511"/>
                  <a:pt x="4407987" y="718508"/>
                  <a:pt x="4400219" y="724460"/>
                </a:cubicBezTo>
                <a:cubicBezTo>
                  <a:pt x="4392452" y="730412"/>
                  <a:pt x="4388394" y="739065"/>
                  <a:pt x="4388047" y="750418"/>
                </a:cubicBezTo>
                <a:cubicBezTo>
                  <a:pt x="4388259" y="758551"/>
                  <a:pt x="4390575" y="764983"/>
                  <a:pt x="4394993" y="769714"/>
                </a:cubicBezTo>
                <a:cubicBezTo>
                  <a:pt x="4399410" y="774446"/>
                  <a:pt x="4404658" y="778076"/>
                  <a:pt x="4410735" y="780606"/>
                </a:cubicBezTo>
                <a:cubicBezTo>
                  <a:pt x="4416812" y="783136"/>
                  <a:pt x="4422444" y="785166"/>
                  <a:pt x="4427633" y="786695"/>
                </a:cubicBezTo>
                <a:cubicBezTo>
                  <a:pt x="4435762" y="789209"/>
                  <a:pt x="4441511" y="791385"/>
                  <a:pt x="4444878" y="793224"/>
                </a:cubicBezTo>
                <a:cubicBezTo>
                  <a:pt x="4448246" y="795062"/>
                  <a:pt x="4449876" y="797688"/>
                  <a:pt x="4449769" y="801103"/>
                </a:cubicBezTo>
                <a:cubicBezTo>
                  <a:pt x="4449495" y="806050"/>
                  <a:pt x="4447404" y="809534"/>
                  <a:pt x="4443495" y="811555"/>
                </a:cubicBezTo>
                <a:cubicBezTo>
                  <a:pt x="4439586" y="813576"/>
                  <a:pt x="4435500" y="814551"/>
                  <a:pt x="4431236" y="814481"/>
                </a:cubicBezTo>
                <a:cubicBezTo>
                  <a:pt x="4422716" y="814149"/>
                  <a:pt x="4415952" y="812305"/>
                  <a:pt x="4410944" y="808950"/>
                </a:cubicBezTo>
                <a:cubicBezTo>
                  <a:pt x="4405937" y="805594"/>
                  <a:pt x="4402842" y="802721"/>
                  <a:pt x="4401660" y="800331"/>
                </a:cubicBezTo>
                <a:lnTo>
                  <a:pt x="4381361" y="812680"/>
                </a:lnTo>
                <a:cubicBezTo>
                  <a:pt x="4384349" y="818856"/>
                  <a:pt x="4390068" y="824357"/>
                  <a:pt x="4398516" y="829183"/>
                </a:cubicBezTo>
                <a:cubicBezTo>
                  <a:pt x="4406965" y="834009"/>
                  <a:pt x="4417185" y="836556"/>
                  <a:pt x="4429177" y="836823"/>
                </a:cubicBezTo>
                <a:cubicBezTo>
                  <a:pt x="4441543" y="836867"/>
                  <a:pt x="4452119" y="833891"/>
                  <a:pt x="4460904" y="827896"/>
                </a:cubicBezTo>
                <a:cubicBezTo>
                  <a:pt x="4469690" y="821901"/>
                  <a:pt x="4474282" y="812627"/>
                  <a:pt x="4474683" y="800074"/>
                </a:cubicBezTo>
                <a:cubicBezTo>
                  <a:pt x="4474469" y="791448"/>
                  <a:pt x="4472157" y="784743"/>
                  <a:pt x="4467747" y="779958"/>
                </a:cubicBezTo>
                <a:cubicBezTo>
                  <a:pt x="4463337" y="775173"/>
                  <a:pt x="4458112" y="771574"/>
                  <a:pt x="4452071" y="769162"/>
                </a:cubicBezTo>
                <a:cubicBezTo>
                  <a:pt x="4446031" y="766749"/>
                  <a:pt x="4440459" y="764790"/>
                  <a:pt x="4435354" y="763282"/>
                </a:cubicBezTo>
                <a:cubicBezTo>
                  <a:pt x="4427102" y="760592"/>
                  <a:pt x="4421278" y="758255"/>
                  <a:pt x="4417884" y="756272"/>
                </a:cubicBezTo>
                <a:cubicBezTo>
                  <a:pt x="4414489" y="754288"/>
                  <a:pt x="4412848" y="751823"/>
                  <a:pt x="4412961" y="748875"/>
                </a:cubicBezTo>
                <a:cubicBezTo>
                  <a:pt x="4413261" y="744351"/>
                  <a:pt x="4415234" y="741306"/>
                  <a:pt x="4418881" y="739741"/>
                </a:cubicBezTo>
                <a:cubicBezTo>
                  <a:pt x="4422527" y="738176"/>
                  <a:pt x="4426045" y="737447"/>
                  <a:pt x="4429434" y="737554"/>
                </a:cubicBezTo>
                <a:cubicBezTo>
                  <a:pt x="4436272" y="737849"/>
                  <a:pt x="4441772" y="739382"/>
                  <a:pt x="4445938" y="742153"/>
                </a:cubicBezTo>
                <a:cubicBezTo>
                  <a:pt x="4450102" y="744924"/>
                  <a:pt x="4452835" y="747165"/>
                  <a:pt x="4454136" y="748875"/>
                </a:cubicBezTo>
                <a:lnTo>
                  <a:pt x="4470060" y="734472"/>
                </a:lnTo>
                <a:cubicBezTo>
                  <a:pt x="4466304" y="729523"/>
                  <a:pt x="4460908" y="725169"/>
                  <a:pt x="4453871" y="721408"/>
                </a:cubicBezTo>
                <a:cubicBezTo>
                  <a:pt x="4446835" y="717646"/>
                  <a:pt x="4438346" y="715667"/>
                  <a:pt x="4428405" y="715469"/>
                </a:cubicBezTo>
                <a:close/>
                <a:moveTo>
                  <a:pt x="4215752" y="715469"/>
                </a:moveTo>
                <a:cubicBezTo>
                  <a:pt x="4204121" y="715599"/>
                  <a:pt x="4193569" y="718365"/>
                  <a:pt x="4184098" y="723767"/>
                </a:cubicBezTo>
                <a:cubicBezTo>
                  <a:pt x="4174627" y="729170"/>
                  <a:pt x="4167071" y="736431"/>
                  <a:pt x="4161430" y="745550"/>
                </a:cubicBezTo>
                <a:cubicBezTo>
                  <a:pt x="4155790" y="754669"/>
                  <a:pt x="4152900" y="764867"/>
                  <a:pt x="4152761" y="776146"/>
                </a:cubicBezTo>
                <a:cubicBezTo>
                  <a:pt x="4152900" y="787506"/>
                  <a:pt x="4155790" y="797743"/>
                  <a:pt x="4161430" y="806857"/>
                </a:cubicBezTo>
                <a:cubicBezTo>
                  <a:pt x="4167071" y="815972"/>
                  <a:pt x="4174627" y="823213"/>
                  <a:pt x="4184098" y="828582"/>
                </a:cubicBezTo>
                <a:cubicBezTo>
                  <a:pt x="4193569" y="833951"/>
                  <a:pt x="4204121" y="836699"/>
                  <a:pt x="4215752" y="836823"/>
                </a:cubicBezTo>
                <a:cubicBezTo>
                  <a:pt x="4227381" y="836699"/>
                  <a:pt x="4237910" y="833951"/>
                  <a:pt x="4247340" y="828582"/>
                </a:cubicBezTo>
                <a:cubicBezTo>
                  <a:pt x="4256770" y="823213"/>
                  <a:pt x="4264285" y="815972"/>
                  <a:pt x="4269884" y="806857"/>
                </a:cubicBezTo>
                <a:cubicBezTo>
                  <a:pt x="4275483" y="797743"/>
                  <a:pt x="4278351" y="787506"/>
                  <a:pt x="4278487" y="776146"/>
                </a:cubicBezTo>
                <a:cubicBezTo>
                  <a:pt x="4278351" y="764867"/>
                  <a:pt x="4275483" y="754669"/>
                  <a:pt x="4269884" y="745550"/>
                </a:cubicBezTo>
                <a:cubicBezTo>
                  <a:pt x="4264285" y="736431"/>
                  <a:pt x="4256770" y="729170"/>
                  <a:pt x="4247340" y="723767"/>
                </a:cubicBezTo>
                <a:cubicBezTo>
                  <a:pt x="4237910" y="718365"/>
                  <a:pt x="4227381" y="715599"/>
                  <a:pt x="4215752" y="715469"/>
                </a:cubicBezTo>
                <a:close/>
                <a:moveTo>
                  <a:pt x="3999780" y="715469"/>
                </a:moveTo>
                <a:cubicBezTo>
                  <a:pt x="3988757" y="715511"/>
                  <a:pt x="3979362" y="718508"/>
                  <a:pt x="3971595" y="724460"/>
                </a:cubicBezTo>
                <a:cubicBezTo>
                  <a:pt x="3963827" y="730412"/>
                  <a:pt x="3959769" y="739065"/>
                  <a:pt x="3959422" y="750418"/>
                </a:cubicBezTo>
                <a:cubicBezTo>
                  <a:pt x="3959635" y="758551"/>
                  <a:pt x="3961950" y="764983"/>
                  <a:pt x="3966368" y="769714"/>
                </a:cubicBezTo>
                <a:cubicBezTo>
                  <a:pt x="3970786" y="774446"/>
                  <a:pt x="3976033" y="778076"/>
                  <a:pt x="3982110" y="780606"/>
                </a:cubicBezTo>
                <a:cubicBezTo>
                  <a:pt x="3988187" y="783136"/>
                  <a:pt x="3993819" y="785166"/>
                  <a:pt x="3999008" y="786695"/>
                </a:cubicBezTo>
                <a:cubicBezTo>
                  <a:pt x="4007137" y="789209"/>
                  <a:pt x="4012886" y="791385"/>
                  <a:pt x="4016254" y="793224"/>
                </a:cubicBezTo>
                <a:cubicBezTo>
                  <a:pt x="4019621" y="795062"/>
                  <a:pt x="4021252" y="797688"/>
                  <a:pt x="4021144" y="801103"/>
                </a:cubicBezTo>
                <a:cubicBezTo>
                  <a:pt x="4020870" y="806050"/>
                  <a:pt x="4018779" y="809534"/>
                  <a:pt x="4014870" y="811555"/>
                </a:cubicBezTo>
                <a:cubicBezTo>
                  <a:pt x="4010961" y="813576"/>
                  <a:pt x="4006874" y="814551"/>
                  <a:pt x="4002612" y="814481"/>
                </a:cubicBezTo>
                <a:cubicBezTo>
                  <a:pt x="3994091" y="814149"/>
                  <a:pt x="3987327" y="812305"/>
                  <a:pt x="3982319" y="808950"/>
                </a:cubicBezTo>
                <a:cubicBezTo>
                  <a:pt x="3977312" y="805594"/>
                  <a:pt x="3974217" y="802721"/>
                  <a:pt x="3973035" y="800331"/>
                </a:cubicBezTo>
                <a:lnTo>
                  <a:pt x="3952736" y="812680"/>
                </a:lnTo>
                <a:cubicBezTo>
                  <a:pt x="3955724" y="818856"/>
                  <a:pt x="3961443" y="824357"/>
                  <a:pt x="3969892" y="829183"/>
                </a:cubicBezTo>
                <a:cubicBezTo>
                  <a:pt x="3978340" y="834009"/>
                  <a:pt x="3988560" y="836556"/>
                  <a:pt x="4000552" y="836823"/>
                </a:cubicBezTo>
                <a:cubicBezTo>
                  <a:pt x="4012918" y="836867"/>
                  <a:pt x="4023494" y="833891"/>
                  <a:pt x="4032279" y="827896"/>
                </a:cubicBezTo>
                <a:cubicBezTo>
                  <a:pt x="4041065" y="821901"/>
                  <a:pt x="4045657" y="812627"/>
                  <a:pt x="4046058" y="800074"/>
                </a:cubicBezTo>
                <a:cubicBezTo>
                  <a:pt x="4045844" y="791448"/>
                  <a:pt x="4043532" y="784743"/>
                  <a:pt x="4039122" y="779958"/>
                </a:cubicBezTo>
                <a:cubicBezTo>
                  <a:pt x="4034712" y="775173"/>
                  <a:pt x="4029487" y="771574"/>
                  <a:pt x="4023447" y="769162"/>
                </a:cubicBezTo>
                <a:cubicBezTo>
                  <a:pt x="4017406" y="766749"/>
                  <a:pt x="4011834" y="764790"/>
                  <a:pt x="4006730" y="763282"/>
                </a:cubicBezTo>
                <a:cubicBezTo>
                  <a:pt x="3998477" y="760592"/>
                  <a:pt x="3992653" y="758255"/>
                  <a:pt x="3989259" y="756272"/>
                </a:cubicBezTo>
                <a:cubicBezTo>
                  <a:pt x="3985864" y="754288"/>
                  <a:pt x="3984224" y="751823"/>
                  <a:pt x="3984336" y="748875"/>
                </a:cubicBezTo>
                <a:cubicBezTo>
                  <a:pt x="3984636" y="744351"/>
                  <a:pt x="3986610" y="741306"/>
                  <a:pt x="3990256" y="739741"/>
                </a:cubicBezTo>
                <a:cubicBezTo>
                  <a:pt x="3993903" y="738176"/>
                  <a:pt x="3997421" y="737447"/>
                  <a:pt x="4000809" y="737554"/>
                </a:cubicBezTo>
                <a:cubicBezTo>
                  <a:pt x="4007647" y="737849"/>
                  <a:pt x="4013148" y="739382"/>
                  <a:pt x="4017313" y="742153"/>
                </a:cubicBezTo>
                <a:cubicBezTo>
                  <a:pt x="4021478" y="744924"/>
                  <a:pt x="4024210" y="747165"/>
                  <a:pt x="4025510" y="748875"/>
                </a:cubicBezTo>
                <a:lnTo>
                  <a:pt x="4041435" y="734472"/>
                </a:lnTo>
                <a:cubicBezTo>
                  <a:pt x="4037680" y="729523"/>
                  <a:pt x="4032283" y="725169"/>
                  <a:pt x="4025247" y="721408"/>
                </a:cubicBezTo>
                <a:cubicBezTo>
                  <a:pt x="4018210" y="717646"/>
                  <a:pt x="4009721" y="715667"/>
                  <a:pt x="3999780" y="715469"/>
                </a:cubicBezTo>
                <a:close/>
                <a:moveTo>
                  <a:pt x="3880062" y="715469"/>
                </a:moveTo>
                <a:cubicBezTo>
                  <a:pt x="3868224" y="715599"/>
                  <a:pt x="3857762" y="718365"/>
                  <a:pt x="3848676" y="723768"/>
                </a:cubicBezTo>
                <a:cubicBezTo>
                  <a:pt x="3839591" y="729171"/>
                  <a:pt x="3832462" y="736432"/>
                  <a:pt x="3827289" y="745551"/>
                </a:cubicBezTo>
                <a:cubicBezTo>
                  <a:pt x="3822117" y="754670"/>
                  <a:pt x="3819482" y="764868"/>
                  <a:pt x="3819386" y="776145"/>
                </a:cubicBezTo>
                <a:cubicBezTo>
                  <a:pt x="3819648" y="793419"/>
                  <a:pt x="3825744" y="807745"/>
                  <a:pt x="3837672" y="819123"/>
                </a:cubicBezTo>
                <a:cubicBezTo>
                  <a:pt x="3849601" y="830502"/>
                  <a:pt x="3865788" y="836402"/>
                  <a:pt x="3886233" y="836823"/>
                </a:cubicBezTo>
                <a:cubicBezTo>
                  <a:pt x="3898354" y="836668"/>
                  <a:pt x="3908821" y="834025"/>
                  <a:pt x="3917632" y="828892"/>
                </a:cubicBezTo>
                <a:cubicBezTo>
                  <a:pt x="3926443" y="823760"/>
                  <a:pt x="3933374" y="817069"/>
                  <a:pt x="3938425" y="808820"/>
                </a:cubicBezTo>
                <a:lnTo>
                  <a:pt x="3917857" y="796203"/>
                </a:lnTo>
                <a:cubicBezTo>
                  <a:pt x="3915864" y="799684"/>
                  <a:pt x="3912329" y="803149"/>
                  <a:pt x="3907251" y="806599"/>
                </a:cubicBezTo>
                <a:cubicBezTo>
                  <a:pt x="3902173" y="810048"/>
                  <a:pt x="3895167" y="811904"/>
                  <a:pt x="3886233" y="812167"/>
                </a:cubicBezTo>
                <a:cubicBezTo>
                  <a:pt x="3875295" y="811984"/>
                  <a:pt x="3866575" y="809388"/>
                  <a:pt x="3860072" y="804378"/>
                </a:cubicBezTo>
                <a:cubicBezTo>
                  <a:pt x="3853570" y="799368"/>
                  <a:pt x="3849349" y="793038"/>
                  <a:pt x="3847410" y="785388"/>
                </a:cubicBezTo>
                <a:lnTo>
                  <a:pt x="3939197" y="785388"/>
                </a:lnTo>
                <a:cubicBezTo>
                  <a:pt x="3940662" y="770925"/>
                  <a:pt x="3938904" y="758483"/>
                  <a:pt x="3933922" y="748061"/>
                </a:cubicBezTo>
                <a:cubicBezTo>
                  <a:pt x="3928940" y="737639"/>
                  <a:pt x="3921715" y="729618"/>
                  <a:pt x="3912248" y="723996"/>
                </a:cubicBezTo>
                <a:cubicBezTo>
                  <a:pt x="3902781" y="718375"/>
                  <a:pt x="3892052" y="715532"/>
                  <a:pt x="3880062" y="715469"/>
                </a:cubicBezTo>
                <a:close/>
                <a:moveTo>
                  <a:pt x="3573461" y="715469"/>
                </a:moveTo>
                <a:cubicBezTo>
                  <a:pt x="3562124" y="715599"/>
                  <a:pt x="3552043" y="718365"/>
                  <a:pt x="3543218" y="723767"/>
                </a:cubicBezTo>
                <a:cubicBezTo>
                  <a:pt x="3534393" y="729170"/>
                  <a:pt x="3527441" y="736431"/>
                  <a:pt x="3522361" y="745550"/>
                </a:cubicBezTo>
                <a:cubicBezTo>
                  <a:pt x="3517280" y="754669"/>
                  <a:pt x="3514689" y="764867"/>
                  <a:pt x="3514586" y="776146"/>
                </a:cubicBezTo>
                <a:cubicBezTo>
                  <a:pt x="3514933" y="793420"/>
                  <a:pt x="3520532" y="807746"/>
                  <a:pt x="3531385" y="819124"/>
                </a:cubicBezTo>
                <a:cubicBezTo>
                  <a:pt x="3542238" y="830502"/>
                  <a:pt x="3556263" y="836402"/>
                  <a:pt x="3573461" y="836823"/>
                </a:cubicBezTo>
                <a:cubicBezTo>
                  <a:pt x="3581614" y="836738"/>
                  <a:pt x="3589107" y="834983"/>
                  <a:pt x="3595942" y="831558"/>
                </a:cubicBezTo>
                <a:cubicBezTo>
                  <a:pt x="3602776" y="828134"/>
                  <a:pt x="3608661" y="823553"/>
                  <a:pt x="3613598" y="817817"/>
                </a:cubicBezTo>
                <a:lnTo>
                  <a:pt x="3613598" y="928378"/>
                </a:lnTo>
                <a:lnTo>
                  <a:pt x="3638255" y="928378"/>
                </a:lnTo>
                <a:lnTo>
                  <a:pt x="3638255" y="717524"/>
                </a:lnTo>
                <a:lnTo>
                  <a:pt x="3613598" y="717524"/>
                </a:lnTo>
                <a:lnTo>
                  <a:pt x="3613598" y="734732"/>
                </a:lnTo>
                <a:cubicBezTo>
                  <a:pt x="3608661" y="728985"/>
                  <a:pt x="3602776" y="724362"/>
                  <a:pt x="3595942" y="720863"/>
                </a:cubicBezTo>
                <a:cubicBezTo>
                  <a:pt x="3589107" y="717363"/>
                  <a:pt x="3581614" y="715565"/>
                  <a:pt x="3573461" y="715469"/>
                </a:cubicBezTo>
                <a:close/>
                <a:moveTo>
                  <a:pt x="3053703" y="715469"/>
                </a:moveTo>
                <a:cubicBezTo>
                  <a:pt x="3042071" y="715599"/>
                  <a:pt x="3031520" y="718365"/>
                  <a:pt x="3022048" y="723767"/>
                </a:cubicBezTo>
                <a:cubicBezTo>
                  <a:pt x="3012577" y="729170"/>
                  <a:pt x="3005021" y="736431"/>
                  <a:pt x="2999381" y="745550"/>
                </a:cubicBezTo>
                <a:cubicBezTo>
                  <a:pt x="2993740" y="754669"/>
                  <a:pt x="2990850" y="764867"/>
                  <a:pt x="2990711" y="776146"/>
                </a:cubicBezTo>
                <a:cubicBezTo>
                  <a:pt x="2990850" y="787506"/>
                  <a:pt x="2993740" y="797743"/>
                  <a:pt x="2999381" y="806857"/>
                </a:cubicBezTo>
                <a:cubicBezTo>
                  <a:pt x="3005021" y="815972"/>
                  <a:pt x="3012577" y="823213"/>
                  <a:pt x="3022048" y="828582"/>
                </a:cubicBezTo>
                <a:cubicBezTo>
                  <a:pt x="3031520" y="833951"/>
                  <a:pt x="3042071" y="836699"/>
                  <a:pt x="3053703" y="836823"/>
                </a:cubicBezTo>
                <a:cubicBezTo>
                  <a:pt x="3065331" y="836699"/>
                  <a:pt x="3075860" y="833951"/>
                  <a:pt x="3085290" y="828582"/>
                </a:cubicBezTo>
                <a:cubicBezTo>
                  <a:pt x="3094720" y="823213"/>
                  <a:pt x="3102235" y="815972"/>
                  <a:pt x="3107834" y="806857"/>
                </a:cubicBezTo>
                <a:cubicBezTo>
                  <a:pt x="3113434" y="797743"/>
                  <a:pt x="3116301" y="787506"/>
                  <a:pt x="3116437" y="776146"/>
                </a:cubicBezTo>
                <a:cubicBezTo>
                  <a:pt x="3116301" y="764867"/>
                  <a:pt x="3113434" y="754669"/>
                  <a:pt x="3107834" y="745550"/>
                </a:cubicBezTo>
                <a:cubicBezTo>
                  <a:pt x="3102235" y="736431"/>
                  <a:pt x="3094720" y="729170"/>
                  <a:pt x="3085290" y="723767"/>
                </a:cubicBezTo>
                <a:cubicBezTo>
                  <a:pt x="3075860" y="718365"/>
                  <a:pt x="3065331" y="715599"/>
                  <a:pt x="3053703" y="715469"/>
                </a:cubicBezTo>
                <a:close/>
                <a:moveTo>
                  <a:pt x="2517988" y="715469"/>
                </a:moveTo>
                <a:cubicBezTo>
                  <a:pt x="2506150" y="715599"/>
                  <a:pt x="2495688" y="718365"/>
                  <a:pt x="2486602" y="723768"/>
                </a:cubicBezTo>
                <a:cubicBezTo>
                  <a:pt x="2477516" y="729171"/>
                  <a:pt x="2470387" y="736432"/>
                  <a:pt x="2465214" y="745551"/>
                </a:cubicBezTo>
                <a:cubicBezTo>
                  <a:pt x="2460042" y="754670"/>
                  <a:pt x="2457408" y="764868"/>
                  <a:pt x="2457311" y="776145"/>
                </a:cubicBezTo>
                <a:cubicBezTo>
                  <a:pt x="2457573" y="793419"/>
                  <a:pt x="2463669" y="807745"/>
                  <a:pt x="2475597" y="819123"/>
                </a:cubicBezTo>
                <a:cubicBezTo>
                  <a:pt x="2487526" y="830502"/>
                  <a:pt x="2503713" y="836402"/>
                  <a:pt x="2524158" y="836823"/>
                </a:cubicBezTo>
                <a:cubicBezTo>
                  <a:pt x="2536280" y="836668"/>
                  <a:pt x="2546746" y="834025"/>
                  <a:pt x="2555557" y="828892"/>
                </a:cubicBezTo>
                <a:cubicBezTo>
                  <a:pt x="2564368" y="823760"/>
                  <a:pt x="2571299" y="817069"/>
                  <a:pt x="2576350" y="808820"/>
                </a:cubicBezTo>
                <a:lnTo>
                  <a:pt x="2555782" y="796203"/>
                </a:lnTo>
                <a:cubicBezTo>
                  <a:pt x="2553789" y="799684"/>
                  <a:pt x="2550254" y="803149"/>
                  <a:pt x="2545176" y="806599"/>
                </a:cubicBezTo>
                <a:cubicBezTo>
                  <a:pt x="2540099" y="810048"/>
                  <a:pt x="2533092" y="811904"/>
                  <a:pt x="2524158" y="812167"/>
                </a:cubicBezTo>
                <a:cubicBezTo>
                  <a:pt x="2513220" y="811984"/>
                  <a:pt x="2504500" y="809388"/>
                  <a:pt x="2497998" y="804378"/>
                </a:cubicBezTo>
                <a:cubicBezTo>
                  <a:pt x="2491495" y="799368"/>
                  <a:pt x="2487274" y="793038"/>
                  <a:pt x="2485335" y="785388"/>
                </a:cubicBezTo>
                <a:lnTo>
                  <a:pt x="2577122" y="785388"/>
                </a:lnTo>
                <a:cubicBezTo>
                  <a:pt x="2578587" y="770925"/>
                  <a:pt x="2576829" y="758483"/>
                  <a:pt x="2571847" y="748061"/>
                </a:cubicBezTo>
                <a:cubicBezTo>
                  <a:pt x="2566865" y="737639"/>
                  <a:pt x="2559641" y="729618"/>
                  <a:pt x="2550174" y="723996"/>
                </a:cubicBezTo>
                <a:cubicBezTo>
                  <a:pt x="2540707" y="718375"/>
                  <a:pt x="2529978" y="715532"/>
                  <a:pt x="2517988" y="715469"/>
                </a:cubicBezTo>
                <a:close/>
                <a:moveTo>
                  <a:pt x="2158353" y="715469"/>
                </a:moveTo>
                <a:cubicBezTo>
                  <a:pt x="2146721" y="715599"/>
                  <a:pt x="2136170" y="718365"/>
                  <a:pt x="2126698" y="723767"/>
                </a:cubicBezTo>
                <a:cubicBezTo>
                  <a:pt x="2117227" y="729170"/>
                  <a:pt x="2109671" y="736431"/>
                  <a:pt x="2104031" y="745550"/>
                </a:cubicBezTo>
                <a:cubicBezTo>
                  <a:pt x="2098390" y="754669"/>
                  <a:pt x="2095500" y="764867"/>
                  <a:pt x="2095361" y="776146"/>
                </a:cubicBezTo>
                <a:cubicBezTo>
                  <a:pt x="2095500" y="787506"/>
                  <a:pt x="2098390" y="797743"/>
                  <a:pt x="2104031" y="806857"/>
                </a:cubicBezTo>
                <a:cubicBezTo>
                  <a:pt x="2109671" y="815972"/>
                  <a:pt x="2117227" y="823213"/>
                  <a:pt x="2126698" y="828582"/>
                </a:cubicBezTo>
                <a:cubicBezTo>
                  <a:pt x="2136170" y="833951"/>
                  <a:pt x="2146721" y="836699"/>
                  <a:pt x="2158353" y="836823"/>
                </a:cubicBezTo>
                <a:cubicBezTo>
                  <a:pt x="2169981" y="836699"/>
                  <a:pt x="2180510" y="833951"/>
                  <a:pt x="2189940" y="828582"/>
                </a:cubicBezTo>
                <a:cubicBezTo>
                  <a:pt x="2199370" y="823213"/>
                  <a:pt x="2206885" y="815972"/>
                  <a:pt x="2212484" y="806857"/>
                </a:cubicBezTo>
                <a:cubicBezTo>
                  <a:pt x="2218084" y="797743"/>
                  <a:pt x="2220951" y="787506"/>
                  <a:pt x="2221087" y="776146"/>
                </a:cubicBezTo>
                <a:cubicBezTo>
                  <a:pt x="2220951" y="764867"/>
                  <a:pt x="2218084" y="754669"/>
                  <a:pt x="2212484" y="745550"/>
                </a:cubicBezTo>
                <a:cubicBezTo>
                  <a:pt x="2206885" y="736431"/>
                  <a:pt x="2199370" y="729170"/>
                  <a:pt x="2189940" y="723767"/>
                </a:cubicBezTo>
                <a:cubicBezTo>
                  <a:pt x="2180510" y="718365"/>
                  <a:pt x="2169981" y="715599"/>
                  <a:pt x="2158353" y="715469"/>
                </a:cubicBezTo>
                <a:close/>
                <a:moveTo>
                  <a:pt x="5754999" y="683065"/>
                </a:moveTo>
                <a:lnTo>
                  <a:pt x="5754999" y="717526"/>
                </a:lnTo>
                <a:lnTo>
                  <a:pt x="5728767" y="717526"/>
                </a:lnTo>
                <a:lnTo>
                  <a:pt x="5728767" y="742183"/>
                </a:lnTo>
                <a:lnTo>
                  <a:pt x="5754999" y="742183"/>
                </a:lnTo>
                <a:lnTo>
                  <a:pt x="5754999" y="793642"/>
                </a:lnTo>
                <a:cubicBezTo>
                  <a:pt x="5754816" y="806987"/>
                  <a:pt x="5757878" y="817364"/>
                  <a:pt x="5764184" y="824771"/>
                </a:cubicBezTo>
                <a:cubicBezTo>
                  <a:pt x="5770489" y="832179"/>
                  <a:pt x="5781133" y="835939"/>
                  <a:pt x="5796115" y="836052"/>
                </a:cubicBezTo>
                <a:cubicBezTo>
                  <a:pt x="5797760" y="836047"/>
                  <a:pt x="5799678" y="835993"/>
                  <a:pt x="5801869" y="835891"/>
                </a:cubicBezTo>
                <a:cubicBezTo>
                  <a:pt x="5804060" y="835789"/>
                  <a:pt x="5805914" y="835672"/>
                  <a:pt x="5807430" y="835538"/>
                </a:cubicBezTo>
                <a:lnTo>
                  <a:pt x="5807430" y="811910"/>
                </a:lnTo>
                <a:cubicBezTo>
                  <a:pt x="5797272" y="813044"/>
                  <a:pt x="5790071" y="812057"/>
                  <a:pt x="5785828" y="808949"/>
                </a:cubicBezTo>
                <a:cubicBezTo>
                  <a:pt x="5781584" y="805841"/>
                  <a:pt x="5779527" y="800739"/>
                  <a:pt x="5779655" y="793642"/>
                </a:cubicBezTo>
                <a:lnTo>
                  <a:pt x="5779655" y="742183"/>
                </a:lnTo>
                <a:lnTo>
                  <a:pt x="5811288" y="742183"/>
                </a:lnTo>
                <a:lnTo>
                  <a:pt x="5811288" y="717526"/>
                </a:lnTo>
                <a:lnTo>
                  <a:pt x="5779655" y="717526"/>
                </a:lnTo>
                <a:lnTo>
                  <a:pt x="5779655" y="683065"/>
                </a:lnTo>
                <a:close/>
                <a:moveTo>
                  <a:pt x="5526399" y="683065"/>
                </a:moveTo>
                <a:lnTo>
                  <a:pt x="5526399" y="717526"/>
                </a:lnTo>
                <a:lnTo>
                  <a:pt x="5500167" y="717526"/>
                </a:lnTo>
                <a:lnTo>
                  <a:pt x="5500167" y="742183"/>
                </a:lnTo>
                <a:lnTo>
                  <a:pt x="5526399" y="742183"/>
                </a:lnTo>
                <a:lnTo>
                  <a:pt x="5526399" y="793642"/>
                </a:lnTo>
                <a:cubicBezTo>
                  <a:pt x="5526216" y="806987"/>
                  <a:pt x="5529278" y="817364"/>
                  <a:pt x="5535584" y="824771"/>
                </a:cubicBezTo>
                <a:cubicBezTo>
                  <a:pt x="5541889" y="832179"/>
                  <a:pt x="5552533" y="835939"/>
                  <a:pt x="5567515" y="836052"/>
                </a:cubicBezTo>
                <a:cubicBezTo>
                  <a:pt x="5569159" y="836047"/>
                  <a:pt x="5571078" y="835993"/>
                  <a:pt x="5573269" y="835891"/>
                </a:cubicBezTo>
                <a:cubicBezTo>
                  <a:pt x="5575460" y="835789"/>
                  <a:pt x="5577314" y="835672"/>
                  <a:pt x="5578830" y="835538"/>
                </a:cubicBezTo>
                <a:lnTo>
                  <a:pt x="5578830" y="811910"/>
                </a:lnTo>
                <a:cubicBezTo>
                  <a:pt x="5568672" y="813044"/>
                  <a:pt x="5561471" y="812057"/>
                  <a:pt x="5557228" y="808949"/>
                </a:cubicBezTo>
                <a:cubicBezTo>
                  <a:pt x="5552984" y="805841"/>
                  <a:pt x="5550927" y="800739"/>
                  <a:pt x="5551055" y="793642"/>
                </a:cubicBezTo>
                <a:lnTo>
                  <a:pt x="5551055" y="742183"/>
                </a:lnTo>
                <a:lnTo>
                  <a:pt x="5582688" y="742183"/>
                </a:lnTo>
                <a:lnTo>
                  <a:pt x="5582688" y="717526"/>
                </a:lnTo>
                <a:lnTo>
                  <a:pt x="5551055" y="717526"/>
                </a:lnTo>
                <a:lnTo>
                  <a:pt x="5551055" y="683065"/>
                </a:lnTo>
                <a:close/>
                <a:moveTo>
                  <a:pt x="4507224" y="683065"/>
                </a:moveTo>
                <a:lnTo>
                  <a:pt x="4507224" y="717526"/>
                </a:lnTo>
                <a:lnTo>
                  <a:pt x="4480992" y="717526"/>
                </a:lnTo>
                <a:lnTo>
                  <a:pt x="4480992" y="742183"/>
                </a:lnTo>
                <a:lnTo>
                  <a:pt x="4507224" y="742183"/>
                </a:lnTo>
                <a:lnTo>
                  <a:pt x="4507224" y="793642"/>
                </a:lnTo>
                <a:cubicBezTo>
                  <a:pt x="4507042" y="806987"/>
                  <a:pt x="4510103" y="817364"/>
                  <a:pt x="4516409" y="824771"/>
                </a:cubicBezTo>
                <a:cubicBezTo>
                  <a:pt x="4522714" y="832179"/>
                  <a:pt x="4533358" y="835939"/>
                  <a:pt x="4548340" y="836052"/>
                </a:cubicBezTo>
                <a:cubicBezTo>
                  <a:pt x="4549984" y="836047"/>
                  <a:pt x="4551903" y="835993"/>
                  <a:pt x="4554094" y="835891"/>
                </a:cubicBezTo>
                <a:cubicBezTo>
                  <a:pt x="4556285" y="835789"/>
                  <a:pt x="4558139" y="835672"/>
                  <a:pt x="4559655" y="835538"/>
                </a:cubicBezTo>
                <a:lnTo>
                  <a:pt x="4559655" y="811910"/>
                </a:lnTo>
                <a:cubicBezTo>
                  <a:pt x="4549497" y="813044"/>
                  <a:pt x="4542296" y="812057"/>
                  <a:pt x="4538053" y="808949"/>
                </a:cubicBezTo>
                <a:cubicBezTo>
                  <a:pt x="4533809" y="805841"/>
                  <a:pt x="4531752" y="800739"/>
                  <a:pt x="4531880" y="793642"/>
                </a:cubicBezTo>
                <a:lnTo>
                  <a:pt x="4531880" y="742183"/>
                </a:lnTo>
                <a:lnTo>
                  <a:pt x="4563513" y="742183"/>
                </a:lnTo>
                <a:lnTo>
                  <a:pt x="4563513" y="717526"/>
                </a:lnTo>
                <a:lnTo>
                  <a:pt x="4531880" y="717526"/>
                </a:lnTo>
                <a:lnTo>
                  <a:pt x="4531880" y="683065"/>
                </a:lnTo>
                <a:close/>
                <a:moveTo>
                  <a:pt x="4078599" y="683065"/>
                </a:moveTo>
                <a:lnTo>
                  <a:pt x="4078599" y="717526"/>
                </a:lnTo>
                <a:lnTo>
                  <a:pt x="4052367" y="717526"/>
                </a:lnTo>
                <a:lnTo>
                  <a:pt x="4052367" y="742183"/>
                </a:lnTo>
                <a:lnTo>
                  <a:pt x="4078599" y="742183"/>
                </a:lnTo>
                <a:lnTo>
                  <a:pt x="4078599" y="793642"/>
                </a:lnTo>
                <a:cubicBezTo>
                  <a:pt x="4078417" y="806987"/>
                  <a:pt x="4081478" y="817364"/>
                  <a:pt x="4087784" y="824771"/>
                </a:cubicBezTo>
                <a:cubicBezTo>
                  <a:pt x="4094089" y="832179"/>
                  <a:pt x="4104733" y="835939"/>
                  <a:pt x="4119715" y="836052"/>
                </a:cubicBezTo>
                <a:cubicBezTo>
                  <a:pt x="4121360" y="836047"/>
                  <a:pt x="4123278" y="835993"/>
                  <a:pt x="4125469" y="835891"/>
                </a:cubicBezTo>
                <a:cubicBezTo>
                  <a:pt x="4127660" y="835789"/>
                  <a:pt x="4129514" y="835672"/>
                  <a:pt x="4131031" y="835538"/>
                </a:cubicBezTo>
                <a:lnTo>
                  <a:pt x="4131031" y="811910"/>
                </a:lnTo>
                <a:cubicBezTo>
                  <a:pt x="4120872" y="813044"/>
                  <a:pt x="4113671" y="812057"/>
                  <a:pt x="4109428" y="808949"/>
                </a:cubicBezTo>
                <a:cubicBezTo>
                  <a:pt x="4105184" y="805841"/>
                  <a:pt x="4103127" y="800739"/>
                  <a:pt x="4103256" y="793642"/>
                </a:cubicBezTo>
                <a:lnTo>
                  <a:pt x="4103256" y="742183"/>
                </a:lnTo>
                <a:lnTo>
                  <a:pt x="4134888" y="742183"/>
                </a:lnTo>
                <a:lnTo>
                  <a:pt x="4134888" y="717526"/>
                </a:lnTo>
                <a:lnTo>
                  <a:pt x="4103256" y="717526"/>
                </a:lnTo>
                <a:lnTo>
                  <a:pt x="4103256" y="683065"/>
                </a:lnTo>
                <a:close/>
                <a:moveTo>
                  <a:pt x="2706999" y="683065"/>
                </a:moveTo>
                <a:lnTo>
                  <a:pt x="2706999" y="717526"/>
                </a:lnTo>
                <a:lnTo>
                  <a:pt x="2680767" y="717526"/>
                </a:lnTo>
                <a:lnTo>
                  <a:pt x="2680767" y="742183"/>
                </a:lnTo>
                <a:lnTo>
                  <a:pt x="2706999" y="742183"/>
                </a:lnTo>
                <a:lnTo>
                  <a:pt x="2706999" y="793642"/>
                </a:lnTo>
                <a:cubicBezTo>
                  <a:pt x="2706817" y="806987"/>
                  <a:pt x="2709879" y="817364"/>
                  <a:pt x="2716184" y="824771"/>
                </a:cubicBezTo>
                <a:cubicBezTo>
                  <a:pt x="2722489" y="832179"/>
                  <a:pt x="2733133" y="835939"/>
                  <a:pt x="2748115" y="836052"/>
                </a:cubicBezTo>
                <a:cubicBezTo>
                  <a:pt x="2749760" y="836047"/>
                  <a:pt x="2751678" y="835993"/>
                  <a:pt x="2753869" y="835891"/>
                </a:cubicBezTo>
                <a:cubicBezTo>
                  <a:pt x="2756061" y="835789"/>
                  <a:pt x="2757915" y="835672"/>
                  <a:pt x="2759431" y="835538"/>
                </a:cubicBezTo>
                <a:lnTo>
                  <a:pt x="2759431" y="811910"/>
                </a:lnTo>
                <a:cubicBezTo>
                  <a:pt x="2749272" y="813044"/>
                  <a:pt x="2742072" y="812057"/>
                  <a:pt x="2737828" y="808949"/>
                </a:cubicBezTo>
                <a:cubicBezTo>
                  <a:pt x="2733585" y="805841"/>
                  <a:pt x="2731527" y="800739"/>
                  <a:pt x="2731656" y="793642"/>
                </a:cubicBezTo>
                <a:lnTo>
                  <a:pt x="2731656" y="742183"/>
                </a:lnTo>
                <a:lnTo>
                  <a:pt x="2763288" y="742183"/>
                </a:lnTo>
                <a:lnTo>
                  <a:pt x="2763288" y="717526"/>
                </a:lnTo>
                <a:lnTo>
                  <a:pt x="2731656" y="717526"/>
                </a:lnTo>
                <a:lnTo>
                  <a:pt x="2731656" y="683065"/>
                </a:lnTo>
                <a:close/>
                <a:moveTo>
                  <a:pt x="2611749" y="683065"/>
                </a:moveTo>
                <a:lnTo>
                  <a:pt x="2611749" y="717526"/>
                </a:lnTo>
                <a:lnTo>
                  <a:pt x="2585517" y="717526"/>
                </a:lnTo>
                <a:lnTo>
                  <a:pt x="2585517" y="742183"/>
                </a:lnTo>
                <a:lnTo>
                  <a:pt x="2611749" y="742183"/>
                </a:lnTo>
                <a:lnTo>
                  <a:pt x="2611749" y="793642"/>
                </a:lnTo>
                <a:cubicBezTo>
                  <a:pt x="2611567" y="806987"/>
                  <a:pt x="2614628" y="817364"/>
                  <a:pt x="2620934" y="824771"/>
                </a:cubicBezTo>
                <a:cubicBezTo>
                  <a:pt x="2627240" y="832179"/>
                  <a:pt x="2637883" y="835939"/>
                  <a:pt x="2652865" y="836052"/>
                </a:cubicBezTo>
                <a:cubicBezTo>
                  <a:pt x="2654510" y="836047"/>
                  <a:pt x="2656428" y="835993"/>
                  <a:pt x="2658619" y="835891"/>
                </a:cubicBezTo>
                <a:cubicBezTo>
                  <a:pt x="2660811" y="835789"/>
                  <a:pt x="2662664" y="835672"/>
                  <a:pt x="2664181" y="835538"/>
                </a:cubicBezTo>
                <a:lnTo>
                  <a:pt x="2664181" y="811910"/>
                </a:lnTo>
                <a:cubicBezTo>
                  <a:pt x="2654022" y="813044"/>
                  <a:pt x="2646821" y="812057"/>
                  <a:pt x="2642578" y="808949"/>
                </a:cubicBezTo>
                <a:cubicBezTo>
                  <a:pt x="2638334" y="805841"/>
                  <a:pt x="2636277" y="800739"/>
                  <a:pt x="2636406" y="793642"/>
                </a:cubicBezTo>
                <a:lnTo>
                  <a:pt x="2636406" y="742183"/>
                </a:lnTo>
                <a:lnTo>
                  <a:pt x="2668038" y="742183"/>
                </a:lnTo>
                <a:lnTo>
                  <a:pt x="2668038" y="717526"/>
                </a:lnTo>
                <a:lnTo>
                  <a:pt x="2636406" y="717526"/>
                </a:lnTo>
                <a:lnTo>
                  <a:pt x="2636406" y="683065"/>
                </a:lnTo>
                <a:close/>
                <a:moveTo>
                  <a:pt x="5216170" y="670978"/>
                </a:moveTo>
                <a:lnTo>
                  <a:pt x="5234424" y="700521"/>
                </a:lnTo>
                <a:lnTo>
                  <a:pt x="5257049" y="700521"/>
                </a:lnTo>
                <a:lnTo>
                  <a:pt x="5238537" y="670978"/>
                </a:lnTo>
                <a:close/>
                <a:moveTo>
                  <a:pt x="7025922" y="669949"/>
                </a:moveTo>
                <a:cubicBezTo>
                  <a:pt x="7021705" y="670045"/>
                  <a:pt x="7018194" y="671458"/>
                  <a:pt x="7015390" y="674188"/>
                </a:cubicBezTo>
                <a:cubicBezTo>
                  <a:pt x="7012585" y="676917"/>
                  <a:pt x="7011130" y="680385"/>
                  <a:pt x="7011023" y="684592"/>
                </a:cubicBezTo>
                <a:cubicBezTo>
                  <a:pt x="7011130" y="688809"/>
                  <a:pt x="7012585" y="692320"/>
                  <a:pt x="7015390" y="695125"/>
                </a:cubicBezTo>
                <a:cubicBezTo>
                  <a:pt x="7018194" y="697929"/>
                  <a:pt x="7021705" y="699385"/>
                  <a:pt x="7025922" y="699492"/>
                </a:cubicBezTo>
                <a:cubicBezTo>
                  <a:pt x="7030017" y="699385"/>
                  <a:pt x="7033453" y="697929"/>
                  <a:pt x="7036230" y="695125"/>
                </a:cubicBezTo>
                <a:cubicBezTo>
                  <a:pt x="7039008" y="692320"/>
                  <a:pt x="7040453" y="688809"/>
                  <a:pt x="7040566" y="684592"/>
                </a:cubicBezTo>
                <a:cubicBezTo>
                  <a:pt x="7040453" y="680385"/>
                  <a:pt x="7039008" y="676917"/>
                  <a:pt x="7036230" y="674188"/>
                </a:cubicBezTo>
                <a:cubicBezTo>
                  <a:pt x="7033453" y="671458"/>
                  <a:pt x="7030017" y="670045"/>
                  <a:pt x="7025922" y="669949"/>
                </a:cubicBezTo>
                <a:close/>
                <a:moveTo>
                  <a:pt x="4911373" y="669949"/>
                </a:moveTo>
                <a:cubicBezTo>
                  <a:pt x="4907155" y="670045"/>
                  <a:pt x="4903644" y="671458"/>
                  <a:pt x="4900840" y="674188"/>
                </a:cubicBezTo>
                <a:cubicBezTo>
                  <a:pt x="4898035" y="676917"/>
                  <a:pt x="4896580" y="680385"/>
                  <a:pt x="4896473" y="684592"/>
                </a:cubicBezTo>
                <a:cubicBezTo>
                  <a:pt x="4896580" y="688809"/>
                  <a:pt x="4898035" y="692320"/>
                  <a:pt x="4900840" y="695125"/>
                </a:cubicBezTo>
                <a:cubicBezTo>
                  <a:pt x="4903644" y="697929"/>
                  <a:pt x="4907155" y="699385"/>
                  <a:pt x="4911373" y="699492"/>
                </a:cubicBezTo>
                <a:cubicBezTo>
                  <a:pt x="4915467" y="699385"/>
                  <a:pt x="4918903" y="697929"/>
                  <a:pt x="4921680" y="695125"/>
                </a:cubicBezTo>
                <a:cubicBezTo>
                  <a:pt x="4924458" y="692320"/>
                  <a:pt x="4925903" y="688809"/>
                  <a:pt x="4926016" y="684592"/>
                </a:cubicBezTo>
                <a:cubicBezTo>
                  <a:pt x="4925903" y="680385"/>
                  <a:pt x="4924458" y="676917"/>
                  <a:pt x="4921680" y="674188"/>
                </a:cubicBezTo>
                <a:cubicBezTo>
                  <a:pt x="4918903" y="671458"/>
                  <a:pt x="4915467" y="670045"/>
                  <a:pt x="4911373" y="669949"/>
                </a:cubicBezTo>
                <a:close/>
                <a:moveTo>
                  <a:pt x="3387373" y="669949"/>
                </a:moveTo>
                <a:cubicBezTo>
                  <a:pt x="3383155" y="670045"/>
                  <a:pt x="3379645" y="671458"/>
                  <a:pt x="3376840" y="674188"/>
                </a:cubicBezTo>
                <a:cubicBezTo>
                  <a:pt x="3374036" y="676917"/>
                  <a:pt x="3372580" y="680385"/>
                  <a:pt x="3372473" y="684592"/>
                </a:cubicBezTo>
                <a:cubicBezTo>
                  <a:pt x="3372580" y="688809"/>
                  <a:pt x="3374036" y="692320"/>
                  <a:pt x="3376840" y="695125"/>
                </a:cubicBezTo>
                <a:cubicBezTo>
                  <a:pt x="3379645" y="697929"/>
                  <a:pt x="3383155" y="699385"/>
                  <a:pt x="3387373" y="699492"/>
                </a:cubicBezTo>
                <a:cubicBezTo>
                  <a:pt x="3391467" y="699385"/>
                  <a:pt x="3394903" y="697929"/>
                  <a:pt x="3397681" y="695125"/>
                </a:cubicBezTo>
                <a:cubicBezTo>
                  <a:pt x="3400458" y="692320"/>
                  <a:pt x="3401903" y="688809"/>
                  <a:pt x="3402016" y="684592"/>
                </a:cubicBezTo>
                <a:cubicBezTo>
                  <a:pt x="3401903" y="680385"/>
                  <a:pt x="3400458" y="676917"/>
                  <a:pt x="3397681" y="674188"/>
                </a:cubicBezTo>
                <a:cubicBezTo>
                  <a:pt x="3394903" y="671458"/>
                  <a:pt x="3391467" y="670045"/>
                  <a:pt x="3387373" y="669949"/>
                </a:cubicBezTo>
                <a:close/>
                <a:moveTo>
                  <a:pt x="2806348" y="669949"/>
                </a:moveTo>
                <a:cubicBezTo>
                  <a:pt x="2802131" y="670045"/>
                  <a:pt x="2798620" y="671458"/>
                  <a:pt x="2795815" y="674188"/>
                </a:cubicBezTo>
                <a:cubicBezTo>
                  <a:pt x="2793011" y="676917"/>
                  <a:pt x="2791555" y="680385"/>
                  <a:pt x="2791448" y="684592"/>
                </a:cubicBezTo>
                <a:cubicBezTo>
                  <a:pt x="2791555" y="688809"/>
                  <a:pt x="2793011" y="692320"/>
                  <a:pt x="2795815" y="695125"/>
                </a:cubicBezTo>
                <a:cubicBezTo>
                  <a:pt x="2798620" y="697929"/>
                  <a:pt x="2802131" y="699385"/>
                  <a:pt x="2806348" y="699492"/>
                </a:cubicBezTo>
                <a:cubicBezTo>
                  <a:pt x="2810442" y="699385"/>
                  <a:pt x="2813878" y="697929"/>
                  <a:pt x="2816656" y="695125"/>
                </a:cubicBezTo>
                <a:cubicBezTo>
                  <a:pt x="2819434" y="692320"/>
                  <a:pt x="2820878" y="688809"/>
                  <a:pt x="2820991" y="684592"/>
                </a:cubicBezTo>
                <a:cubicBezTo>
                  <a:pt x="2820878" y="680385"/>
                  <a:pt x="2819434" y="676917"/>
                  <a:pt x="2816656" y="674188"/>
                </a:cubicBezTo>
                <a:cubicBezTo>
                  <a:pt x="2813878" y="671458"/>
                  <a:pt x="2810442" y="670045"/>
                  <a:pt x="2806348" y="669949"/>
                </a:cubicBezTo>
                <a:close/>
                <a:moveTo>
                  <a:pt x="2415823" y="669949"/>
                </a:moveTo>
                <a:cubicBezTo>
                  <a:pt x="2411605" y="670045"/>
                  <a:pt x="2408095" y="671458"/>
                  <a:pt x="2405290" y="674188"/>
                </a:cubicBezTo>
                <a:cubicBezTo>
                  <a:pt x="2402486" y="676917"/>
                  <a:pt x="2401030" y="680385"/>
                  <a:pt x="2400923" y="684592"/>
                </a:cubicBezTo>
                <a:cubicBezTo>
                  <a:pt x="2401030" y="688809"/>
                  <a:pt x="2402486" y="692320"/>
                  <a:pt x="2405290" y="695125"/>
                </a:cubicBezTo>
                <a:cubicBezTo>
                  <a:pt x="2408095" y="697929"/>
                  <a:pt x="2411605" y="699385"/>
                  <a:pt x="2415823" y="699492"/>
                </a:cubicBezTo>
                <a:cubicBezTo>
                  <a:pt x="2419917" y="699385"/>
                  <a:pt x="2423353" y="697929"/>
                  <a:pt x="2426131" y="695125"/>
                </a:cubicBezTo>
                <a:cubicBezTo>
                  <a:pt x="2428908" y="692320"/>
                  <a:pt x="2430353" y="688809"/>
                  <a:pt x="2430466" y="684592"/>
                </a:cubicBezTo>
                <a:cubicBezTo>
                  <a:pt x="2430353" y="680385"/>
                  <a:pt x="2428908" y="676917"/>
                  <a:pt x="2426131" y="674188"/>
                </a:cubicBezTo>
                <a:cubicBezTo>
                  <a:pt x="2423353" y="671458"/>
                  <a:pt x="2419917" y="670045"/>
                  <a:pt x="2415823" y="669949"/>
                </a:cubicBezTo>
                <a:close/>
                <a:moveTo>
                  <a:pt x="2056691" y="654776"/>
                </a:moveTo>
                <a:lnTo>
                  <a:pt x="2026876" y="719584"/>
                </a:lnTo>
                <a:lnTo>
                  <a:pt x="2047695" y="719584"/>
                </a:lnTo>
                <a:lnTo>
                  <a:pt x="2082908" y="654776"/>
                </a:lnTo>
                <a:close/>
                <a:moveTo>
                  <a:pt x="1889145" y="654776"/>
                </a:moveTo>
                <a:lnTo>
                  <a:pt x="1889145" y="834766"/>
                </a:lnTo>
                <a:lnTo>
                  <a:pt x="1996612" y="834766"/>
                </a:lnTo>
                <a:lnTo>
                  <a:pt x="1996612" y="808052"/>
                </a:lnTo>
                <a:lnTo>
                  <a:pt x="1915858" y="808052"/>
                </a:lnTo>
                <a:lnTo>
                  <a:pt x="1915858" y="654776"/>
                </a:lnTo>
                <a:close/>
                <a:moveTo>
                  <a:pt x="6947348" y="623915"/>
                </a:moveTo>
                <a:lnTo>
                  <a:pt x="6947348" y="734732"/>
                </a:lnTo>
                <a:cubicBezTo>
                  <a:pt x="6942411" y="728985"/>
                  <a:pt x="6936525" y="724362"/>
                  <a:pt x="6929691" y="720863"/>
                </a:cubicBezTo>
                <a:cubicBezTo>
                  <a:pt x="6922857" y="717363"/>
                  <a:pt x="6915363" y="715565"/>
                  <a:pt x="6907210" y="715469"/>
                </a:cubicBezTo>
                <a:cubicBezTo>
                  <a:pt x="6895874" y="715599"/>
                  <a:pt x="6885793" y="718365"/>
                  <a:pt x="6876968" y="723766"/>
                </a:cubicBezTo>
                <a:cubicBezTo>
                  <a:pt x="6868143" y="729168"/>
                  <a:pt x="6861191" y="736428"/>
                  <a:pt x="6856110" y="745544"/>
                </a:cubicBezTo>
                <a:cubicBezTo>
                  <a:pt x="6851030" y="754661"/>
                  <a:pt x="6848438" y="764856"/>
                  <a:pt x="6848336" y="776130"/>
                </a:cubicBezTo>
                <a:cubicBezTo>
                  <a:pt x="6848682" y="793412"/>
                  <a:pt x="6854282" y="807743"/>
                  <a:pt x="6865134" y="819122"/>
                </a:cubicBezTo>
                <a:cubicBezTo>
                  <a:pt x="6875987" y="830502"/>
                  <a:pt x="6890013" y="836402"/>
                  <a:pt x="6907210" y="836823"/>
                </a:cubicBezTo>
                <a:cubicBezTo>
                  <a:pt x="6915363" y="836738"/>
                  <a:pt x="6922857" y="834983"/>
                  <a:pt x="6929691" y="831558"/>
                </a:cubicBezTo>
                <a:cubicBezTo>
                  <a:pt x="6936525" y="828134"/>
                  <a:pt x="6942411" y="823553"/>
                  <a:pt x="6947348" y="817817"/>
                </a:cubicBezTo>
                <a:lnTo>
                  <a:pt x="6947348" y="834766"/>
                </a:lnTo>
                <a:lnTo>
                  <a:pt x="6972005" y="834766"/>
                </a:lnTo>
                <a:lnTo>
                  <a:pt x="6972005" y="623915"/>
                </a:lnTo>
                <a:close/>
                <a:moveTo>
                  <a:pt x="4832798" y="623915"/>
                </a:moveTo>
                <a:lnTo>
                  <a:pt x="4832798" y="734732"/>
                </a:lnTo>
                <a:cubicBezTo>
                  <a:pt x="4827861" y="728985"/>
                  <a:pt x="4821975" y="724362"/>
                  <a:pt x="4815141" y="720863"/>
                </a:cubicBezTo>
                <a:cubicBezTo>
                  <a:pt x="4808307" y="717363"/>
                  <a:pt x="4800813" y="715565"/>
                  <a:pt x="4792661" y="715469"/>
                </a:cubicBezTo>
                <a:cubicBezTo>
                  <a:pt x="4781324" y="715599"/>
                  <a:pt x="4771243" y="718365"/>
                  <a:pt x="4762418" y="723766"/>
                </a:cubicBezTo>
                <a:cubicBezTo>
                  <a:pt x="4753593" y="729168"/>
                  <a:pt x="4746640" y="736428"/>
                  <a:pt x="4741560" y="745544"/>
                </a:cubicBezTo>
                <a:cubicBezTo>
                  <a:pt x="4736480" y="754661"/>
                  <a:pt x="4733888" y="764856"/>
                  <a:pt x="4733785" y="776130"/>
                </a:cubicBezTo>
                <a:cubicBezTo>
                  <a:pt x="4734132" y="793412"/>
                  <a:pt x="4739732" y="807743"/>
                  <a:pt x="4750585" y="819122"/>
                </a:cubicBezTo>
                <a:cubicBezTo>
                  <a:pt x="4761437" y="830502"/>
                  <a:pt x="4775463" y="836402"/>
                  <a:pt x="4792661" y="836823"/>
                </a:cubicBezTo>
                <a:cubicBezTo>
                  <a:pt x="4800813" y="836738"/>
                  <a:pt x="4808307" y="834983"/>
                  <a:pt x="4815141" y="831558"/>
                </a:cubicBezTo>
                <a:cubicBezTo>
                  <a:pt x="4821975" y="828134"/>
                  <a:pt x="4827861" y="823553"/>
                  <a:pt x="4832798" y="817817"/>
                </a:cubicBezTo>
                <a:lnTo>
                  <a:pt x="4832798" y="834766"/>
                </a:lnTo>
                <a:lnTo>
                  <a:pt x="4857454" y="834766"/>
                </a:lnTo>
                <a:lnTo>
                  <a:pt x="4857454" y="623915"/>
                </a:lnTo>
                <a:close/>
                <a:moveTo>
                  <a:pt x="3308798" y="623915"/>
                </a:moveTo>
                <a:lnTo>
                  <a:pt x="3308798" y="734732"/>
                </a:lnTo>
                <a:cubicBezTo>
                  <a:pt x="3303862" y="728985"/>
                  <a:pt x="3297976" y="724362"/>
                  <a:pt x="3291142" y="720863"/>
                </a:cubicBezTo>
                <a:cubicBezTo>
                  <a:pt x="3284307" y="717363"/>
                  <a:pt x="3276814" y="715565"/>
                  <a:pt x="3268661" y="715469"/>
                </a:cubicBezTo>
                <a:cubicBezTo>
                  <a:pt x="3257324" y="715599"/>
                  <a:pt x="3247243" y="718365"/>
                  <a:pt x="3238418" y="723766"/>
                </a:cubicBezTo>
                <a:cubicBezTo>
                  <a:pt x="3229593" y="729168"/>
                  <a:pt x="3222641" y="736428"/>
                  <a:pt x="3217560" y="745544"/>
                </a:cubicBezTo>
                <a:cubicBezTo>
                  <a:pt x="3212480" y="754661"/>
                  <a:pt x="3209889" y="764856"/>
                  <a:pt x="3209786" y="776130"/>
                </a:cubicBezTo>
                <a:cubicBezTo>
                  <a:pt x="3210133" y="793412"/>
                  <a:pt x="3215733" y="807743"/>
                  <a:pt x="3226585" y="819122"/>
                </a:cubicBezTo>
                <a:cubicBezTo>
                  <a:pt x="3237438" y="830502"/>
                  <a:pt x="3251463" y="836402"/>
                  <a:pt x="3268661" y="836823"/>
                </a:cubicBezTo>
                <a:cubicBezTo>
                  <a:pt x="3276814" y="836738"/>
                  <a:pt x="3284307" y="834983"/>
                  <a:pt x="3291142" y="831558"/>
                </a:cubicBezTo>
                <a:cubicBezTo>
                  <a:pt x="3297976" y="828134"/>
                  <a:pt x="3303862" y="823553"/>
                  <a:pt x="3308798" y="817817"/>
                </a:cubicBezTo>
                <a:lnTo>
                  <a:pt x="3308798" y="834766"/>
                </a:lnTo>
                <a:lnTo>
                  <a:pt x="3333455" y="834766"/>
                </a:lnTo>
                <a:lnTo>
                  <a:pt x="3333455" y="623915"/>
                </a:lnTo>
                <a:close/>
                <a:moveTo>
                  <a:pt x="2248523" y="623915"/>
                </a:moveTo>
                <a:lnTo>
                  <a:pt x="2248523" y="834766"/>
                </a:lnTo>
                <a:lnTo>
                  <a:pt x="2273180" y="834766"/>
                </a:lnTo>
                <a:lnTo>
                  <a:pt x="2273180" y="817817"/>
                </a:lnTo>
                <a:cubicBezTo>
                  <a:pt x="2278223" y="823553"/>
                  <a:pt x="2284152" y="828134"/>
                  <a:pt x="2290964" y="831558"/>
                </a:cubicBezTo>
                <a:cubicBezTo>
                  <a:pt x="2297777" y="834983"/>
                  <a:pt x="2305314" y="836738"/>
                  <a:pt x="2313574" y="836823"/>
                </a:cubicBezTo>
                <a:cubicBezTo>
                  <a:pt x="2330772" y="836402"/>
                  <a:pt x="2344797" y="830502"/>
                  <a:pt x="2355650" y="819124"/>
                </a:cubicBezTo>
                <a:cubicBezTo>
                  <a:pt x="2366502" y="807746"/>
                  <a:pt x="2372102" y="793420"/>
                  <a:pt x="2372449" y="776146"/>
                </a:cubicBezTo>
                <a:cubicBezTo>
                  <a:pt x="2372346" y="764867"/>
                  <a:pt x="2369755" y="754669"/>
                  <a:pt x="2364674" y="745550"/>
                </a:cubicBezTo>
                <a:cubicBezTo>
                  <a:pt x="2359594" y="736431"/>
                  <a:pt x="2352642" y="729170"/>
                  <a:pt x="2343817" y="723767"/>
                </a:cubicBezTo>
                <a:cubicBezTo>
                  <a:pt x="2334992" y="718365"/>
                  <a:pt x="2324911" y="715599"/>
                  <a:pt x="2313574" y="715469"/>
                </a:cubicBezTo>
                <a:cubicBezTo>
                  <a:pt x="2305314" y="715565"/>
                  <a:pt x="2297777" y="717363"/>
                  <a:pt x="2290964" y="720863"/>
                </a:cubicBezTo>
                <a:cubicBezTo>
                  <a:pt x="2284152" y="724362"/>
                  <a:pt x="2278223" y="728985"/>
                  <a:pt x="2273180" y="734732"/>
                </a:cubicBezTo>
                <a:lnTo>
                  <a:pt x="2273180" y="623915"/>
                </a:lnTo>
                <a:close/>
                <a:moveTo>
                  <a:pt x="6563348" y="623883"/>
                </a:moveTo>
                <a:lnTo>
                  <a:pt x="6563348" y="834766"/>
                </a:lnTo>
                <a:lnTo>
                  <a:pt x="6588004" y="834766"/>
                </a:lnTo>
                <a:lnTo>
                  <a:pt x="6588004" y="623883"/>
                </a:lnTo>
                <a:close/>
                <a:moveTo>
                  <a:pt x="6506197" y="623883"/>
                </a:moveTo>
                <a:lnTo>
                  <a:pt x="6506197" y="834766"/>
                </a:lnTo>
                <a:lnTo>
                  <a:pt x="6530854" y="834766"/>
                </a:lnTo>
                <a:lnTo>
                  <a:pt x="6530854" y="623883"/>
                </a:lnTo>
                <a:close/>
                <a:moveTo>
                  <a:pt x="0" y="0"/>
                </a:moveTo>
                <a:lnTo>
                  <a:pt x="7534102" y="0"/>
                </a:lnTo>
                <a:lnTo>
                  <a:pt x="7534102" y="3681"/>
                </a:lnTo>
                <a:lnTo>
                  <a:pt x="7541460" y="2"/>
                </a:lnTo>
                <a:lnTo>
                  <a:pt x="8601333" y="529938"/>
                </a:lnTo>
                <a:lnTo>
                  <a:pt x="8601333" y="1876329"/>
                </a:lnTo>
                <a:lnTo>
                  <a:pt x="7541460" y="2406265"/>
                </a:lnTo>
                <a:lnTo>
                  <a:pt x="7534102" y="2402586"/>
                </a:lnTo>
                <a:lnTo>
                  <a:pt x="7534102" y="2406263"/>
                </a:lnTo>
                <a:lnTo>
                  <a:pt x="0" y="2406263"/>
                </a:lnTo>
                <a:close/>
              </a:path>
            </a:pathLst>
          </a:custGeom>
          <a:solidFill>
            <a:srgbClr val="4953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it-IT" sz="2000" dirty="0">
              <a:solidFill>
                <a:srgbClr val="49535D"/>
              </a:solidFill>
              <a:latin typeface="MADE INFINITY Personal Use" pitchFamily="50" charset="0"/>
              <a:ea typeface="Roboto" pitchFamily="2" charset="0"/>
            </a:endParaRPr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B57E7D3B-3EAD-AB83-EFD1-5477375F03E1}"/>
              </a:ext>
            </a:extLst>
          </p:cNvPr>
          <p:cNvGrpSpPr/>
          <p:nvPr/>
        </p:nvGrpSpPr>
        <p:grpSpPr>
          <a:xfrm>
            <a:off x="-1104899" y="1735689"/>
            <a:ext cx="8260771" cy="4356919"/>
            <a:chOff x="-1104899" y="1735689"/>
            <a:chExt cx="8260771" cy="4356919"/>
          </a:xfrm>
        </p:grpSpPr>
        <p:sp>
          <p:nvSpPr>
            <p:cNvPr id="12" name="Figura a mano libera: forma 11">
              <a:extLst>
                <a:ext uri="{FF2B5EF4-FFF2-40B4-BE49-F238E27FC236}">
                  <a16:creationId xmlns:a16="http://schemas.microsoft.com/office/drawing/2014/main" id="{08C21C91-CD29-41FF-10E6-CEBE834C2F33}"/>
                </a:ext>
              </a:extLst>
            </p:cNvPr>
            <p:cNvSpPr/>
            <p:nvPr/>
          </p:nvSpPr>
          <p:spPr>
            <a:xfrm>
              <a:off x="-1104899" y="1735689"/>
              <a:ext cx="8260771" cy="4356919"/>
            </a:xfrm>
            <a:custGeom>
              <a:avLst/>
              <a:gdLst>
                <a:gd name="connsiteX0" fmla="*/ 0 w 8260771"/>
                <a:gd name="connsiteY0" fmla="*/ 0 h 4356919"/>
                <a:gd name="connsiteX1" fmla="*/ 7200898 w 8260771"/>
                <a:gd name="connsiteY1" fmla="*/ 0 h 4356919"/>
                <a:gd name="connsiteX2" fmla="*/ 8260771 w 8260771"/>
                <a:gd name="connsiteY2" fmla="*/ 529936 h 4356919"/>
                <a:gd name="connsiteX3" fmla="*/ 8260771 w 8260771"/>
                <a:gd name="connsiteY3" fmla="*/ 1876327 h 4356919"/>
                <a:gd name="connsiteX4" fmla="*/ 7200898 w 8260771"/>
                <a:gd name="connsiteY4" fmla="*/ 2406263 h 4356919"/>
                <a:gd name="connsiteX5" fmla="*/ 7200598 w 8260771"/>
                <a:gd name="connsiteY5" fmla="*/ 2406263 h 4356919"/>
                <a:gd name="connsiteX6" fmla="*/ 7132958 w 8260771"/>
                <a:gd name="connsiteY6" fmla="*/ 2443232 h 4356919"/>
                <a:gd name="connsiteX7" fmla="*/ 7132958 w 8260771"/>
                <a:gd name="connsiteY7" fmla="*/ 2480212 h 4356919"/>
                <a:gd name="connsiteX8" fmla="*/ 7133719 w 8260771"/>
                <a:gd name="connsiteY8" fmla="*/ 2480592 h 4356919"/>
                <a:gd name="connsiteX9" fmla="*/ 7133719 w 8260771"/>
                <a:gd name="connsiteY9" fmla="*/ 3826983 h 4356919"/>
                <a:gd name="connsiteX10" fmla="*/ 6073846 w 8260771"/>
                <a:gd name="connsiteY10" fmla="*/ 4356919 h 4356919"/>
                <a:gd name="connsiteX11" fmla="*/ 6073844 w 8260771"/>
                <a:gd name="connsiteY11" fmla="*/ 4356918 h 4356919"/>
                <a:gd name="connsiteX12" fmla="*/ 0 w 8260771"/>
                <a:gd name="connsiteY12" fmla="*/ 4356918 h 4356919"/>
                <a:gd name="connsiteX13" fmla="*/ 0 w 8260771"/>
                <a:gd name="connsiteY13" fmla="*/ 1950656 h 4356919"/>
                <a:gd name="connsiteX14" fmla="*/ 0 w 8260771"/>
                <a:gd name="connsiteY14" fmla="*/ 1950656 h 435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260771" h="4356919">
                  <a:moveTo>
                    <a:pt x="0" y="0"/>
                  </a:moveTo>
                  <a:lnTo>
                    <a:pt x="7200898" y="0"/>
                  </a:lnTo>
                  <a:lnTo>
                    <a:pt x="8260771" y="529936"/>
                  </a:lnTo>
                  <a:lnTo>
                    <a:pt x="8260771" y="1876327"/>
                  </a:lnTo>
                  <a:lnTo>
                    <a:pt x="7200898" y="2406263"/>
                  </a:lnTo>
                  <a:lnTo>
                    <a:pt x="7200598" y="2406263"/>
                  </a:lnTo>
                  <a:lnTo>
                    <a:pt x="7132958" y="2443232"/>
                  </a:lnTo>
                  <a:lnTo>
                    <a:pt x="7132958" y="2480212"/>
                  </a:lnTo>
                  <a:lnTo>
                    <a:pt x="7133719" y="2480592"/>
                  </a:lnTo>
                  <a:lnTo>
                    <a:pt x="7133719" y="3826983"/>
                  </a:lnTo>
                  <a:lnTo>
                    <a:pt x="6073846" y="4356919"/>
                  </a:lnTo>
                  <a:lnTo>
                    <a:pt x="6073844" y="4356918"/>
                  </a:lnTo>
                  <a:lnTo>
                    <a:pt x="0" y="4356918"/>
                  </a:lnTo>
                  <a:lnTo>
                    <a:pt x="0" y="1950656"/>
                  </a:lnTo>
                  <a:lnTo>
                    <a:pt x="0" y="1950656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F6656E2C-6A36-F107-1BB7-78B0FD94B429}"/>
                    </a:ext>
                  </a:extLst>
                </p:cNvPr>
                <p:cNvSpPr txBox="1"/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Sono stati effettuati i seguenti calcoli:</a:t>
                  </a:r>
                </a:p>
                <a:p>
                  <a:endParaRPr lang="it-IT" sz="2000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num>
                          <m:den>
                            <m:f>
                              <m:f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Legenda: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droni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ostacoli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liberi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totali</a:t>
                  </a:r>
                </a:p>
              </p:txBody>
            </p:sp>
          </mc:Choice>
          <mc:Fallback xmlns=""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F6656E2C-6A36-F107-1BB7-78B0FD94B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blipFill>
                  <a:blip r:embed="rId7"/>
                  <a:stretch>
                    <a:fillRect l="-1282" t="-917" b="-1835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Immagine 2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9A2E83B-A3FB-FE93-495F-0A29A67A2DA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55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C6BDF8-E40D-B8A4-CBBE-73950F506EA3}"/>
              </a:ext>
            </a:extLst>
          </p:cNvPr>
          <p:cNvSpPr txBox="1"/>
          <p:nvPr/>
        </p:nvSpPr>
        <p:spPr>
          <a:xfrm>
            <a:off x="1619794" y="2677211"/>
            <a:ext cx="5676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4A545E"/>
                </a:solidFill>
                <a:latin typeface="MADE INFINITY Beside Personal U" pitchFamily="50" charset="0"/>
              </a:rPr>
              <a:t>IMPLEMENTAZIONE NUMERICA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A87AD696-6FFF-7CB3-E74A-BBE8D60DDCEC}"/>
              </a:ext>
            </a:extLst>
          </p:cNvPr>
          <p:cNvGrpSpPr/>
          <p:nvPr/>
        </p:nvGrpSpPr>
        <p:grpSpPr>
          <a:xfrm>
            <a:off x="-9505776" y="1725162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B7A7C646-A592-D750-7A0C-D76107B9712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1091C0DC-4C74-E8A1-8778-98E88FB4E700}"/>
                    </a:ext>
                  </a:extLst>
                </p:cNvPr>
                <p:cNvSpPr txBox="1"/>
                <p:nvPr/>
              </p:nvSpPr>
              <p:spPr>
                <a:xfrm>
                  <a:off x="84092" y="2281963"/>
                  <a:ext cx="5711329" cy="12926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Utilizzando le precedenti equazioni si sono posizionati i droni in uno spazio tridimensionale ed impostati i parametri: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</p:txBody>
            </p:sp>
          </mc:Choice>
          <mc:Fallback xmlns="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6D77C529-F185-926A-5B5D-C3B2417A4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2" y="2281963"/>
                  <a:ext cx="5711329" cy="1292662"/>
                </a:xfrm>
                <a:prstGeom prst="rect">
                  <a:avLst/>
                </a:prstGeom>
                <a:blipFill>
                  <a:blip r:embed="rId7"/>
                  <a:stretch>
                    <a:fillRect l="-1174" t="-235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Immagine 4" descr="Immagine che contiene diagramma, linea, testo, design&#10;&#10;Descrizione generata automaticamente">
            <a:extLst>
              <a:ext uri="{FF2B5EF4-FFF2-40B4-BE49-F238E27FC236}">
                <a16:creationId xmlns:a16="http://schemas.microsoft.com/office/drawing/2014/main" id="{8E03C12B-33CC-C051-AF13-1F03BFAF619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6971" y="744256"/>
            <a:ext cx="5852172" cy="4389129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C2635EDC-FB97-D4BD-A505-18EC0966D1FA}"/>
              </a:ext>
            </a:extLst>
          </p:cNvPr>
          <p:cNvGrpSpPr/>
          <p:nvPr/>
        </p:nvGrpSpPr>
        <p:grpSpPr>
          <a:xfrm>
            <a:off x="-8451128" y="1735689"/>
            <a:ext cx="8260771" cy="4356919"/>
            <a:chOff x="-1104899" y="1735689"/>
            <a:chExt cx="8260771" cy="4356919"/>
          </a:xfrm>
        </p:grpSpPr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2FC05905-B606-3EA5-4A92-2A461A6E209C}"/>
                </a:ext>
              </a:extLst>
            </p:cNvPr>
            <p:cNvSpPr/>
            <p:nvPr/>
          </p:nvSpPr>
          <p:spPr>
            <a:xfrm>
              <a:off x="-1104899" y="1735689"/>
              <a:ext cx="8260771" cy="4356919"/>
            </a:xfrm>
            <a:custGeom>
              <a:avLst/>
              <a:gdLst>
                <a:gd name="connsiteX0" fmla="*/ 0 w 8260771"/>
                <a:gd name="connsiteY0" fmla="*/ 0 h 4356919"/>
                <a:gd name="connsiteX1" fmla="*/ 7200898 w 8260771"/>
                <a:gd name="connsiteY1" fmla="*/ 0 h 4356919"/>
                <a:gd name="connsiteX2" fmla="*/ 8260771 w 8260771"/>
                <a:gd name="connsiteY2" fmla="*/ 529936 h 4356919"/>
                <a:gd name="connsiteX3" fmla="*/ 8260771 w 8260771"/>
                <a:gd name="connsiteY3" fmla="*/ 1876327 h 4356919"/>
                <a:gd name="connsiteX4" fmla="*/ 7200898 w 8260771"/>
                <a:gd name="connsiteY4" fmla="*/ 2406263 h 4356919"/>
                <a:gd name="connsiteX5" fmla="*/ 7200598 w 8260771"/>
                <a:gd name="connsiteY5" fmla="*/ 2406263 h 4356919"/>
                <a:gd name="connsiteX6" fmla="*/ 7132958 w 8260771"/>
                <a:gd name="connsiteY6" fmla="*/ 2443232 h 4356919"/>
                <a:gd name="connsiteX7" fmla="*/ 7132958 w 8260771"/>
                <a:gd name="connsiteY7" fmla="*/ 2480212 h 4356919"/>
                <a:gd name="connsiteX8" fmla="*/ 7133719 w 8260771"/>
                <a:gd name="connsiteY8" fmla="*/ 2480592 h 4356919"/>
                <a:gd name="connsiteX9" fmla="*/ 7133719 w 8260771"/>
                <a:gd name="connsiteY9" fmla="*/ 3826983 h 4356919"/>
                <a:gd name="connsiteX10" fmla="*/ 6073846 w 8260771"/>
                <a:gd name="connsiteY10" fmla="*/ 4356919 h 4356919"/>
                <a:gd name="connsiteX11" fmla="*/ 6073844 w 8260771"/>
                <a:gd name="connsiteY11" fmla="*/ 4356918 h 4356919"/>
                <a:gd name="connsiteX12" fmla="*/ 0 w 8260771"/>
                <a:gd name="connsiteY12" fmla="*/ 4356918 h 4356919"/>
                <a:gd name="connsiteX13" fmla="*/ 0 w 8260771"/>
                <a:gd name="connsiteY13" fmla="*/ 1950656 h 4356919"/>
                <a:gd name="connsiteX14" fmla="*/ 0 w 8260771"/>
                <a:gd name="connsiteY14" fmla="*/ 1950656 h 435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260771" h="4356919">
                  <a:moveTo>
                    <a:pt x="0" y="0"/>
                  </a:moveTo>
                  <a:lnTo>
                    <a:pt x="7200898" y="0"/>
                  </a:lnTo>
                  <a:lnTo>
                    <a:pt x="8260771" y="529936"/>
                  </a:lnTo>
                  <a:lnTo>
                    <a:pt x="8260771" y="1876327"/>
                  </a:lnTo>
                  <a:lnTo>
                    <a:pt x="7200898" y="2406263"/>
                  </a:lnTo>
                  <a:lnTo>
                    <a:pt x="7200598" y="2406263"/>
                  </a:lnTo>
                  <a:lnTo>
                    <a:pt x="7132958" y="2443232"/>
                  </a:lnTo>
                  <a:lnTo>
                    <a:pt x="7132958" y="2480212"/>
                  </a:lnTo>
                  <a:lnTo>
                    <a:pt x="7133719" y="2480592"/>
                  </a:lnTo>
                  <a:lnTo>
                    <a:pt x="7133719" y="3826983"/>
                  </a:lnTo>
                  <a:lnTo>
                    <a:pt x="6073846" y="4356919"/>
                  </a:lnTo>
                  <a:lnTo>
                    <a:pt x="6073844" y="4356918"/>
                  </a:lnTo>
                  <a:lnTo>
                    <a:pt x="0" y="4356918"/>
                  </a:lnTo>
                  <a:lnTo>
                    <a:pt x="0" y="1950656"/>
                  </a:lnTo>
                  <a:lnTo>
                    <a:pt x="0" y="1950656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sellaDiTesto 8">
                  <a:extLst>
                    <a:ext uri="{FF2B5EF4-FFF2-40B4-BE49-F238E27FC236}">
                      <a16:creationId xmlns:a16="http://schemas.microsoft.com/office/drawing/2014/main" id="{58B49416-1176-74C9-0898-054F4C1037C5}"/>
                    </a:ext>
                  </a:extLst>
                </p:cNvPr>
                <p:cNvSpPr txBox="1"/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Sono stati effettuati i seguenti calcoli:</a:t>
                  </a:r>
                </a:p>
                <a:p>
                  <a:endParaRPr lang="it-IT" sz="2000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num>
                          <m:den>
                            <m:f>
                              <m:f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Legenda: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droni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ostacoli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liberi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totali</a:t>
                  </a:r>
                </a:p>
              </p:txBody>
            </p:sp>
          </mc:Choice>
          <mc:Fallback xmlns=""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F6656E2C-6A36-F107-1BB7-78B0FD94B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blipFill>
                  <a:blip r:embed="rId9"/>
                  <a:stretch>
                    <a:fillRect l="-1282" t="-917" b="-1835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Immagine 9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ED5819BA-0F2D-501F-16E3-8DA31E0BCC1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72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22" name="Gruppo 21">
            <a:extLst>
              <a:ext uri="{FF2B5EF4-FFF2-40B4-BE49-F238E27FC236}">
                <a16:creationId xmlns:a16="http://schemas.microsoft.com/office/drawing/2014/main" id="{B57E7D3B-3EAD-AB83-EFD1-5477375F03E1}"/>
              </a:ext>
            </a:extLst>
          </p:cNvPr>
          <p:cNvGrpSpPr/>
          <p:nvPr/>
        </p:nvGrpSpPr>
        <p:grpSpPr>
          <a:xfrm>
            <a:off x="-8538433" y="1735689"/>
            <a:ext cx="8260771" cy="4356919"/>
            <a:chOff x="-1104899" y="1735689"/>
            <a:chExt cx="8260771" cy="4356919"/>
          </a:xfrm>
        </p:grpSpPr>
        <p:sp>
          <p:nvSpPr>
            <p:cNvPr id="12" name="Figura a mano libera: forma 11">
              <a:extLst>
                <a:ext uri="{FF2B5EF4-FFF2-40B4-BE49-F238E27FC236}">
                  <a16:creationId xmlns:a16="http://schemas.microsoft.com/office/drawing/2014/main" id="{08C21C91-CD29-41FF-10E6-CEBE834C2F33}"/>
                </a:ext>
              </a:extLst>
            </p:cNvPr>
            <p:cNvSpPr/>
            <p:nvPr/>
          </p:nvSpPr>
          <p:spPr>
            <a:xfrm>
              <a:off x="-1104899" y="1735689"/>
              <a:ext cx="8260771" cy="4356919"/>
            </a:xfrm>
            <a:custGeom>
              <a:avLst/>
              <a:gdLst>
                <a:gd name="connsiteX0" fmla="*/ 0 w 8260771"/>
                <a:gd name="connsiteY0" fmla="*/ 0 h 4356919"/>
                <a:gd name="connsiteX1" fmla="*/ 7200898 w 8260771"/>
                <a:gd name="connsiteY1" fmla="*/ 0 h 4356919"/>
                <a:gd name="connsiteX2" fmla="*/ 8260771 w 8260771"/>
                <a:gd name="connsiteY2" fmla="*/ 529936 h 4356919"/>
                <a:gd name="connsiteX3" fmla="*/ 8260771 w 8260771"/>
                <a:gd name="connsiteY3" fmla="*/ 1876327 h 4356919"/>
                <a:gd name="connsiteX4" fmla="*/ 7200898 w 8260771"/>
                <a:gd name="connsiteY4" fmla="*/ 2406263 h 4356919"/>
                <a:gd name="connsiteX5" fmla="*/ 7200598 w 8260771"/>
                <a:gd name="connsiteY5" fmla="*/ 2406263 h 4356919"/>
                <a:gd name="connsiteX6" fmla="*/ 7132958 w 8260771"/>
                <a:gd name="connsiteY6" fmla="*/ 2443232 h 4356919"/>
                <a:gd name="connsiteX7" fmla="*/ 7132958 w 8260771"/>
                <a:gd name="connsiteY7" fmla="*/ 2480212 h 4356919"/>
                <a:gd name="connsiteX8" fmla="*/ 7133719 w 8260771"/>
                <a:gd name="connsiteY8" fmla="*/ 2480592 h 4356919"/>
                <a:gd name="connsiteX9" fmla="*/ 7133719 w 8260771"/>
                <a:gd name="connsiteY9" fmla="*/ 3826983 h 4356919"/>
                <a:gd name="connsiteX10" fmla="*/ 6073846 w 8260771"/>
                <a:gd name="connsiteY10" fmla="*/ 4356919 h 4356919"/>
                <a:gd name="connsiteX11" fmla="*/ 6073844 w 8260771"/>
                <a:gd name="connsiteY11" fmla="*/ 4356918 h 4356919"/>
                <a:gd name="connsiteX12" fmla="*/ 0 w 8260771"/>
                <a:gd name="connsiteY12" fmla="*/ 4356918 h 4356919"/>
                <a:gd name="connsiteX13" fmla="*/ 0 w 8260771"/>
                <a:gd name="connsiteY13" fmla="*/ 1950656 h 4356919"/>
                <a:gd name="connsiteX14" fmla="*/ 0 w 8260771"/>
                <a:gd name="connsiteY14" fmla="*/ 1950656 h 435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260771" h="4356919">
                  <a:moveTo>
                    <a:pt x="0" y="0"/>
                  </a:moveTo>
                  <a:lnTo>
                    <a:pt x="7200898" y="0"/>
                  </a:lnTo>
                  <a:lnTo>
                    <a:pt x="8260771" y="529936"/>
                  </a:lnTo>
                  <a:lnTo>
                    <a:pt x="8260771" y="1876327"/>
                  </a:lnTo>
                  <a:lnTo>
                    <a:pt x="7200898" y="2406263"/>
                  </a:lnTo>
                  <a:lnTo>
                    <a:pt x="7200598" y="2406263"/>
                  </a:lnTo>
                  <a:lnTo>
                    <a:pt x="7132958" y="2443232"/>
                  </a:lnTo>
                  <a:lnTo>
                    <a:pt x="7132958" y="2480212"/>
                  </a:lnTo>
                  <a:lnTo>
                    <a:pt x="7133719" y="2480592"/>
                  </a:lnTo>
                  <a:lnTo>
                    <a:pt x="7133719" y="3826983"/>
                  </a:lnTo>
                  <a:lnTo>
                    <a:pt x="6073846" y="4356919"/>
                  </a:lnTo>
                  <a:lnTo>
                    <a:pt x="6073844" y="4356918"/>
                  </a:lnTo>
                  <a:lnTo>
                    <a:pt x="0" y="4356918"/>
                  </a:lnTo>
                  <a:lnTo>
                    <a:pt x="0" y="1950656"/>
                  </a:lnTo>
                  <a:lnTo>
                    <a:pt x="0" y="1950656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F6656E2C-6A36-F107-1BB7-78B0FD94B429}"/>
                    </a:ext>
                  </a:extLst>
                </p:cNvPr>
                <p:cNvSpPr txBox="1"/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Sono stati effettuati i seguenti calcoli:</a:t>
                  </a:r>
                </a:p>
                <a:p>
                  <a:endParaRPr lang="it-IT" sz="2000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num>
                          <m:den>
                            <m:f>
                              <m:f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solidFill>
                                      <a:srgbClr val="E9F0F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solidFill>
                                          <a:srgbClr val="E9F0F7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it-IT" b="1" i="1" smtClean="0">
                                <a:solidFill>
                                  <a:srgbClr val="E9F0F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it-IT" b="1" dirty="0">
                    <a:solidFill>
                      <a:srgbClr val="E9F0F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Legenda: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droni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ostacoli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liberi</a:t>
                  </a:r>
                </a:p>
                <a:p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numero di piani totali</a:t>
                  </a:r>
                </a:p>
              </p:txBody>
            </p:sp>
          </mc:Choice>
          <mc:Fallback xmlns=""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F6656E2C-6A36-F107-1BB7-78B0FD94B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07" y="1918313"/>
                  <a:ext cx="4754880" cy="3991670"/>
                </a:xfrm>
                <a:prstGeom prst="rect">
                  <a:avLst/>
                </a:prstGeom>
                <a:blipFill>
                  <a:blip r:embed="rId5"/>
                  <a:stretch>
                    <a:fillRect l="-1410" t="-917" b="-1835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C3832596-16CB-D72C-B910-3E40F73E39B6}"/>
              </a:ext>
            </a:extLst>
          </p:cNvPr>
          <p:cNvGrpSpPr/>
          <p:nvPr/>
        </p:nvGrpSpPr>
        <p:grpSpPr>
          <a:xfrm>
            <a:off x="-1438101" y="1725162"/>
            <a:ext cx="8601333" cy="2406265"/>
            <a:chOff x="-1438101" y="1725162"/>
            <a:chExt cx="8601333" cy="2406265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289A27B-F0DA-5ECC-6FF0-CD2EEC715C19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6D77C529-F185-926A-5B5D-C3B2417A43FD}"/>
                    </a:ext>
                  </a:extLst>
                </p:cNvPr>
                <p:cNvSpPr txBox="1"/>
                <p:nvPr/>
              </p:nvSpPr>
              <p:spPr>
                <a:xfrm>
                  <a:off x="84092" y="2281963"/>
                  <a:ext cx="5711329" cy="12926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Utilizzando le precedenti equazioni si sono posizionati i droni in uno spazio tridimensionale ed impostati i parametri: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</p:txBody>
            </p:sp>
          </mc:Choice>
          <mc:Fallback xmlns="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6D77C529-F185-926A-5B5D-C3B2417A4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2" y="2281963"/>
                  <a:ext cx="5711329" cy="1292662"/>
                </a:xfrm>
                <a:prstGeom prst="rect">
                  <a:avLst/>
                </a:prstGeom>
                <a:blipFill>
                  <a:blip r:embed="rId6"/>
                  <a:stretch>
                    <a:fillRect l="-1174" t="-235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Immagine 7" descr="Immagine che contiene diagramma, linea, testo, design&#10;&#10;Descrizione generata automaticamente">
            <a:extLst>
              <a:ext uri="{FF2B5EF4-FFF2-40B4-BE49-F238E27FC236}">
                <a16:creationId xmlns:a16="http://schemas.microsoft.com/office/drawing/2014/main" id="{8BA65F15-DADA-4AC8-B0F8-457E0B5121D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4256"/>
            <a:ext cx="5852172" cy="4389129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879FBA46-873A-FC8E-05C3-6B706C255E7F}"/>
              </a:ext>
            </a:extLst>
          </p:cNvPr>
          <p:cNvGrpSpPr/>
          <p:nvPr/>
        </p:nvGrpSpPr>
        <p:grpSpPr>
          <a:xfrm>
            <a:off x="-9150057" y="1725161"/>
            <a:ext cx="8601333" cy="2406265"/>
            <a:chOff x="-1438101" y="1725162"/>
            <a:chExt cx="8601333" cy="2406265"/>
          </a:xfrm>
        </p:grpSpPr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E2929274-BF12-EBE5-F659-0B54ABE5FAEE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0118380E-11DD-E438-A273-E13BAB7ECC81}"/>
                </a:ext>
              </a:extLst>
            </p:cNvPr>
            <p:cNvSpPr txBox="1"/>
            <p:nvPr/>
          </p:nvSpPr>
          <p:spPr>
            <a:xfrm>
              <a:off x="84093" y="2277101"/>
              <a:ext cx="571132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La posizione dei droni sugli assi x e y è scelta in modo casuale, mentre per l’asse z viene utilizzato un vettore con valori compresi tra il livello suolo e l’ultimo piano libero disponibile</a:t>
              </a:r>
              <a:endParaRPr lang="it-IT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3" name="Immagine 2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5B436136-8D31-0123-EDD3-EFB1638FD58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16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C3832596-16CB-D72C-B910-3E40F73E39B6}"/>
              </a:ext>
            </a:extLst>
          </p:cNvPr>
          <p:cNvGrpSpPr/>
          <p:nvPr/>
        </p:nvGrpSpPr>
        <p:grpSpPr>
          <a:xfrm>
            <a:off x="-8968454" y="1735688"/>
            <a:ext cx="8601333" cy="2406265"/>
            <a:chOff x="-1438101" y="1725162"/>
            <a:chExt cx="8601333" cy="2406265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289A27B-F0DA-5ECC-6FF0-CD2EEC715C19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6D77C529-F185-926A-5B5D-C3B2417A43FD}"/>
                    </a:ext>
                  </a:extLst>
                </p:cNvPr>
                <p:cNvSpPr txBox="1"/>
                <p:nvPr/>
              </p:nvSpPr>
              <p:spPr>
                <a:xfrm>
                  <a:off x="84092" y="2281963"/>
                  <a:ext cx="5711329" cy="12926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</a:rPr>
                    <a:t>Utilizzando le precedenti equazioni si sono posizionati i droni in uno spazio tridimensionale ed impostati i parametri: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it-IT" b="1" i="1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0" smtClean="0">
                            <a:solidFill>
                              <a:srgbClr val="E9F0F7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oMath>
                    </m:oMathPara>
                  </a14:m>
                  <a:endParaRPr lang="it-IT" b="1" dirty="0">
                    <a:solidFill>
                      <a:srgbClr val="E9F0F7"/>
                    </a:solidFill>
                    <a:latin typeface="MADE INFINITY Personal Use" pitchFamily="50" charset="0"/>
                  </a:endParaRPr>
                </a:p>
              </p:txBody>
            </p:sp>
          </mc:Choice>
          <mc:Fallback xmlns="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6D77C529-F185-926A-5B5D-C3B2417A4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2" y="2281963"/>
                  <a:ext cx="5711329" cy="1292662"/>
                </a:xfrm>
                <a:prstGeom prst="rect">
                  <a:avLst/>
                </a:prstGeom>
                <a:blipFill>
                  <a:blip r:embed="rId5"/>
                  <a:stretch>
                    <a:fillRect l="-1175" t="-235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5956CEA0-7F9A-5F41-B725-2BAE47945B33}"/>
              </a:ext>
            </a:extLst>
          </p:cNvPr>
          <p:cNvGrpSpPr/>
          <p:nvPr/>
        </p:nvGrpSpPr>
        <p:grpSpPr>
          <a:xfrm>
            <a:off x="-1438102" y="1725161"/>
            <a:ext cx="8601333" cy="2406265"/>
            <a:chOff x="-1438101" y="1725162"/>
            <a:chExt cx="8601333" cy="2406265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F4BFF0F7-02A1-B80D-0A08-E77A5BBAEAC6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8E83C817-ED4D-482D-AFF6-B54E4FB1334E}"/>
                </a:ext>
              </a:extLst>
            </p:cNvPr>
            <p:cNvSpPr txBox="1"/>
            <p:nvPr/>
          </p:nvSpPr>
          <p:spPr>
            <a:xfrm>
              <a:off x="84093" y="2277101"/>
              <a:ext cx="571132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La posizione dei droni sugli assi x e y è scelta in modo casuale, mentre per l’asse z viene utilizzato un vettore con valori compresi tra il livello suolo e l’ultimo piano libero disponibile</a:t>
              </a:r>
              <a:endParaRPr lang="it-IT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B721341D-7B33-8A18-4B55-67E190033E06}"/>
              </a:ext>
            </a:extLst>
          </p:cNvPr>
          <p:cNvGrpSpPr/>
          <p:nvPr/>
        </p:nvGrpSpPr>
        <p:grpSpPr>
          <a:xfrm>
            <a:off x="-9419667" y="1725160"/>
            <a:ext cx="8601333" cy="2406265"/>
            <a:chOff x="-1438101" y="1725162"/>
            <a:chExt cx="8601333" cy="2406265"/>
          </a:xfrm>
        </p:grpSpPr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4F3FFA55-DBF1-D895-485F-09CE3C9F2782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65093DBE-EDB3-7B52-5EF6-E31A4600DC50}"/>
                </a:ext>
              </a:extLst>
            </p:cNvPr>
            <p:cNvSpPr txBox="1"/>
            <p:nvPr/>
          </p:nvSpPr>
          <p:spPr>
            <a:xfrm>
              <a:off x="84092" y="2574351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poter applicare l’algoritmo di PSO è stata utilizzata la libreria python pySwarms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31" name="Immagine 30" descr="Immagine che contiene diagramma, linea, testo&#10;&#10;Descrizione generata automaticamente">
            <a:extLst>
              <a:ext uri="{FF2B5EF4-FFF2-40B4-BE49-F238E27FC236}">
                <a16:creationId xmlns:a16="http://schemas.microsoft.com/office/drawing/2014/main" id="{18A2643A-B021-F28D-5FDA-A38BB363991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420" y="652819"/>
            <a:ext cx="6096000" cy="4572000"/>
          </a:xfrm>
          <a:prstGeom prst="rect">
            <a:avLst/>
          </a:prstGeom>
        </p:spPr>
      </p:pic>
      <p:pic>
        <p:nvPicPr>
          <p:cNvPr id="32" name="Immagine 31" descr="Immagine che contiene diagramma, linea, testo, design&#10;&#10;Descrizione generata automaticamente">
            <a:extLst>
              <a:ext uri="{FF2B5EF4-FFF2-40B4-BE49-F238E27FC236}">
                <a16:creationId xmlns:a16="http://schemas.microsoft.com/office/drawing/2014/main" id="{24C7605D-2A8F-7A2E-5DAD-C65FAA6EFB6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1520" y="744256"/>
            <a:ext cx="5852172" cy="4389129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E94947C9-E4D8-D5B2-D746-49DFB970FD6F}"/>
              </a:ext>
            </a:extLst>
          </p:cNvPr>
          <p:cNvGrpSpPr/>
          <p:nvPr/>
        </p:nvGrpSpPr>
        <p:grpSpPr>
          <a:xfrm>
            <a:off x="-9729551" y="1725160"/>
            <a:ext cx="8601333" cy="2406265"/>
            <a:chOff x="-1438101" y="1725162"/>
            <a:chExt cx="8601333" cy="2406265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EA63B188-E781-C648-A356-DB28ECA77381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B8531378-9EB0-B07B-5EC7-9DF2ACF39208}"/>
                </a:ext>
              </a:extLst>
            </p:cNvPr>
            <p:cNvSpPr txBox="1"/>
            <p:nvPr/>
          </p:nvSpPr>
          <p:spPr>
            <a:xfrm>
              <a:off x="84093" y="2430988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poter applicare l’algoritmo di PSO è stata utilizzata la libreria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python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pySwarms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, la quale non comprende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2" name="Immagine 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F4DCEE5D-B37F-C98A-0399-997FC1232AA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91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218D9379-316A-C048-2ADF-D1290F362350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D31FCC05-B1A3-8E1B-3718-D320165DBA0B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73B2369F-E979-1EF4-2C56-2C6B786A45B8}"/>
                </a:ext>
              </a:extLst>
            </p:cNvPr>
            <p:cNvSpPr txBox="1"/>
            <p:nvPr/>
          </p:nvSpPr>
          <p:spPr>
            <a:xfrm>
              <a:off x="84093" y="2430988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poter applicare l’algoritmo di PSO è stata utilizzata la libreria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python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pySwarms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, la quale non comprende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22" name="Immagine 21" descr="Immagine che contiene diagramma, testo, linea, design&#10;&#10;Descrizione generata automaticamente">
            <a:extLst>
              <a:ext uri="{FF2B5EF4-FFF2-40B4-BE49-F238E27FC236}">
                <a16:creationId xmlns:a16="http://schemas.microsoft.com/office/drawing/2014/main" id="{12E0A230-F752-580D-8A55-E26E633F07D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4254"/>
            <a:ext cx="5852172" cy="4389129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985EF946-0E44-8FBA-2632-950C5F96FED4}"/>
              </a:ext>
            </a:extLst>
          </p:cNvPr>
          <p:cNvGrpSpPr/>
          <p:nvPr/>
        </p:nvGrpSpPr>
        <p:grpSpPr>
          <a:xfrm>
            <a:off x="-9097547" y="1725161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B2EC1EBB-25C8-0148-3A59-F8A9D657D905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0423DC1-0D7A-229E-220F-186433D4682A}"/>
                </a:ext>
              </a:extLst>
            </p:cNvPr>
            <p:cNvSpPr txBox="1"/>
            <p:nvPr/>
          </p:nvSpPr>
          <p:spPr>
            <a:xfrm>
              <a:off x="84093" y="2277101"/>
              <a:ext cx="571132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La posizione dei droni sugli assi x e y è scelta in modo casuale, mentre per l’asse z viene utilizzato un vettore con valori compresi tra il livello suolo e l’ultimo piano libero disponibile</a:t>
              </a:r>
              <a:endParaRPr lang="it-IT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74845AC9-7A5C-6F44-3350-659184C48070}"/>
              </a:ext>
            </a:extLst>
          </p:cNvPr>
          <p:cNvGrpSpPr/>
          <p:nvPr/>
        </p:nvGrpSpPr>
        <p:grpSpPr>
          <a:xfrm>
            <a:off x="-8947258" y="1877560"/>
            <a:ext cx="8601333" cy="2406265"/>
            <a:chOff x="-1438101" y="1725162"/>
            <a:chExt cx="8601333" cy="2406265"/>
          </a:xfrm>
        </p:grpSpPr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AC5A2885-CE36-38F3-98BC-2BD55B3A01FA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60BB342D-3800-770D-E243-A5283056183A}"/>
                </a:ext>
              </a:extLst>
            </p:cNvPr>
            <p:cNvSpPr txBox="1"/>
            <p:nvPr/>
          </p:nvSpPr>
          <p:spPr>
            <a:xfrm>
              <a:off x="135921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In particolare, si è fatto uso della funzione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Backend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in grado di gestire i seguenti parametri:</a:t>
              </a:r>
            </a:p>
          </p:txBody>
        </p:sp>
      </p:grpSp>
      <p:pic>
        <p:nvPicPr>
          <p:cNvPr id="5" name="Immagine 4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955117A8-5ED6-94A3-22F5-B15AA8608DB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52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" name="Immagine 9" descr="Immagine che contiene diagramma, testo, linea, design&#10;&#10;Descrizione generata automaticamente">
            <a:extLst>
              <a:ext uri="{FF2B5EF4-FFF2-40B4-BE49-F238E27FC236}">
                <a16:creationId xmlns:a16="http://schemas.microsoft.com/office/drawing/2014/main" id="{F4B366FF-C25F-8967-04C0-EDDA2AAA0E9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836" y="744255"/>
            <a:ext cx="5852172" cy="4389129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059BE6B0-CF66-3413-7587-A371C0E1D324}"/>
              </a:ext>
            </a:extLst>
          </p:cNvPr>
          <p:cNvGrpSpPr/>
          <p:nvPr/>
        </p:nvGrpSpPr>
        <p:grpSpPr>
          <a:xfrm>
            <a:off x="-9330432" y="1725158"/>
            <a:ext cx="8601333" cy="2406265"/>
            <a:chOff x="-1438101" y="1725162"/>
            <a:chExt cx="8601333" cy="2406265"/>
          </a:xfrm>
        </p:grpSpPr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B4EAAFD4-7A3E-2F4B-90A2-388067895D0C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40BDAAA8-12C9-036A-1FD5-6CD170204B89}"/>
                </a:ext>
              </a:extLst>
            </p:cNvPr>
            <p:cNvSpPr txBox="1"/>
            <p:nvPr/>
          </p:nvSpPr>
          <p:spPr>
            <a:xfrm>
              <a:off x="84093" y="2584876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Topologia: Star,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permette di governare la flotta in modo tale da trovare il minimo globale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59738612-81D7-272E-8947-FC6310E48B52}"/>
              </a:ext>
            </a:extLst>
          </p:cNvPr>
          <p:cNvGrpSpPr/>
          <p:nvPr/>
        </p:nvGrpSpPr>
        <p:grpSpPr>
          <a:xfrm>
            <a:off x="-9407623" y="1725160"/>
            <a:ext cx="8601333" cy="2406265"/>
            <a:chOff x="-1438101" y="1725162"/>
            <a:chExt cx="8601333" cy="2406265"/>
          </a:xfrm>
        </p:grpSpPr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C77843A8-0827-CD1C-4DA7-E810ED9E646E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E8EA536B-F9A2-B243-6667-D0BB8152C475}"/>
                </a:ext>
              </a:extLst>
            </p:cNvPr>
            <p:cNvSpPr txBox="1"/>
            <p:nvPr/>
          </p:nvSpPr>
          <p:spPr>
            <a:xfrm>
              <a:off x="84093" y="2430988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poter applicare l’algoritmo di PSO è stata utilizzata la libreria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python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pySwarms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, la quale non comprende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D6E2FD38-B48D-AD03-A1C2-2092DEA7896E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58F7D871-88E6-074B-8C1A-B27F01AF715E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600D8E00-FE57-4738-CEE1-8F1C2D2D34C5}"/>
                </a:ext>
              </a:extLst>
            </p:cNvPr>
            <p:cNvSpPr txBox="1"/>
            <p:nvPr/>
          </p:nvSpPr>
          <p:spPr>
            <a:xfrm>
              <a:off x="135921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In particolare, si è fatto uso della funzione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Backend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in grado di gestire i seguenti parametri:</a:t>
              </a:r>
            </a:p>
          </p:txBody>
        </p:sp>
      </p:grpSp>
      <p:pic>
        <p:nvPicPr>
          <p:cNvPr id="2" name="Immagine 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65C46E02-3288-586B-CF61-5BF2781CB96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11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74EB8A44-946B-46EE-34DD-A0F21D30AFFA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D8F0F5F-8561-C894-3DE3-2F9AFE059E07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01ED009-2E70-03C2-CF55-3EE7135477DC}"/>
                </a:ext>
              </a:extLst>
            </p:cNvPr>
            <p:cNvSpPr txBox="1"/>
            <p:nvPr/>
          </p:nvSpPr>
          <p:spPr>
            <a:xfrm>
              <a:off x="84093" y="2584876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Topologia: Star,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permette di governare la flotta in modo tale da trovare il minimo globale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95B559BA-8E26-5F88-9754-425906E801A2}"/>
              </a:ext>
            </a:extLst>
          </p:cNvPr>
          <p:cNvGrpSpPr/>
          <p:nvPr/>
        </p:nvGrpSpPr>
        <p:grpSpPr>
          <a:xfrm>
            <a:off x="6145618" y="3700135"/>
            <a:ext cx="2115879" cy="2392324"/>
            <a:chOff x="6145618" y="3700135"/>
            <a:chExt cx="2115879" cy="2392324"/>
          </a:xfrm>
        </p:grpSpPr>
        <p:sp>
          <p:nvSpPr>
            <p:cNvPr id="24" name="Esagono 23">
              <a:extLst>
                <a:ext uri="{FF2B5EF4-FFF2-40B4-BE49-F238E27FC236}">
                  <a16:creationId xmlns:a16="http://schemas.microsoft.com/office/drawing/2014/main" id="{6470AD88-A88F-12C5-5BD1-A944CC6B5920}"/>
                </a:ext>
              </a:extLst>
            </p:cNvPr>
            <p:cNvSpPr/>
            <p:nvPr/>
          </p:nvSpPr>
          <p:spPr>
            <a:xfrm rot="5400000">
              <a:off x="6007396" y="3838357"/>
              <a:ext cx="2392324" cy="2115879"/>
            </a:xfrm>
            <a:prstGeom prst="hexagon">
              <a:avLst/>
            </a:pr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2466415F-B5E2-CA2F-BC87-6E3BED7001FA}"/>
                </a:ext>
              </a:extLst>
            </p:cNvPr>
            <p:cNvSpPr txBox="1"/>
            <p:nvPr/>
          </p:nvSpPr>
          <p:spPr>
            <a:xfrm>
              <a:off x="6512442" y="4600374"/>
              <a:ext cx="13822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solidFill>
                    <a:srgbClr val="E9F0F7"/>
                  </a:solidFill>
                  <a:latin typeface="MADE INFINITY Personal Use" pitchFamily="50" charset="0"/>
                </a:rPr>
                <a:t>parametri</a:t>
              </a:r>
            </a:p>
            <a:p>
              <a:pPr algn="ctr"/>
              <a:r>
                <a:rPr lang="it-IT" sz="1600" dirty="0" err="1">
                  <a:solidFill>
                    <a:srgbClr val="E9F0F7"/>
                  </a:solidFill>
                  <a:latin typeface="MADE INFINITY Personal Use" pitchFamily="50" charset="0"/>
                </a:rPr>
                <a:t>Backend</a:t>
              </a:r>
              <a:endParaRPr lang="it-IT" sz="16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797F2D69-6701-6365-B257-04ED85EF5610}"/>
              </a:ext>
            </a:extLst>
          </p:cNvPr>
          <p:cNvGrpSpPr/>
          <p:nvPr/>
        </p:nvGrpSpPr>
        <p:grpSpPr>
          <a:xfrm>
            <a:off x="-8755101" y="1723928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2878B19E-B37E-6BF5-24F0-666DCA85D678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26B791BC-52A2-6CB8-672D-DF42109F16EB}"/>
                    </a:ext>
                  </a:extLst>
                </p:cNvPr>
                <p:cNvSpPr txBox="1"/>
                <p:nvPr/>
              </p:nvSpPr>
              <p:spPr>
                <a:xfrm>
                  <a:off x="84093" y="2112686"/>
                  <a:ext cx="5711329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1709738" algn="l"/>
                    </a:tabLst>
                  </a:pPr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Opzioni della flotta:</a:t>
                  </a: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inseguimento </a:t>
                  </a:r>
                  <a:r>
                    <a:rPr lang="it-IT" sz="2000" dirty="0" err="1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local</a:t>
                  </a:r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 best</a:t>
                  </a: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inseguimento global best</a:t>
                  </a:r>
                  <a:endParaRPr lang="it-IT" sz="2000" b="1" dirty="0">
                    <a:solidFill>
                      <a:srgbClr val="E9F0F7"/>
                    </a:solidFill>
                    <a:latin typeface="MADE INFINITY Personal Use" pitchFamily="50" charset="0"/>
                    <a:ea typeface="Cambria Math" panose="02040503050406030204" pitchFamily="18" charset="0"/>
                  </a:endParaRP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inerzia delle particelle nel seguirsi a vicenda</a:t>
                  </a:r>
                  <a:endParaRPr lang="it-IT" sz="2000" b="1" dirty="0">
                    <a:solidFill>
                      <a:srgbClr val="E9F0F7"/>
                    </a:solidFill>
                    <a:latin typeface="MADE INFINITY Personal Use" pitchFamily="50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26B791BC-52A2-6CB8-672D-DF42109F1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3" y="2112686"/>
                  <a:ext cx="5711329" cy="1631216"/>
                </a:xfrm>
                <a:prstGeom prst="rect">
                  <a:avLst/>
                </a:prstGeom>
                <a:blipFill>
                  <a:blip r:embed="rId5"/>
                  <a:stretch>
                    <a:fillRect l="-1067" t="-1866" b="-559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35A8AA57-979C-7242-A597-DCC136FF79E1}"/>
              </a:ext>
            </a:extLst>
          </p:cNvPr>
          <p:cNvGrpSpPr/>
          <p:nvPr/>
        </p:nvGrpSpPr>
        <p:grpSpPr>
          <a:xfrm>
            <a:off x="-8902157" y="1725160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4F3EDC08-D0EE-0932-0002-5D80CED1D162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7AF75E0-CA91-AC36-61FE-EB46E49191DD}"/>
                </a:ext>
              </a:extLst>
            </p:cNvPr>
            <p:cNvSpPr txBox="1"/>
            <p:nvPr/>
          </p:nvSpPr>
          <p:spPr>
            <a:xfrm>
              <a:off x="84093" y="2430988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In particolare, si è fatto uso della funzione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Backend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in grado di gestire i seguenti parametri:</a:t>
              </a:r>
            </a:p>
          </p:txBody>
        </p:sp>
      </p:grpSp>
      <p:pic>
        <p:nvPicPr>
          <p:cNvPr id="8" name="Immagine 7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3557F7E4-6721-C643-185A-CB02E0CD02C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76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D2316482-18F5-F072-BC3D-80E25DF53A92}"/>
              </a:ext>
            </a:extLst>
          </p:cNvPr>
          <p:cNvGrpSpPr/>
          <p:nvPr/>
        </p:nvGrpSpPr>
        <p:grpSpPr>
          <a:xfrm>
            <a:off x="-10039435" y="1725159"/>
            <a:ext cx="8601333" cy="2406265"/>
            <a:chOff x="-1438101" y="1725162"/>
            <a:chExt cx="8601333" cy="2406265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C9747A31-388E-9E7A-4B83-B3EA025FE454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284B59EB-0987-A2AC-1A85-5C1FCD0B70B5}"/>
                </a:ext>
              </a:extLst>
            </p:cNvPr>
            <p:cNvSpPr txBox="1"/>
            <p:nvPr/>
          </p:nvSpPr>
          <p:spPr>
            <a:xfrm>
              <a:off x="84093" y="212321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Creazione della flotta: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numero di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opzioni della flotta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posizione iniziale delle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dimensioni e limiti della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f.o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.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74EB8A44-946B-46EE-34DD-A0F21D30AFFA}"/>
              </a:ext>
            </a:extLst>
          </p:cNvPr>
          <p:cNvGrpSpPr/>
          <p:nvPr/>
        </p:nvGrpSpPr>
        <p:grpSpPr>
          <a:xfrm>
            <a:off x="-8934055" y="1725160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D8F0F5F-8561-C894-3DE3-2F9AFE059E07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01ED009-2E70-03C2-CF55-3EE7135477DC}"/>
                </a:ext>
              </a:extLst>
            </p:cNvPr>
            <p:cNvSpPr txBox="1"/>
            <p:nvPr/>
          </p:nvSpPr>
          <p:spPr>
            <a:xfrm>
              <a:off x="84093" y="2584876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Topologia: Star,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permette di governare la flotta in modo tale da trovare il minimo globale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E5601D52-E6AF-66A1-504E-3BC8909770D7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75336B0E-1136-99E9-6AF1-33052E39A03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F947459C-2F38-24FF-C2AD-6C25FE41B27B}"/>
                    </a:ext>
                  </a:extLst>
                </p:cNvPr>
                <p:cNvSpPr txBox="1"/>
                <p:nvPr/>
              </p:nvSpPr>
              <p:spPr>
                <a:xfrm>
                  <a:off x="84093" y="2112686"/>
                  <a:ext cx="5711329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1709738" algn="l"/>
                    </a:tabLst>
                  </a:pPr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Opzioni della flotta:</a:t>
                  </a: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inseguimento </a:t>
                  </a:r>
                  <a:r>
                    <a:rPr lang="it-IT" sz="2000" dirty="0" err="1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local</a:t>
                  </a:r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 best</a:t>
                  </a: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inseguimento global best</a:t>
                  </a:r>
                  <a:endParaRPr lang="it-IT" sz="2000" b="1" dirty="0">
                    <a:solidFill>
                      <a:srgbClr val="E9F0F7"/>
                    </a:solidFill>
                    <a:latin typeface="MADE INFINITY Personal Use" pitchFamily="50" charset="0"/>
                    <a:ea typeface="Cambria Math" panose="02040503050406030204" pitchFamily="18" charset="0"/>
                  </a:endParaRP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inerzia delle particelle nel seguirsi a vicenda</a:t>
                  </a:r>
                  <a:endParaRPr lang="it-IT" sz="2000" b="1" dirty="0">
                    <a:solidFill>
                      <a:srgbClr val="E9F0F7"/>
                    </a:solidFill>
                    <a:latin typeface="MADE INFINITY Personal Use" pitchFamily="50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F947459C-2F38-24FF-C2AD-6C25FE41B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3" y="2112686"/>
                  <a:ext cx="5711329" cy="1631216"/>
                </a:xfrm>
                <a:prstGeom prst="rect">
                  <a:avLst/>
                </a:prstGeom>
                <a:blipFill>
                  <a:blip r:embed="rId5"/>
                  <a:stretch>
                    <a:fillRect l="-1174" t="-2247" b="-599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71AFBF92-DDCE-A134-6F63-B183D266C345}"/>
              </a:ext>
            </a:extLst>
          </p:cNvPr>
          <p:cNvGrpSpPr/>
          <p:nvPr/>
        </p:nvGrpSpPr>
        <p:grpSpPr>
          <a:xfrm>
            <a:off x="6145618" y="3700135"/>
            <a:ext cx="2115879" cy="2392324"/>
            <a:chOff x="6145618" y="3700135"/>
            <a:chExt cx="2115879" cy="2392324"/>
          </a:xfrm>
        </p:grpSpPr>
        <p:sp>
          <p:nvSpPr>
            <p:cNvPr id="12" name="Esagono 11">
              <a:extLst>
                <a:ext uri="{FF2B5EF4-FFF2-40B4-BE49-F238E27FC236}">
                  <a16:creationId xmlns:a16="http://schemas.microsoft.com/office/drawing/2014/main" id="{F00E91F3-121B-99B3-F6A2-616E60353836}"/>
                </a:ext>
              </a:extLst>
            </p:cNvPr>
            <p:cNvSpPr/>
            <p:nvPr/>
          </p:nvSpPr>
          <p:spPr>
            <a:xfrm rot="5400000">
              <a:off x="6007396" y="3838357"/>
              <a:ext cx="2392324" cy="2115879"/>
            </a:xfrm>
            <a:prstGeom prst="hexagon">
              <a:avLst/>
            </a:pr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6EC18701-359F-6D13-AF3A-BC260F924775}"/>
                </a:ext>
              </a:extLst>
            </p:cNvPr>
            <p:cNvSpPr txBox="1"/>
            <p:nvPr/>
          </p:nvSpPr>
          <p:spPr>
            <a:xfrm>
              <a:off x="6512442" y="4600374"/>
              <a:ext cx="13822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solidFill>
                    <a:srgbClr val="E9F0F7"/>
                  </a:solidFill>
                  <a:latin typeface="MADE INFINITY Personal Use" pitchFamily="50" charset="0"/>
                </a:rPr>
                <a:t>parametri</a:t>
              </a:r>
            </a:p>
            <a:p>
              <a:pPr algn="ctr"/>
              <a:r>
                <a:rPr lang="it-IT" sz="1600" dirty="0" err="1">
                  <a:solidFill>
                    <a:srgbClr val="E9F0F7"/>
                  </a:solidFill>
                  <a:latin typeface="MADE INFINITY Personal Use" pitchFamily="50" charset="0"/>
                </a:rPr>
                <a:t>Backend</a:t>
              </a:r>
              <a:endParaRPr lang="it-IT" sz="16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14" name="Immagine 13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7EE4A07B-FC30-4A38-53FA-80439E31232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14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E5601D52-E6AF-66A1-504E-3BC8909770D7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75336B0E-1136-99E9-6AF1-33052E39A03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F947459C-2F38-24FF-C2AD-6C25FE41B27B}"/>
                </a:ext>
              </a:extLst>
            </p:cNvPr>
            <p:cNvSpPr txBox="1"/>
            <p:nvPr/>
          </p:nvSpPr>
          <p:spPr>
            <a:xfrm>
              <a:off x="84093" y="212321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Creazione della flotta: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numero di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opzioni della flotta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posizione iniziale delle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dimensioni e limiti della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f.o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.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1DF56A55-1690-7C76-1300-D9CA594AF7E8}"/>
              </a:ext>
            </a:extLst>
          </p:cNvPr>
          <p:cNvGrpSpPr/>
          <p:nvPr/>
        </p:nvGrpSpPr>
        <p:grpSpPr>
          <a:xfrm>
            <a:off x="-9308343" y="1725160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F89BEA99-5AF0-4776-4A94-91BB02DE555B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18252BB0-CB3F-5B46-469D-F50837F0BC01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Valori correnti di posizione, costo e velocità utilizzati per: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gestire le collisioni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visualizzare lo spostamento progressivo delle particelle</a:t>
              </a: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874ADAC-3B5F-D6C4-8584-A9AC738182EA}"/>
              </a:ext>
            </a:extLst>
          </p:cNvPr>
          <p:cNvGrpSpPr/>
          <p:nvPr/>
        </p:nvGrpSpPr>
        <p:grpSpPr>
          <a:xfrm>
            <a:off x="6145618" y="3700135"/>
            <a:ext cx="2115879" cy="2392324"/>
            <a:chOff x="6145618" y="3700135"/>
            <a:chExt cx="2115879" cy="2392324"/>
          </a:xfrm>
        </p:grpSpPr>
        <p:sp>
          <p:nvSpPr>
            <p:cNvPr id="15" name="Esagono 14">
              <a:extLst>
                <a:ext uri="{FF2B5EF4-FFF2-40B4-BE49-F238E27FC236}">
                  <a16:creationId xmlns:a16="http://schemas.microsoft.com/office/drawing/2014/main" id="{4D87C113-7B3B-664C-DA5D-BED7ECC74E9B}"/>
                </a:ext>
              </a:extLst>
            </p:cNvPr>
            <p:cNvSpPr/>
            <p:nvPr/>
          </p:nvSpPr>
          <p:spPr>
            <a:xfrm rot="5400000">
              <a:off x="6007396" y="3838357"/>
              <a:ext cx="2392324" cy="2115879"/>
            </a:xfrm>
            <a:prstGeom prst="hexagon">
              <a:avLst/>
            </a:pr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0B7F7287-1CA8-F1C8-2772-B3799975CCBB}"/>
                </a:ext>
              </a:extLst>
            </p:cNvPr>
            <p:cNvSpPr txBox="1"/>
            <p:nvPr/>
          </p:nvSpPr>
          <p:spPr>
            <a:xfrm>
              <a:off x="6512442" y="4600374"/>
              <a:ext cx="13822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solidFill>
                    <a:srgbClr val="E9F0F7"/>
                  </a:solidFill>
                  <a:latin typeface="MADE INFINITY Personal Use" pitchFamily="50" charset="0"/>
                </a:rPr>
                <a:t>parametri</a:t>
              </a:r>
            </a:p>
            <a:p>
              <a:pPr algn="ctr"/>
              <a:r>
                <a:rPr lang="it-IT" sz="1600" dirty="0" err="1">
                  <a:solidFill>
                    <a:srgbClr val="E9F0F7"/>
                  </a:solidFill>
                  <a:latin typeface="MADE INFINITY Personal Use" pitchFamily="50" charset="0"/>
                </a:rPr>
                <a:t>Backend</a:t>
              </a:r>
              <a:endParaRPr lang="it-IT" sz="16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5B91EB81-1529-F78F-6549-F2A9771E9C74}"/>
              </a:ext>
            </a:extLst>
          </p:cNvPr>
          <p:cNvGrpSpPr/>
          <p:nvPr/>
        </p:nvGrpSpPr>
        <p:grpSpPr>
          <a:xfrm>
            <a:off x="-9885051" y="1735688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4B3DFEB-4A0F-2F7E-033F-E1169BF12338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F02D2002-CAFB-168D-E4D6-CB828774D2CE}"/>
                    </a:ext>
                  </a:extLst>
                </p:cNvPr>
                <p:cNvSpPr txBox="1"/>
                <p:nvPr/>
              </p:nvSpPr>
              <p:spPr>
                <a:xfrm>
                  <a:off x="84093" y="2112686"/>
                  <a:ext cx="5711329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tabLst>
                      <a:tab pos="1709738" algn="l"/>
                    </a:tabLst>
                  </a:pPr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Opzioni della flotta:</a:t>
                  </a: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inseguimento </a:t>
                  </a:r>
                  <a:r>
                    <a:rPr lang="it-IT" sz="2000" dirty="0" err="1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local</a:t>
                  </a:r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 best</a:t>
                  </a: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it-IT" sz="2000" b="1" i="1" smtClean="0">
                              <a:solidFill>
                                <a:srgbClr val="E9F0F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inseguimento global best</a:t>
                  </a:r>
                  <a:endParaRPr lang="it-IT" sz="2000" b="1" dirty="0">
                    <a:solidFill>
                      <a:srgbClr val="E9F0F7"/>
                    </a:solidFill>
                    <a:latin typeface="MADE INFINITY Personal Use" pitchFamily="50" charset="0"/>
                    <a:ea typeface="Cambria Math" panose="02040503050406030204" pitchFamily="18" charset="0"/>
                  </a:endParaRPr>
                </a:p>
                <a:p>
                  <a:pPr marL="800100" lvl="1" indent="-342900">
                    <a:buFont typeface="Arial" panose="020B0604020202020204" pitchFamily="34" charset="0"/>
                    <a:buChar char="•"/>
                    <a:tabLst>
                      <a:tab pos="1709738" algn="l"/>
                    </a:tabLst>
                  </a:pPr>
                  <a14:m>
                    <m:oMath xmlns:m="http://schemas.openxmlformats.org/officeDocument/2006/math">
                      <m:r>
                        <a:rPr lang="it-IT" sz="2000" b="1" i="1" smtClean="0">
                          <a:solidFill>
                            <a:srgbClr val="E9F0F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it-IT" sz="2000" dirty="0">
                      <a:solidFill>
                        <a:srgbClr val="E9F0F7"/>
                      </a:solidFill>
                      <a:latin typeface="MADE INFINITY Personal Use" pitchFamily="50" charset="0"/>
                      <a:ea typeface="Cambria Math" panose="02040503050406030204" pitchFamily="18" charset="0"/>
                    </a:rPr>
                    <a:t>: inerzia delle particelle nel seguirsi a vicenda</a:t>
                  </a:r>
                  <a:endParaRPr lang="it-IT" sz="2000" b="1" dirty="0">
                    <a:solidFill>
                      <a:srgbClr val="E9F0F7"/>
                    </a:solidFill>
                    <a:latin typeface="MADE INFINITY Personal Use" pitchFamily="50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F02D2002-CAFB-168D-E4D6-CB828774D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93" y="2112686"/>
                  <a:ext cx="5711329" cy="1631216"/>
                </a:xfrm>
                <a:prstGeom prst="rect">
                  <a:avLst/>
                </a:prstGeom>
                <a:blipFill>
                  <a:blip r:embed="rId5"/>
                  <a:stretch>
                    <a:fillRect l="-1067" t="-1866" b="-559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Immagine 7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858F6C4F-B6D1-E247-79D1-8A1735DE4BB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E5601D52-E6AF-66A1-504E-3BC8909770D7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75336B0E-1136-99E9-6AF1-33052E39A03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F947459C-2F38-24FF-C2AD-6C25FE41B27B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Valori correnti di posizione, costo e velocità utilizzati per: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gestire le collisioni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visualizzare lo spostamento progressivo delle particelle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6E2BE338-4625-B964-3E56-7EBE3979F8CA}"/>
              </a:ext>
            </a:extLst>
          </p:cNvPr>
          <p:cNvGrpSpPr/>
          <p:nvPr/>
        </p:nvGrpSpPr>
        <p:grpSpPr>
          <a:xfrm>
            <a:off x="-9407623" y="1725159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466A52C7-ACE0-9594-198C-D004D22590BD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A271B13-3931-ACB8-EA6F-27F5B7AFB716}"/>
                </a:ext>
              </a:extLst>
            </p:cNvPr>
            <p:cNvSpPr txBox="1"/>
            <p:nvPr/>
          </p:nvSpPr>
          <p:spPr>
            <a:xfrm>
              <a:off x="84093" y="212321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Creazione della flotta: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numero di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opzioni della flotta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posizione iniziale delle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dimensioni e limiti della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f.o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.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629B30B2-EA36-030B-33A1-130E7FE43BF2}"/>
              </a:ext>
            </a:extLst>
          </p:cNvPr>
          <p:cNvGrpSpPr/>
          <p:nvPr/>
        </p:nvGrpSpPr>
        <p:grpSpPr>
          <a:xfrm>
            <a:off x="6145618" y="3700135"/>
            <a:ext cx="2115879" cy="2392324"/>
            <a:chOff x="6145618" y="3700135"/>
            <a:chExt cx="2115879" cy="2392324"/>
          </a:xfrm>
        </p:grpSpPr>
        <p:sp>
          <p:nvSpPr>
            <p:cNvPr id="12" name="Esagono 11">
              <a:extLst>
                <a:ext uri="{FF2B5EF4-FFF2-40B4-BE49-F238E27FC236}">
                  <a16:creationId xmlns:a16="http://schemas.microsoft.com/office/drawing/2014/main" id="{9787DAB9-0906-5D57-85BD-7D01EB59902A}"/>
                </a:ext>
              </a:extLst>
            </p:cNvPr>
            <p:cNvSpPr/>
            <p:nvPr/>
          </p:nvSpPr>
          <p:spPr>
            <a:xfrm rot="5400000">
              <a:off x="6007396" y="3838357"/>
              <a:ext cx="2392324" cy="2115879"/>
            </a:xfrm>
            <a:prstGeom prst="hexagon">
              <a:avLst/>
            </a:pr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2299B1E3-FB1A-D1CF-5506-15E8DDCAEB16}"/>
                </a:ext>
              </a:extLst>
            </p:cNvPr>
            <p:cNvSpPr txBox="1"/>
            <p:nvPr/>
          </p:nvSpPr>
          <p:spPr>
            <a:xfrm>
              <a:off x="6512442" y="4600374"/>
              <a:ext cx="13822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solidFill>
                    <a:srgbClr val="E9F0F7"/>
                  </a:solidFill>
                  <a:latin typeface="MADE INFINITY Personal Use" pitchFamily="50" charset="0"/>
                </a:rPr>
                <a:t>parametri</a:t>
              </a:r>
            </a:p>
            <a:p>
              <a:pPr algn="ctr"/>
              <a:r>
                <a:rPr lang="it-IT" sz="1600" dirty="0" err="1">
                  <a:solidFill>
                    <a:srgbClr val="E9F0F7"/>
                  </a:solidFill>
                  <a:latin typeface="MADE INFINITY Personal Use" pitchFamily="50" charset="0"/>
                </a:rPr>
                <a:t>Backend</a:t>
              </a:r>
              <a:endParaRPr lang="it-IT" sz="16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D8D08E58-A478-494A-D04A-CA398169E762}"/>
              </a:ext>
            </a:extLst>
          </p:cNvPr>
          <p:cNvGrpSpPr/>
          <p:nvPr/>
        </p:nvGrpSpPr>
        <p:grpSpPr>
          <a:xfrm>
            <a:off x="-9330432" y="1725159"/>
            <a:ext cx="8601333" cy="2406265"/>
            <a:chOff x="-1438101" y="1725162"/>
            <a:chExt cx="8601333" cy="2406265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D5670690-C172-7257-A25B-330D228D9522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8560CFF6-68AF-DC7B-43D5-707463161BFD}"/>
                </a:ext>
              </a:extLst>
            </p:cNvPr>
            <p:cNvSpPr txBox="1"/>
            <p:nvPr/>
          </p:nvSpPr>
          <p:spPr>
            <a:xfrm>
              <a:off x="84093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Funzione obiettivo: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Rastrigin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permette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di simulare un ambiente testando così le prestazioni dell’algoritmo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9" name="Immagine 8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7BCA1E5F-DDDA-0D70-7F8F-03EC023034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0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E5601D52-E6AF-66A1-504E-3BC8909770D7}"/>
              </a:ext>
            </a:extLst>
          </p:cNvPr>
          <p:cNvGrpSpPr/>
          <p:nvPr/>
        </p:nvGrpSpPr>
        <p:grpSpPr>
          <a:xfrm>
            <a:off x="-8848995" y="1725160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75336B0E-1136-99E9-6AF1-33052E39A03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F947459C-2F38-24FF-C2AD-6C25FE41B27B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Valori correnti di posizione, costo e velocità utilizzati per: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gestire le collisioni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visualizzare lo spostamento progressivo delle particelle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6E2BE338-4625-B964-3E56-7EBE3979F8CA}"/>
              </a:ext>
            </a:extLst>
          </p:cNvPr>
          <p:cNvGrpSpPr/>
          <p:nvPr/>
        </p:nvGrpSpPr>
        <p:grpSpPr>
          <a:xfrm>
            <a:off x="-9407623" y="1725159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466A52C7-ACE0-9594-198C-D004D22590BD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A271B13-3931-ACB8-EA6F-27F5B7AFB716}"/>
                </a:ext>
              </a:extLst>
            </p:cNvPr>
            <p:cNvSpPr txBox="1"/>
            <p:nvPr/>
          </p:nvSpPr>
          <p:spPr>
            <a:xfrm>
              <a:off x="84093" y="212321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Creazione della flotta: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numero di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opzioni della flotta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posizione iniziale delle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dimensioni e limiti della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f.o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.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540F6F0D-0A5E-C4EF-5008-10B42C8539EF}"/>
              </a:ext>
            </a:extLst>
          </p:cNvPr>
          <p:cNvGrpSpPr/>
          <p:nvPr/>
        </p:nvGrpSpPr>
        <p:grpSpPr>
          <a:xfrm>
            <a:off x="-1438103" y="1725159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64A58B23-8D74-AF69-E58C-49112F36754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E5E88DA-2E35-8BB4-36C4-3B5D45E80458}"/>
                </a:ext>
              </a:extLst>
            </p:cNvPr>
            <p:cNvSpPr txBox="1"/>
            <p:nvPr/>
          </p:nvSpPr>
          <p:spPr>
            <a:xfrm>
              <a:off x="84093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Funzione obiettivo: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Rastrigin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permette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di simulare un ambiente testando così le prestazioni dell’algoritmo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6DEAE7D2-2FFD-6490-C454-1DF46A67D6F3}"/>
              </a:ext>
            </a:extLst>
          </p:cNvPr>
          <p:cNvGrpSpPr/>
          <p:nvPr/>
        </p:nvGrpSpPr>
        <p:grpSpPr>
          <a:xfrm>
            <a:off x="6145618" y="3700135"/>
            <a:ext cx="2115879" cy="2392324"/>
            <a:chOff x="6145618" y="3700135"/>
            <a:chExt cx="2115879" cy="2392324"/>
          </a:xfrm>
        </p:grpSpPr>
        <p:sp>
          <p:nvSpPr>
            <p:cNvPr id="15" name="Esagono 14">
              <a:extLst>
                <a:ext uri="{FF2B5EF4-FFF2-40B4-BE49-F238E27FC236}">
                  <a16:creationId xmlns:a16="http://schemas.microsoft.com/office/drawing/2014/main" id="{337A1AC9-9901-5AA4-CD11-89E642A73B3C}"/>
                </a:ext>
              </a:extLst>
            </p:cNvPr>
            <p:cNvSpPr/>
            <p:nvPr/>
          </p:nvSpPr>
          <p:spPr>
            <a:xfrm rot="5400000">
              <a:off x="6007396" y="3838357"/>
              <a:ext cx="2392324" cy="2115879"/>
            </a:xfrm>
            <a:prstGeom prst="hexagon">
              <a:avLst/>
            </a:prstGeom>
            <a:solidFill>
              <a:srgbClr val="4953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9C782F81-DFC2-8713-F86D-D2ABD19D3C44}"/>
                </a:ext>
              </a:extLst>
            </p:cNvPr>
            <p:cNvSpPr txBox="1"/>
            <p:nvPr/>
          </p:nvSpPr>
          <p:spPr>
            <a:xfrm>
              <a:off x="6512442" y="4600374"/>
              <a:ext cx="13822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600" dirty="0">
                  <a:solidFill>
                    <a:srgbClr val="E9F0F7"/>
                  </a:solidFill>
                  <a:latin typeface="MADE INFINITY Personal Use" pitchFamily="50" charset="0"/>
                </a:rPr>
                <a:t>parametri</a:t>
              </a:r>
            </a:p>
            <a:p>
              <a:pPr algn="ctr"/>
              <a:r>
                <a:rPr lang="it-IT" sz="1600" dirty="0" err="1">
                  <a:solidFill>
                    <a:srgbClr val="E9F0F7"/>
                  </a:solidFill>
                  <a:latin typeface="MADE INFINITY Personal Use" pitchFamily="50" charset="0"/>
                </a:rPr>
                <a:t>Backend</a:t>
              </a:r>
              <a:endParaRPr lang="it-IT" sz="16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17" name="Immagine 16">
            <a:extLst>
              <a:ext uri="{FF2B5EF4-FFF2-40B4-BE49-F238E27FC236}">
                <a16:creationId xmlns:a16="http://schemas.microsoft.com/office/drawing/2014/main" id="{781D9522-8AAB-D041-D292-CA5B307205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89141" y="1396038"/>
            <a:ext cx="5057979" cy="3085563"/>
          </a:xfrm>
          <a:prstGeom prst="rect">
            <a:avLst/>
          </a:prstGeom>
        </p:spPr>
      </p:pic>
      <p:pic>
        <p:nvPicPr>
          <p:cNvPr id="8" name="Immagine 7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96C99EEF-01C5-BDF1-71A0-9C88FE1FB0E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72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igura a mano libera: forma 7">
            <a:extLst>
              <a:ext uri="{FF2B5EF4-FFF2-40B4-BE49-F238E27FC236}">
                <a16:creationId xmlns:a16="http://schemas.microsoft.com/office/drawing/2014/main" id="{FE726259-55E1-9D45-76C3-1134CC17AB8D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8433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E5601D52-E6AF-66A1-504E-3BC8909770D7}"/>
              </a:ext>
            </a:extLst>
          </p:cNvPr>
          <p:cNvGrpSpPr/>
          <p:nvPr/>
        </p:nvGrpSpPr>
        <p:grpSpPr>
          <a:xfrm>
            <a:off x="-8848995" y="1725160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75336B0E-1136-99E9-6AF1-33052E39A03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F947459C-2F38-24FF-C2AD-6C25FE41B27B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Valori correnti di posizione, costo e velocità utilizzati per: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gestire le collisioni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visualizzare lo spostamento progressivo delle particelle</a:t>
              </a: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6E2BE338-4625-B964-3E56-7EBE3979F8CA}"/>
              </a:ext>
            </a:extLst>
          </p:cNvPr>
          <p:cNvGrpSpPr/>
          <p:nvPr/>
        </p:nvGrpSpPr>
        <p:grpSpPr>
          <a:xfrm>
            <a:off x="-9407623" y="1725159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466A52C7-ACE0-9594-198C-D004D22590BD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A271B13-3931-ACB8-EA6F-27F5B7AFB716}"/>
                </a:ext>
              </a:extLst>
            </p:cNvPr>
            <p:cNvSpPr txBox="1"/>
            <p:nvPr/>
          </p:nvSpPr>
          <p:spPr>
            <a:xfrm>
              <a:off x="84093" y="212321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Creazione della flotta: 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numero di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opzioni della flotta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posizione iniziale delle particelle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dimensioni e limiti della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f.o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.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540F6F0D-0A5E-C4EF-5008-10B42C8539EF}"/>
              </a:ext>
            </a:extLst>
          </p:cNvPr>
          <p:cNvGrpSpPr/>
          <p:nvPr/>
        </p:nvGrpSpPr>
        <p:grpSpPr>
          <a:xfrm>
            <a:off x="-1438103" y="1725159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64A58B23-8D74-AF69-E58C-49112F36754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E5E88DA-2E35-8BB4-36C4-3B5D45E80458}"/>
                </a:ext>
              </a:extLst>
            </p:cNvPr>
            <p:cNvSpPr txBox="1"/>
            <p:nvPr/>
          </p:nvSpPr>
          <p:spPr>
            <a:xfrm>
              <a:off x="84093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Funzione obiettivo: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Rastrigin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permette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di simulare un ambiente testando così le prestazioni dell’algoritmo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9" name="Immagine 8">
            <a:extLst>
              <a:ext uri="{FF2B5EF4-FFF2-40B4-BE49-F238E27FC236}">
                <a16:creationId xmlns:a16="http://schemas.microsoft.com/office/drawing/2014/main" id="{8FB84E9F-6BC7-53AC-ABB8-9E00A050135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23492" y="1396038"/>
            <a:ext cx="5057979" cy="3085563"/>
          </a:xfrm>
          <a:prstGeom prst="rect">
            <a:avLst/>
          </a:prstGeom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3A5206DF-CC21-AE92-CD02-948F9FD54D5D}"/>
              </a:ext>
            </a:extLst>
          </p:cNvPr>
          <p:cNvGrpSpPr/>
          <p:nvPr/>
        </p:nvGrpSpPr>
        <p:grpSpPr>
          <a:xfrm>
            <a:off x="-8885241" y="1725157"/>
            <a:ext cx="8601333" cy="2406265"/>
            <a:chOff x="-1438101" y="1725162"/>
            <a:chExt cx="8601333" cy="2406265"/>
          </a:xfrm>
        </p:grpSpPr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41CD688A-C12D-3235-631D-27E9731DBC1A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FDA80AAD-98FF-D14E-315B-0724CCADEA12}"/>
                </a:ext>
              </a:extLst>
            </p:cNvPr>
            <p:cNvSpPr txBox="1"/>
            <p:nvPr/>
          </p:nvSpPr>
          <p:spPr>
            <a:xfrm>
              <a:off x="84094" y="2574351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Implementazione delle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avoidance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14" name="Immagine 13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C7736C54-2284-5C4F-2F39-839354CE319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7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7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C6BDF8-E40D-B8A4-CBBE-73950F506EA3}"/>
              </a:ext>
            </a:extLst>
          </p:cNvPr>
          <p:cNvSpPr txBox="1"/>
          <p:nvPr/>
        </p:nvSpPr>
        <p:spPr>
          <a:xfrm>
            <a:off x="4606834" y="2677211"/>
            <a:ext cx="2638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4A545E"/>
                </a:solidFill>
                <a:latin typeface="MADE INFINITY Beside Personal U" pitchFamily="50" charset="0"/>
              </a:rPr>
              <a:t>SIMULAZIONE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C34FBD1-9DD1-6A5F-94CD-D7C5EFD76A32}"/>
              </a:ext>
            </a:extLst>
          </p:cNvPr>
          <p:cNvGrpSpPr/>
          <p:nvPr/>
        </p:nvGrpSpPr>
        <p:grpSpPr>
          <a:xfrm>
            <a:off x="-8919182" y="1725159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4E6F714A-A420-6EE8-DFA5-2DB65B63D772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356D983-B078-3F68-7C81-425B8B1B6338}"/>
                </a:ext>
              </a:extLst>
            </p:cNvPr>
            <p:cNvSpPr txBox="1"/>
            <p:nvPr/>
          </p:nvSpPr>
          <p:spPr>
            <a:xfrm>
              <a:off x="84093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Funzione obiettivo: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Rastrigin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permette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di simulare un ambiente testando così le prestazioni dell’algoritmo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CDC0E236-AD16-D558-0EDA-0FA3679C8E42}"/>
              </a:ext>
            </a:extLst>
          </p:cNvPr>
          <p:cNvGrpSpPr/>
          <p:nvPr/>
        </p:nvGrpSpPr>
        <p:grpSpPr>
          <a:xfrm>
            <a:off x="-9161629" y="1725159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2CFEEC73-F87F-6F87-5B97-0F3E5B3AF58C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080AC04F-0783-8882-B4FC-BB494CAA201E}"/>
                </a:ext>
              </a:extLst>
            </p:cNvPr>
            <p:cNvSpPr txBox="1"/>
            <p:nvPr/>
          </p:nvSpPr>
          <p:spPr>
            <a:xfrm>
              <a:off x="84094" y="2574351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Implementazione delle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avoidance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9" name="Immagine 8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10129132-3338-5DEB-6EC0-0789F23CA7E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93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C29DE7AD-2205-B9DC-7A59-3EF0383D9D37}"/>
              </a:ext>
            </a:extLst>
          </p:cNvPr>
          <p:cNvGrpSpPr/>
          <p:nvPr/>
        </p:nvGrpSpPr>
        <p:grpSpPr>
          <a:xfrm>
            <a:off x="-9278339" y="1725158"/>
            <a:ext cx="8601333" cy="2406265"/>
            <a:chOff x="-1438101" y="1725162"/>
            <a:chExt cx="8601333" cy="2406265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200DD066-5ABD-4631-56C5-FAF73EB5406C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DE57EA78-420F-AD73-854B-DF21EBEDAB13}"/>
                </a:ext>
              </a:extLst>
            </p:cNvPr>
            <p:cNvSpPr txBox="1"/>
            <p:nvPr/>
          </p:nvSpPr>
          <p:spPr>
            <a:xfrm>
              <a:off x="84093" y="2420462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Funzione obiettivo: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Rastrigin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, permette 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di simulare un ambiente testando così le prestazioni dell’algoritmo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540F6F0D-0A5E-C4EF-5008-10B42C8539EF}"/>
              </a:ext>
            </a:extLst>
          </p:cNvPr>
          <p:cNvGrpSpPr/>
          <p:nvPr/>
        </p:nvGrpSpPr>
        <p:grpSpPr>
          <a:xfrm>
            <a:off x="-1438103" y="1725159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64A58B23-8D74-AF69-E58C-49112F36754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E5E88DA-2E35-8BB4-36C4-3B5D45E80458}"/>
                </a:ext>
              </a:extLst>
            </p:cNvPr>
            <p:cNvSpPr txBox="1"/>
            <p:nvPr/>
          </p:nvSpPr>
          <p:spPr>
            <a:xfrm>
              <a:off x="84094" y="2574351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Implementazione delle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avoidance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8C15A083-FC45-0D0E-B0F1-82ED28CDA0DF}"/>
              </a:ext>
            </a:extLst>
          </p:cNvPr>
          <p:cNvGrpSpPr/>
          <p:nvPr/>
        </p:nvGrpSpPr>
        <p:grpSpPr>
          <a:xfrm>
            <a:off x="-8897790" y="1725156"/>
            <a:ext cx="8601333" cy="2406265"/>
            <a:chOff x="-1438101" y="1725162"/>
            <a:chExt cx="8601333" cy="2406265"/>
          </a:xfrm>
        </p:grpSpPr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53B23236-9993-F1E9-9B72-4DAB60C6EB8D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3FDAC80C-2E15-B13C-AB26-849C644D6A07}"/>
                </a:ext>
              </a:extLst>
            </p:cNvPr>
            <p:cNvSpPr txBox="1"/>
            <p:nvPr/>
          </p:nvSpPr>
          <p:spPr>
            <a:xfrm>
              <a:off x="84094" y="1958798"/>
              <a:ext cx="571132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Si utilizza una struttura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drone_ostacolo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per memorizzare le collisioni tra l’i-esimo drone ed il j-esimo ostacolo.</a:t>
              </a:r>
            </a:p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Inoltre, si verifica il piano libero confrontando l’altezza dell’ostacolo con quella del piano libero</a:t>
              </a:r>
            </a:p>
          </p:txBody>
        </p:sp>
      </p:grpSp>
      <p:pic>
        <p:nvPicPr>
          <p:cNvPr id="26" name="Immagine 25">
            <a:extLst>
              <a:ext uri="{FF2B5EF4-FFF2-40B4-BE49-F238E27FC236}">
                <a16:creationId xmlns:a16="http://schemas.microsoft.com/office/drawing/2014/main" id="{36BF42E6-6737-228C-ED18-94D2BACD270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94511" y="744256"/>
            <a:ext cx="5852172" cy="4389129"/>
          </a:xfrm>
          <a:prstGeom prst="rect">
            <a:avLst/>
          </a:prstGeom>
        </p:spPr>
      </p:pic>
      <p:pic>
        <p:nvPicPr>
          <p:cNvPr id="2" name="Immagine 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D6013852-8076-89BB-A2F8-EB309F3447A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4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BE20AF73-AEC2-C5DB-788A-9AFBBB13CEB6}"/>
              </a:ext>
            </a:extLst>
          </p:cNvPr>
          <p:cNvGrpSpPr/>
          <p:nvPr/>
        </p:nvGrpSpPr>
        <p:grpSpPr>
          <a:xfrm>
            <a:off x="-1438103" y="1735688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90C84EEC-4EDF-1666-DE94-8B90A0F6EC21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324D2F10-8FC5-2666-E8EE-526ABE06EBEE}"/>
                </a:ext>
              </a:extLst>
            </p:cNvPr>
            <p:cNvSpPr txBox="1"/>
            <p:nvPr/>
          </p:nvSpPr>
          <p:spPr>
            <a:xfrm>
              <a:off x="84094" y="1958798"/>
              <a:ext cx="571132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Si utilizza una struttura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drone_ostacolo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per memorizzare le collisioni tra l’i-esimo drone ed il j-esimo ostacolo.</a:t>
              </a:r>
            </a:p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Inoltre, si verifica il piano libero confrontando l’altezza dell’ostacolo con quella del piano libero</a:t>
              </a:r>
            </a:p>
          </p:txBody>
        </p:sp>
      </p:grpSp>
      <p:pic>
        <p:nvPicPr>
          <p:cNvPr id="9" name="Immagine 8">
            <a:extLst>
              <a:ext uri="{FF2B5EF4-FFF2-40B4-BE49-F238E27FC236}">
                <a16:creationId xmlns:a16="http://schemas.microsoft.com/office/drawing/2014/main" id="{E1077972-ED98-5DBD-5F44-05C0DB8F751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744256"/>
            <a:ext cx="5852172" cy="4389129"/>
          </a:xfrm>
          <a:prstGeom prst="rect">
            <a:avLst/>
          </a:prstGeom>
        </p:spPr>
      </p:pic>
      <p:grpSp>
        <p:nvGrpSpPr>
          <p:cNvPr id="14" name="Gruppo 13">
            <a:extLst>
              <a:ext uri="{FF2B5EF4-FFF2-40B4-BE49-F238E27FC236}">
                <a16:creationId xmlns:a16="http://schemas.microsoft.com/office/drawing/2014/main" id="{3BF7F4FD-FD81-42BD-D613-EACE4E0B97DB}"/>
              </a:ext>
            </a:extLst>
          </p:cNvPr>
          <p:cNvGrpSpPr/>
          <p:nvPr/>
        </p:nvGrpSpPr>
        <p:grpSpPr>
          <a:xfrm>
            <a:off x="-9067606" y="1725161"/>
            <a:ext cx="8601333" cy="2406265"/>
            <a:chOff x="-1438101" y="1725162"/>
            <a:chExt cx="8601333" cy="2406265"/>
          </a:xfrm>
        </p:grpSpPr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D36CB530-E541-2CA5-513D-8A9432FAD226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FBF60878-C599-7A0F-6AD5-E87C3AFEC178}"/>
                </a:ext>
              </a:extLst>
            </p:cNvPr>
            <p:cNvSpPr txBox="1"/>
            <p:nvPr/>
          </p:nvSpPr>
          <p:spPr>
            <a:xfrm>
              <a:off x="84093" y="1815435"/>
              <a:ext cx="5711329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evitare le collisioni si seguono i passaggi: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sposta il generico drone nel piano libero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modifica la x e y del drone (sommandoli alla distanza euclidea) per superare l’ostacolo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riporta il drone nel piano originale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94D7849-1114-2D58-D8EB-FBF77F6D4953}"/>
              </a:ext>
            </a:extLst>
          </p:cNvPr>
          <p:cNvGrpSpPr/>
          <p:nvPr/>
        </p:nvGrpSpPr>
        <p:grpSpPr>
          <a:xfrm>
            <a:off x="-9067605" y="1725159"/>
            <a:ext cx="8601333" cy="2406265"/>
            <a:chOff x="-1438101" y="1725162"/>
            <a:chExt cx="8601333" cy="2406265"/>
          </a:xfrm>
        </p:grpSpPr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A3861F5A-034C-E27F-9B84-FB93E4FB6997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E318832B-7C34-E11E-D61C-9542898A323B}"/>
                </a:ext>
              </a:extLst>
            </p:cNvPr>
            <p:cNvSpPr txBox="1"/>
            <p:nvPr/>
          </p:nvSpPr>
          <p:spPr>
            <a:xfrm>
              <a:off x="84094" y="2574351"/>
              <a:ext cx="571132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Implementazione delle tecniche di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collision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avoidance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4" name="Immagine 3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9D9AFE0B-905D-36B3-9EEB-14F132DCB82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40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60C7984E-9320-14DD-1122-38F1DD9B1AA6}"/>
              </a:ext>
            </a:extLst>
          </p:cNvPr>
          <p:cNvGrpSpPr/>
          <p:nvPr/>
        </p:nvGrpSpPr>
        <p:grpSpPr>
          <a:xfrm>
            <a:off x="-8944764" y="1725160"/>
            <a:ext cx="8601333" cy="2406265"/>
            <a:chOff x="-1438101" y="1725162"/>
            <a:chExt cx="8601333" cy="2406265"/>
          </a:xfrm>
        </p:grpSpPr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370AEFAD-D4E4-64C5-62ED-3386F408CCC8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B52DA432-FFA2-2C3C-A45E-5DBA5F5D1CB6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Durante l’intero processo di gestione delle collisioni l’algoritmo di PSO è in stand-by così da evitare le collisioni tra droni posti su piani differenti. Gestite le collisioni, ricomincia nuovamente il normale algoritmo di PSO.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0EC43952-E79D-F06E-018B-3D60562044EC}"/>
              </a:ext>
            </a:extLst>
          </p:cNvPr>
          <p:cNvGrpSpPr/>
          <p:nvPr/>
        </p:nvGrpSpPr>
        <p:grpSpPr>
          <a:xfrm>
            <a:off x="-9124357" y="1735688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384B65D2-54DC-DA87-9F74-FC2A85531387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0DB2B24B-E99A-1847-1BC0-A4A4A8B334D8}"/>
                </a:ext>
              </a:extLst>
            </p:cNvPr>
            <p:cNvSpPr txBox="1"/>
            <p:nvPr/>
          </p:nvSpPr>
          <p:spPr>
            <a:xfrm>
              <a:off x="84094" y="1958798"/>
              <a:ext cx="571132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Si utilizza una struttura </a:t>
              </a:r>
              <a:r>
                <a:rPr lang="it-IT" sz="2000" dirty="0" err="1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drone_ostacolo</a:t>
              </a:r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 per memorizzare le collisioni tra l’i-esimo drone ed il j-esimo ostacolo.</a:t>
              </a:r>
            </a:p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  <a:ea typeface="Cambria Math" panose="02040503050406030204" pitchFamily="18" charset="0"/>
                </a:rPr>
                <a:t>Inoltre, si verifica il piano libero confrontando l’altezza dell’ostacolo con quella del piano libero</a:t>
              </a:r>
            </a:p>
          </p:txBody>
        </p:sp>
      </p:grp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18A2643A-B021-F28D-5FDA-A38BB363991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5420" y="652819"/>
            <a:ext cx="6096000" cy="45720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4DE01E1-0DFB-A4FD-95F8-CC93BC9A8E2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12902" y="744256"/>
            <a:ext cx="5852172" cy="438912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6BA74BC-3BA1-6CFC-1DB4-D4B9C7DE01B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53461" y="744254"/>
            <a:ext cx="5852172" cy="4389129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5956CEA0-7F9A-5F41-B725-2BAE47945B33}"/>
              </a:ext>
            </a:extLst>
          </p:cNvPr>
          <p:cNvGrpSpPr/>
          <p:nvPr/>
        </p:nvGrpSpPr>
        <p:grpSpPr>
          <a:xfrm>
            <a:off x="-1438102" y="1725161"/>
            <a:ext cx="8601333" cy="2406265"/>
            <a:chOff x="-1438101" y="1725162"/>
            <a:chExt cx="8601333" cy="2406265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F4BFF0F7-02A1-B80D-0A08-E77A5BBAEAC6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8E83C817-ED4D-482D-AFF6-B54E4FB1334E}"/>
                </a:ext>
              </a:extLst>
            </p:cNvPr>
            <p:cNvSpPr txBox="1"/>
            <p:nvPr/>
          </p:nvSpPr>
          <p:spPr>
            <a:xfrm>
              <a:off x="84093" y="1815435"/>
              <a:ext cx="5711329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evitare le collisioni si seguono i passaggi: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sposta il generico drone nel piano libero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modifica la x e y del drone (sommandoli alla distanza euclidea) per superare l’ostacolo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riporta il drone nel piano originale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4" name="Immagine 3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C5805631-5AE5-508F-F8D8-9A523A71D2B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0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o 25">
            <a:extLst>
              <a:ext uri="{FF2B5EF4-FFF2-40B4-BE49-F238E27FC236}">
                <a16:creationId xmlns:a16="http://schemas.microsoft.com/office/drawing/2014/main" id="{90F216FA-846E-F1FF-D821-7969B878D50C}"/>
              </a:ext>
            </a:extLst>
          </p:cNvPr>
          <p:cNvGrpSpPr/>
          <p:nvPr/>
        </p:nvGrpSpPr>
        <p:grpSpPr>
          <a:xfrm>
            <a:off x="-9001516" y="1725158"/>
            <a:ext cx="8601333" cy="2406265"/>
            <a:chOff x="-1438101" y="1725162"/>
            <a:chExt cx="8601333" cy="2406265"/>
          </a:xfrm>
        </p:grpSpPr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7EFC7E19-4E2B-F84D-3C27-439292CC0CF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F17561A0-675B-912C-219F-2D1AE819245F}"/>
                </a:ext>
              </a:extLst>
            </p:cNvPr>
            <p:cNvSpPr txBox="1"/>
            <p:nvPr/>
          </p:nvSpPr>
          <p:spPr>
            <a:xfrm>
              <a:off x="84094" y="1969326"/>
              <a:ext cx="571132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ciascuna iterazione è stato valutato il costo migliore per verificare il corretto funzionamento dell’algoritmo.</a:t>
              </a:r>
            </a:p>
            <a:p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Confrontiamo il costo nel caso: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Senza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A980DB36-ABFC-91D4-1877-21B51443ACEF}"/>
              </a:ext>
            </a:extLst>
          </p:cNvPr>
          <p:cNvGrpSpPr/>
          <p:nvPr/>
        </p:nvGrpSpPr>
        <p:grpSpPr>
          <a:xfrm>
            <a:off x="-9001516" y="1725159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425E7B72-591F-AC4A-1B67-DF849B1E0F5B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EB126FAA-810F-FC5C-30CA-BAE92D41B0A2}"/>
                </a:ext>
              </a:extLst>
            </p:cNvPr>
            <p:cNvSpPr txBox="1"/>
            <p:nvPr/>
          </p:nvSpPr>
          <p:spPr>
            <a:xfrm>
              <a:off x="84093" y="1815435"/>
              <a:ext cx="5711329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evitare le collisioni si seguono i passaggi: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sposta il generico drone nel piano libero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modifica la x e y del drone (sommandoli alla distanza euclidea) per superare l’ostacolo</a:t>
              </a: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Si riporta il drone nel piano originale</a:t>
              </a:r>
              <a:endParaRPr lang="it-IT" sz="2000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12E0A230-F752-580D-8A55-E26E633F07D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744254"/>
            <a:ext cx="5852172" cy="4389129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3506D0E3-A8B0-E69B-6AF8-64959282B05C}"/>
              </a:ext>
            </a:extLst>
          </p:cNvPr>
          <p:cNvGrpSpPr/>
          <p:nvPr/>
        </p:nvGrpSpPr>
        <p:grpSpPr>
          <a:xfrm>
            <a:off x="13730580" y="-166043"/>
            <a:ext cx="5236222" cy="7109104"/>
            <a:chOff x="7163230" y="-166043"/>
            <a:chExt cx="5236222" cy="7109104"/>
          </a:xfrm>
        </p:grpSpPr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1DBFBE3C-1818-47CD-45FD-428969C47E9C}"/>
                </a:ext>
              </a:extLst>
            </p:cNvPr>
            <p:cNvGrpSpPr/>
            <p:nvPr/>
          </p:nvGrpSpPr>
          <p:grpSpPr>
            <a:xfrm>
              <a:off x="7163230" y="-166043"/>
              <a:ext cx="5236222" cy="3743899"/>
              <a:chOff x="7163230" y="-166043"/>
              <a:chExt cx="5236222" cy="3743899"/>
            </a:xfrm>
          </p:grpSpPr>
          <p:pic>
            <p:nvPicPr>
              <p:cNvPr id="18" name="Immagine 17">
                <a:extLst>
                  <a:ext uri="{FF2B5EF4-FFF2-40B4-BE49-F238E27FC236}">
                    <a16:creationId xmlns:a16="http://schemas.microsoft.com/office/drawing/2014/main" id="{69D3BAA6-407E-653E-688F-AB2B01DE0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230" y="-166043"/>
                <a:ext cx="5236222" cy="3743899"/>
              </a:xfrm>
              <a:prstGeom prst="rect">
                <a:avLst/>
              </a:prstGeom>
            </p:spPr>
          </p:pic>
          <p:grpSp>
            <p:nvGrpSpPr>
              <p:cNvPr id="19" name="Gruppo 18">
                <a:extLst>
                  <a:ext uri="{FF2B5EF4-FFF2-40B4-BE49-F238E27FC236}">
                    <a16:creationId xmlns:a16="http://schemas.microsoft.com/office/drawing/2014/main" id="{BB4A4E12-32DE-5CBC-8D16-4DE1666D8840}"/>
                  </a:ext>
                </a:extLst>
              </p:cNvPr>
              <p:cNvGrpSpPr/>
              <p:nvPr/>
            </p:nvGrpSpPr>
            <p:grpSpPr>
              <a:xfrm>
                <a:off x="11517406" y="478254"/>
                <a:ext cx="338403" cy="369332"/>
                <a:chOff x="11517406" y="478254"/>
                <a:chExt cx="338403" cy="369332"/>
              </a:xfrm>
            </p:grpSpPr>
            <p:sp>
              <p:nvSpPr>
                <p:cNvPr id="24" name="Esagono 23">
                  <a:extLst>
                    <a:ext uri="{FF2B5EF4-FFF2-40B4-BE49-F238E27FC236}">
                      <a16:creationId xmlns:a16="http://schemas.microsoft.com/office/drawing/2014/main" id="{16A9F28F-4BF1-A97B-47B0-F3EEC9003417}"/>
                    </a:ext>
                  </a:extLst>
                </p:cNvPr>
                <p:cNvSpPr/>
                <p:nvPr/>
              </p:nvSpPr>
              <p:spPr>
                <a:xfrm rot="16200000">
                  <a:off x="11501249" y="508279"/>
                  <a:ext cx="341596" cy="309282"/>
                </a:xfrm>
                <a:prstGeom prst="hexagon">
                  <a:avLst/>
                </a:prstGeom>
                <a:solidFill>
                  <a:srgbClr val="495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25" name="CasellaDiTesto 24">
                  <a:extLst>
                    <a:ext uri="{FF2B5EF4-FFF2-40B4-BE49-F238E27FC236}">
                      <a16:creationId xmlns:a16="http://schemas.microsoft.com/office/drawing/2014/main" id="{C03CB667-DB50-2035-A5A7-2ADCDD8ECC58}"/>
                    </a:ext>
                  </a:extLst>
                </p:cNvPr>
                <p:cNvSpPr txBox="1"/>
                <p:nvPr/>
              </p:nvSpPr>
              <p:spPr>
                <a:xfrm>
                  <a:off x="11546527" y="478254"/>
                  <a:ext cx="3092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>
                      <a:solidFill>
                        <a:srgbClr val="C9DBE5"/>
                      </a:solidFill>
                      <a:latin typeface="MADE INFINITY Personal Use" pitchFamily="50" charset="0"/>
                    </a:rPr>
                    <a:t>1</a:t>
                  </a:r>
                </a:p>
              </p:txBody>
            </p:sp>
          </p:grp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D46A16A9-EE22-8B97-76C6-A92A49450579}"/>
                </a:ext>
              </a:extLst>
            </p:cNvPr>
            <p:cNvGrpSpPr/>
            <p:nvPr/>
          </p:nvGrpSpPr>
          <p:grpSpPr>
            <a:xfrm>
              <a:off x="7163230" y="3199162"/>
              <a:ext cx="5236222" cy="3743899"/>
              <a:chOff x="7163230" y="3199162"/>
              <a:chExt cx="5236222" cy="3743899"/>
            </a:xfrm>
          </p:grpSpPr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3E01C4E8-28AF-5981-CA82-E9EE5FAF8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230" y="3199162"/>
                <a:ext cx="5236222" cy="3743899"/>
              </a:xfrm>
              <a:prstGeom prst="rect">
                <a:avLst/>
              </a:prstGeom>
            </p:spPr>
          </p:pic>
          <p:grpSp>
            <p:nvGrpSpPr>
              <p:cNvPr id="13" name="Gruppo 12">
                <a:extLst>
                  <a:ext uri="{FF2B5EF4-FFF2-40B4-BE49-F238E27FC236}">
                    <a16:creationId xmlns:a16="http://schemas.microsoft.com/office/drawing/2014/main" id="{FBA37214-3F62-23F0-4F16-56682E080C67}"/>
                  </a:ext>
                </a:extLst>
              </p:cNvPr>
              <p:cNvGrpSpPr/>
              <p:nvPr/>
            </p:nvGrpSpPr>
            <p:grpSpPr>
              <a:xfrm>
                <a:off x="11517406" y="3852821"/>
                <a:ext cx="309282" cy="369332"/>
                <a:chOff x="11517406" y="478254"/>
                <a:chExt cx="309282" cy="369332"/>
              </a:xfrm>
            </p:grpSpPr>
            <p:sp>
              <p:nvSpPr>
                <p:cNvPr id="14" name="Esagono 13">
                  <a:extLst>
                    <a:ext uri="{FF2B5EF4-FFF2-40B4-BE49-F238E27FC236}">
                      <a16:creationId xmlns:a16="http://schemas.microsoft.com/office/drawing/2014/main" id="{AD250795-BB4D-EB47-7758-D0E4AFF8D1CB}"/>
                    </a:ext>
                  </a:extLst>
                </p:cNvPr>
                <p:cNvSpPr/>
                <p:nvPr/>
              </p:nvSpPr>
              <p:spPr>
                <a:xfrm rot="16200000">
                  <a:off x="11501249" y="508279"/>
                  <a:ext cx="341596" cy="309282"/>
                </a:xfrm>
                <a:prstGeom prst="hexagon">
                  <a:avLst/>
                </a:prstGeom>
                <a:solidFill>
                  <a:srgbClr val="495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17" name="CasellaDiTesto 16">
                  <a:extLst>
                    <a:ext uri="{FF2B5EF4-FFF2-40B4-BE49-F238E27FC236}">
                      <a16:creationId xmlns:a16="http://schemas.microsoft.com/office/drawing/2014/main" id="{958DF9B8-3451-896A-D45E-0817C2605B29}"/>
                    </a:ext>
                  </a:extLst>
                </p:cNvPr>
                <p:cNvSpPr txBox="1"/>
                <p:nvPr/>
              </p:nvSpPr>
              <p:spPr>
                <a:xfrm>
                  <a:off x="11517406" y="478254"/>
                  <a:ext cx="3092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>
                      <a:solidFill>
                        <a:srgbClr val="C9DBE5"/>
                      </a:solidFill>
                      <a:latin typeface="MADE INFINITY Personal Use" pitchFamily="50" charset="0"/>
                    </a:rPr>
                    <a:t>2</a:t>
                  </a:r>
                </a:p>
              </p:txBody>
            </p:sp>
          </p:grp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218D9379-316A-C048-2ADF-D1290F362350}"/>
              </a:ext>
            </a:extLst>
          </p:cNvPr>
          <p:cNvGrpSpPr/>
          <p:nvPr/>
        </p:nvGrpSpPr>
        <p:grpSpPr>
          <a:xfrm>
            <a:off x="-1438102" y="1725160"/>
            <a:ext cx="8601333" cy="2406265"/>
            <a:chOff x="-1438101" y="1725162"/>
            <a:chExt cx="8601333" cy="2406265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D31FCC05-B1A3-8E1B-3718-D320165DBA0B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73B2369F-E979-1EF4-2C56-2C6B786A45B8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Durante l’intero processo di gestione delle collisioni l’algoritmo di PSO è in stand-by così da evitare le collisioni tra droni posti su piani differenti. Gestite le collisioni, ricomincia nuovamente il normale algoritmo di PSO.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2" name="Immagine 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65C90DD8-8E28-F1C0-42AF-8B3437B3713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80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218D9379-316A-C048-2ADF-D1290F362350}"/>
              </a:ext>
            </a:extLst>
          </p:cNvPr>
          <p:cNvGrpSpPr/>
          <p:nvPr/>
        </p:nvGrpSpPr>
        <p:grpSpPr>
          <a:xfrm>
            <a:off x="-8965953" y="1725160"/>
            <a:ext cx="8601333" cy="2406265"/>
            <a:chOff x="-1438101" y="1725162"/>
            <a:chExt cx="8601333" cy="2406265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D31FCC05-B1A3-8E1B-3718-D320165DBA0B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73B2369F-E979-1EF4-2C56-2C6B786A45B8}"/>
                </a:ext>
              </a:extLst>
            </p:cNvPr>
            <p:cNvSpPr txBox="1"/>
            <p:nvPr/>
          </p:nvSpPr>
          <p:spPr>
            <a:xfrm>
              <a:off x="84093" y="2112685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Durante l’intero processo di gestione delle collisioni l’algoritmo di PSO è in stand-by così da evitare le collisioni tra droni posti su piani differenti. Gestite le collisioni, ricomincia nuovamente il normale algoritmo di PSO.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22" name="Immagine 21">
            <a:extLst>
              <a:ext uri="{FF2B5EF4-FFF2-40B4-BE49-F238E27FC236}">
                <a16:creationId xmlns:a16="http://schemas.microsoft.com/office/drawing/2014/main" id="{12E0A230-F752-580D-8A55-E26E633F07D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75471" y="744254"/>
            <a:ext cx="5852172" cy="4389129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95DACE69-BBDF-2841-0D92-46E5BFB49E0E}"/>
              </a:ext>
            </a:extLst>
          </p:cNvPr>
          <p:cNvGrpSpPr/>
          <p:nvPr/>
        </p:nvGrpSpPr>
        <p:grpSpPr>
          <a:xfrm>
            <a:off x="-1438103" y="1725158"/>
            <a:ext cx="8601333" cy="2406265"/>
            <a:chOff x="-1438101" y="1725162"/>
            <a:chExt cx="8601333" cy="2406265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ED60188-945C-70F5-0B02-3352AED8AFB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1A8D84C1-4BD3-8F84-73D7-AECC1C3F1B73}"/>
                </a:ext>
              </a:extLst>
            </p:cNvPr>
            <p:cNvSpPr txBox="1"/>
            <p:nvPr/>
          </p:nvSpPr>
          <p:spPr>
            <a:xfrm>
              <a:off x="84094" y="1969326"/>
              <a:ext cx="571132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ciascuna iterazione è stato valutato il costo migliore per verificare il corretto funzionamento dell’algoritmo.</a:t>
              </a:r>
            </a:p>
            <a:p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Confrontiamo il costo nel caso: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Senza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EC7EE009-A701-87D1-0761-9A468EFCD297}"/>
              </a:ext>
            </a:extLst>
          </p:cNvPr>
          <p:cNvGrpSpPr/>
          <p:nvPr/>
        </p:nvGrpSpPr>
        <p:grpSpPr>
          <a:xfrm>
            <a:off x="7163230" y="-166043"/>
            <a:ext cx="5236222" cy="7109104"/>
            <a:chOff x="7163230" y="-166043"/>
            <a:chExt cx="5236222" cy="7109104"/>
          </a:xfrm>
        </p:grpSpPr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0D4285A4-27D7-332B-D8B7-2ED683953468}"/>
                </a:ext>
              </a:extLst>
            </p:cNvPr>
            <p:cNvGrpSpPr/>
            <p:nvPr/>
          </p:nvGrpSpPr>
          <p:grpSpPr>
            <a:xfrm>
              <a:off x="7163230" y="-166043"/>
              <a:ext cx="5236222" cy="3743899"/>
              <a:chOff x="7163230" y="-166043"/>
              <a:chExt cx="5236222" cy="3743899"/>
            </a:xfrm>
          </p:grpSpPr>
          <p:pic>
            <p:nvPicPr>
              <p:cNvPr id="18" name="Immagine 17">
                <a:extLst>
                  <a:ext uri="{FF2B5EF4-FFF2-40B4-BE49-F238E27FC236}">
                    <a16:creationId xmlns:a16="http://schemas.microsoft.com/office/drawing/2014/main" id="{5938E17D-5019-7C1A-5C23-429E68CBE0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230" y="-166043"/>
                <a:ext cx="5236222" cy="3743899"/>
              </a:xfrm>
              <a:prstGeom prst="rect">
                <a:avLst/>
              </a:prstGeom>
            </p:spPr>
          </p:pic>
          <p:grpSp>
            <p:nvGrpSpPr>
              <p:cNvPr id="29" name="Gruppo 28">
                <a:extLst>
                  <a:ext uri="{FF2B5EF4-FFF2-40B4-BE49-F238E27FC236}">
                    <a16:creationId xmlns:a16="http://schemas.microsoft.com/office/drawing/2014/main" id="{05A6A1FA-66AD-AD57-0C4F-EAEE058FA527}"/>
                  </a:ext>
                </a:extLst>
              </p:cNvPr>
              <p:cNvGrpSpPr/>
              <p:nvPr/>
            </p:nvGrpSpPr>
            <p:grpSpPr>
              <a:xfrm>
                <a:off x="11517406" y="478254"/>
                <a:ext cx="338403" cy="369332"/>
                <a:chOff x="11517406" y="478254"/>
                <a:chExt cx="338403" cy="369332"/>
              </a:xfrm>
            </p:grpSpPr>
            <p:sp>
              <p:nvSpPr>
                <p:cNvPr id="26" name="Esagono 25">
                  <a:extLst>
                    <a:ext uri="{FF2B5EF4-FFF2-40B4-BE49-F238E27FC236}">
                      <a16:creationId xmlns:a16="http://schemas.microsoft.com/office/drawing/2014/main" id="{891EC838-51BE-CCDC-87EC-C355166AA07E}"/>
                    </a:ext>
                  </a:extLst>
                </p:cNvPr>
                <p:cNvSpPr/>
                <p:nvPr/>
              </p:nvSpPr>
              <p:spPr>
                <a:xfrm rot="16200000">
                  <a:off x="11501249" y="508279"/>
                  <a:ext cx="341596" cy="309282"/>
                </a:xfrm>
                <a:prstGeom prst="hexagon">
                  <a:avLst/>
                </a:prstGeom>
                <a:solidFill>
                  <a:srgbClr val="495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28" name="CasellaDiTesto 27">
                  <a:extLst>
                    <a:ext uri="{FF2B5EF4-FFF2-40B4-BE49-F238E27FC236}">
                      <a16:creationId xmlns:a16="http://schemas.microsoft.com/office/drawing/2014/main" id="{CCF75366-D39C-B8D1-C269-E1CB3D807C0E}"/>
                    </a:ext>
                  </a:extLst>
                </p:cNvPr>
                <p:cNvSpPr txBox="1"/>
                <p:nvPr/>
              </p:nvSpPr>
              <p:spPr>
                <a:xfrm>
                  <a:off x="11546527" y="478254"/>
                  <a:ext cx="3092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>
                      <a:solidFill>
                        <a:srgbClr val="C9DBE5"/>
                      </a:solidFill>
                      <a:latin typeface="MADE INFINITY Personal Use" pitchFamily="50" charset="0"/>
                    </a:rPr>
                    <a:t>1</a:t>
                  </a:r>
                </a:p>
              </p:txBody>
            </p:sp>
          </p:grpSp>
        </p:grp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E7DAC348-53E8-4C7B-11C9-2DDA31B1F9AB}"/>
                </a:ext>
              </a:extLst>
            </p:cNvPr>
            <p:cNvGrpSpPr/>
            <p:nvPr/>
          </p:nvGrpSpPr>
          <p:grpSpPr>
            <a:xfrm>
              <a:off x="7163230" y="3199162"/>
              <a:ext cx="5236222" cy="3743899"/>
              <a:chOff x="7163230" y="3199162"/>
              <a:chExt cx="5236222" cy="3743899"/>
            </a:xfrm>
          </p:grpSpPr>
          <p:pic>
            <p:nvPicPr>
              <p:cNvPr id="20" name="Immagine 19">
                <a:extLst>
                  <a:ext uri="{FF2B5EF4-FFF2-40B4-BE49-F238E27FC236}">
                    <a16:creationId xmlns:a16="http://schemas.microsoft.com/office/drawing/2014/main" id="{08E95369-690E-DBFF-157E-A94FD10F3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230" y="3199162"/>
                <a:ext cx="5236222" cy="3743899"/>
              </a:xfrm>
              <a:prstGeom prst="rect">
                <a:avLst/>
              </a:prstGeom>
            </p:spPr>
          </p:pic>
          <p:grpSp>
            <p:nvGrpSpPr>
              <p:cNvPr id="30" name="Gruppo 29">
                <a:extLst>
                  <a:ext uri="{FF2B5EF4-FFF2-40B4-BE49-F238E27FC236}">
                    <a16:creationId xmlns:a16="http://schemas.microsoft.com/office/drawing/2014/main" id="{2B07E2DD-36D6-887D-CF26-33798CDBC6BD}"/>
                  </a:ext>
                </a:extLst>
              </p:cNvPr>
              <p:cNvGrpSpPr/>
              <p:nvPr/>
            </p:nvGrpSpPr>
            <p:grpSpPr>
              <a:xfrm>
                <a:off x="11517406" y="3852821"/>
                <a:ext cx="309282" cy="369332"/>
                <a:chOff x="11517406" y="478254"/>
                <a:chExt cx="309282" cy="369332"/>
              </a:xfrm>
            </p:grpSpPr>
            <p:sp>
              <p:nvSpPr>
                <p:cNvPr id="31" name="Esagono 30">
                  <a:extLst>
                    <a:ext uri="{FF2B5EF4-FFF2-40B4-BE49-F238E27FC236}">
                      <a16:creationId xmlns:a16="http://schemas.microsoft.com/office/drawing/2014/main" id="{4FDDC8FB-A753-ED71-681F-C5035F9D8936}"/>
                    </a:ext>
                  </a:extLst>
                </p:cNvPr>
                <p:cNvSpPr/>
                <p:nvPr/>
              </p:nvSpPr>
              <p:spPr>
                <a:xfrm rot="16200000">
                  <a:off x="11501249" y="508279"/>
                  <a:ext cx="341596" cy="309282"/>
                </a:xfrm>
                <a:prstGeom prst="hexagon">
                  <a:avLst/>
                </a:prstGeom>
                <a:solidFill>
                  <a:srgbClr val="495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F92861F1-6869-EE9E-A55A-2437FA6FFFD0}"/>
                    </a:ext>
                  </a:extLst>
                </p:cNvPr>
                <p:cNvSpPr txBox="1"/>
                <p:nvPr/>
              </p:nvSpPr>
              <p:spPr>
                <a:xfrm>
                  <a:off x="11517406" y="478254"/>
                  <a:ext cx="3092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>
                      <a:solidFill>
                        <a:srgbClr val="C9DBE5"/>
                      </a:solidFill>
                      <a:latin typeface="MADE INFINITY Personal Use" pitchFamily="50" charset="0"/>
                    </a:rPr>
                    <a:t>2</a:t>
                  </a:r>
                </a:p>
              </p:txBody>
            </p:sp>
          </p:grpSp>
        </p:grp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7E8A3A7C-4969-EA1E-EDC0-365E0D71A3D2}"/>
              </a:ext>
            </a:extLst>
          </p:cNvPr>
          <p:cNvGrpSpPr/>
          <p:nvPr/>
        </p:nvGrpSpPr>
        <p:grpSpPr>
          <a:xfrm>
            <a:off x="13125520" y="1020307"/>
            <a:ext cx="5204693" cy="3720715"/>
            <a:chOff x="6929381" y="1020307"/>
            <a:chExt cx="5204693" cy="3720715"/>
          </a:xfrm>
        </p:grpSpPr>
        <p:pic>
          <p:nvPicPr>
            <p:cNvPr id="40" name="Immagine 39" descr="Immagine che contiene testo, Carattere, schermata, nero&#10;&#10;Descrizione generata automaticamente">
              <a:extLst>
                <a:ext uri="{FF2B5EF4-FFF2-40B4-BE49-F238E27FC236}">
                  <a16:creationId xmlns:a16="http://schemas.microsoft.com/office/drawing/2014/main" id="{ACBC2C60-E536-4A3F-63D9-8FC986A42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3949" y="1020307"/>
              <a:ext cx="4752975" cy="704850"/>
            </a:xfrm>
            <a:prstGeom prst="rect">
              <a:avLst/>
            </a:prstGeom>
          </p:spPr>
        </p:pic>
        <p:pic>
          <p:nvPicPr>
            <p:cNvPr id="41" name="Immagine 40" descr="Immagine che contiene testo, Carattere, schermata, nero&#10;&#10;Descrizione generata automaticamente">
              <a:extLst>
                <a:ext uri="{FF2B5EF4-FFF2-40B4-BE49-F238E27FC236}">
                  <a16:creationId xmlns:a16="http://schemas.microsoft.com/office/drawing/2014/main" id="{82E1F2CD-3D95-DCEC-A7B7-CE65FA6D0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3949" y="4131422"/>
              <a:ext cx="4810125" cy="609600"/>
            </a:xfrm>
            <a:prstGeom prst="rect">
              <a:avLst/>
            </a:prstGeom>
          </p:spPr>
        </p:pic>
        <p:grpSp>
          <p:nvGrpSpPr>
            <p:cNvPr id="42" name="Gruppo 41">
              <a:extLst>
                <a:ext uri="{FF2B5EF4-FFF2-40B4-BE49-F238E27FC236}">
                  <a16:creationId xmlns:a16="http://schemas.microsoft.com/office/drawing/2014/main" id="{B53AFD7D-952C-CE04-6C0B-063C390E6A2C}"/>
                </a:ext>
              </a:extLst>
            </p:cNvPr>
            <p:cNvGrpSpPr/>
            <p:nvPr/>
          </p:nvGrpSpPr>
          <p:grpSpPr>
            <a:xfrm>
              <a:off x="6943942" y="1188066"/>
              <a:ext cx="338403" cy="369332"/>
              <a:chOff x="11517406" y="478254"/>
              <a:chExt cx="338403" cy="369332"/>
            </a:xfrm>
          </p:grpSpPr>
          <p:sp>
            <p:nvSpPr>
              <p:cNvPr id="46" name="Esagono 45">
                <a:extLst>
                  <a:ext uri="{FF2B5EF4-FFF2-40B4-BE49-F238E27FC236}">
                    <a16:creationId xmlns:a16="http://schemas.microsoft.com/office/drawing/2014/main" id="{915C01FE-8DBD-4E3F-9A3C-879CF1B4D038}"/>
                  </a:ext>
                </a:extLst>
              </p:cNvPr>
              <p:cNvSpPr/>
              <p:nvPr/>
            </p:nvSpPr>
            <p:spPr>
              <a:xfrm rot="16200000">
                <a:off x="11501249" y="508279"/>
                <a:ext cx="341596" cy="309282"/>
              </a:xfrm>
              <a:prstGeom prst="hexagon">
                <a:avLst/>
              </a:prstGeom>
              <a:solidFill>
                <a:srgbClr val="4953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C894AA45-77E5-0056-B508-EB7736FBA339}"/>
                  </a:ext>
                </a:extLst>
              </p:cNvPr>
              <p:cNvSpPr txBox="1"/>
              <p:nvPr/>
            </p:nvSpPr>
            <p:spPr>
              <a:xfrm>
                <a:off x="11546527" y="478254"/>
                <a:ext cx="309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C9DBE5"/>
                    </a:solidFill>
                    <a:latin typeface="MADE INFINITY Personal Use" pitchFamily="50" charset="0"/>
                  </a:rPr>
                  <a:t>1</a:t>
                </a:r>
              </a:p>
            </p:txBody>
          </p:sp>
        </p:grp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383F74AF-9E8D-9CDD-677C-6FE9A3D12C2C}"/>
                </a:ext>
              </a:extLst>
            </p:cNvPr>
            <p:cNvGrpSpPr/>
            <p:nvPr/>
          </p:nvGrpSpPr>
          <p:grpSpPr>
            <a:xfrm>
              <a:off x="6929381" y="4251555"/>
              <a:ext cx="309282" cy="369332"/>
              <a:chOff x="11517406" y="478253"/>
              <a:chExt cx="309282" cy="369332"/>
            </a:xfrm>
          </p:grpSpPr>
          <p:sp>
            <p:nvSpPr>
              <p:cNvPr id="44" name="Esagono 43">
                <a:extLst>
                  <a:ext uri="{FF2B5EF4-FFF2-40B4-BE49-F238E27FC236}">
                    <a16:creationId xmlns:a16="http://schemas.microsoft.com/office/drawing/2014/main" id="{DC17E9AB-C9B1-5790-5712-CEF40168C6F5}"/>
                  </a:ext>
                </a:extLst>
              </p:cNvPr>
              <p:cNvSpPr/>
              <p:nvPr/>
            </p:nvSpPr>
            <p:spPr>
              <a:xfrm rot="16200000">
                <a:off x="11501249" y="508279"/>
                <a:ext cx="341596" cy="309282"/>
              </a:xfrm>
              <a:prstGeom prst="hexagon">
                <a:avLst/>
              </a:prstGeom>
              <a:solidFill>
                <a:srgbClr val="4953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B54DAD88-B252-7631-6E82-63FE4F3393BF}"/>
                  </a:ext>
                </a:extLst>
              </p:cNvPr>
              <p:cNvSpPr txBox="1"/>
              <p:nvPr/>
            </p:nvSpPr>
            <p:spPr>
              <a:xfrm>
                <a:off x="11517406" y="478253"/>
                <a:ext cx="309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C9DBE5"/>
                    </a:solidFill>
                    <a:latin typeface="MADE INFINITY Personal Use" pitchFamily="50" charset="0"/>
                  </a:rPr>
                  <a:t>2</a:t>
                </a:r>
              </a:p>
            </p:txBody>
          </p:sp>
        </p:grp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2492B759-0CD3-2F1A-011D-A908F759225B}"/>
              </a:ext>
            </a:extLst>
          </p:cNvPr>
          <p:cNvGrpSpPr/>
          <p:nvPr/>
        </p:nvGrpSpPr>
        <p:grpSpPr>
          <a:xfrm>
            <a:off x="-8965954" y="1725157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82F075A2-BAA5-AF1C-561E-C87A49F41F57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996E30DC-5C7F-2A6D-3559-BE145640B128}"/>
                </a:ext>
              </a:extLst>
            </p:cNvPr>
            <p:cNvSpPr txBox="1"/>
            <p:nvPr/>
          </p:nvSpPr>
          <p:spPr>
            <a:xfrm>
              <a:off x="3" y="2112686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questa tecnica è stato possibile ridurre drasticamente il numero di collisioni come dimostrano i risultati ottenuti nei due casi:</a:t>
              </a:r>
            </a:p>
            <a:p>
              <a:pPr marL="457200" indent="-457200"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Senza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457200" indent="-457200"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5" name="Immagine 4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D8BBEAA-65BC-C8C1-5456-485DBFE0C3E9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50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12842410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95DACE69-BBDF-2841-0D92-46E5BFB49E0E}"/>
              </a:ext>
            </a:extLst>
          </p:cNvPr>
          <p:cNvGrpSpPr/>
          <p:nvPr/>
        </p:nvGrpSpPr>
        <p:grpSpPr>
          <a:xfrm>
            <a:off x="-8763935" y="1725158"/>
            <a:ext cx="8601333" cy="2406265"/>
            <a:chOff x="-1438101" y="1725162"/>
            <a:chExt cx="8601333" cy="2406265"/>
          </a:xfrm>
        </p:grpSpPr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ED60188-945C-70F5-0B02-3352AED8AFB3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1A8D84C1-4BD3-8F84-73D7-AECC1C3F1B73}"/>
                </a:ext>
              </a:extLst>
            </p:cNvPr>
            <p:cNvSpPr txBox="1"/>
            <p:nvPr/>
          </p:nvSpPr>
          <p:spPr>
            <a:xfrm>
              <a:off x="84094" y="1969326"/>
              <a:ext cx="571132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Personal Use" pitchFamily="50" charset="0"/>
                </a:rPr>
                <a:t>Per ciascuna iterazione è stato valutato il costo migliore per verificare il corretto funzionamento dell’algoritmo.</a:t>
              </a:r>
            </a:p>
            <a:p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Confrontiamo il costo nel caso: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Senza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EC7EE009-A701-87D1-0761-9A468EFCD297}"/>
              </a:ext>
            </a:extLst>
          </p:cNvPr>
          <p:cNvGrpSpPr/>
          <p:nvPr/>
        </p:nvGrpSpPr>
        <p:grpSpPr>
          <a:xfrm>
            <a:off x="13649091" y="-166043"/>
            <a:ext cx="5236222" cy="7109104"/>
            <a:chOff x="7163230" y="-166043"/>
            <a:chExt cx="5236222" cy="7109104"/>
          </a:xfrm>
        </p:grpSpPr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0D4285A4-27D7-332B-D8B7-2ED683953468}"/>
                </a:ext>
              </a:extLst>
            </p:cNvPr>
            <p:cNvGrpSpPr/>
            <p:nvPr/>
          </p:nvGrpSpPr>
          <p:grpSpPr>
            <a:xfrm>
              <a:off x="7163230" y="-166043"/>
              <a:ext cx="5236222" cy="3743899"/>
              <a:chOff x="7163230" y="-166043"/>
              <a:chExt cx="5236222" cy="3743899"/>
            </a:xfrm>
          </p:grpSpPr>
          <p:pic>
            <p:nvPicPr>
              <p:cNvPr id="18" name="Immagine 17">
                <a:extLst>
                  <a:ext uri="{FF2B5EF4-FFF2-40B4-BE49-F238E27FC236}">
                    <a16:creationId xmlns:a16="http://schemas.microsoft.com/office/drawing/2014/main" id="{5938E17D-5019-7C1A-5C23-429E68CBE0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230" y="-166043"/>
                <a:ext cx="5236222" cy="3743899"/>
              </a:xfrm>
              <a:prstGeom prst="rect">
                <a:avLst/>
              </a:prstGeom>
            </p:spPr>
          </p:pic>
          <p:grpSp>
            <p:nvGrpSpPr>
              <p:cNvPr id="29" name="Gruppo 28">
                <a:extLst>
                  <a:ext uri="{FF2B5EF4-FFF2-40B4-BE49-F238E27FC236}">
                    <a16:creationId xmlns:a16="http://schemas.microsoft.com/office/drawing/2014/main" id="{05A6A1FA-66AD-AD57-0C4F-EAEE058FA527}"/>
                  </a:ext>
                </a:extLst>
              </p:cNvPr>
              <p:cNvGrpSpPr/>
              <p:nvPr/>
            </p:nvGrpSpPr>
            <p:grpSpPr>
              <a:xfrm>
                <a:off x="11517406" y="478254"/>
                <a:ext cx="338403" cy="369332"/>
                <a:chOff x="11517406" y="478254"/>
                <a:chExt cx="338403" cy="369332"/>
              </a:xfrm>
            </p:grpSpPr>
            <p:sp>
              <p:nvSpPr>
                <p:cNvPr id="26" name="Esagono 25">
                  <a:extLst>
                    <a:ext uri="{FF2B5EF4-FFF2-40B4-BE49-F238E27FC236}">
                      <a16:creationId xmlns:a16="http://schemas.microsoft.com/office/drawing/2014/main" id="{891EC838-51BE-CCDC-87EC-C355166AA07E}"/>
                    </a:ext>
                  </a:extLst>
                </p:cNvPr>
                <p:cNvSpPr/>
                <p:nvPr/>
              </p:nvSpPr>
              <p:spPr>
                <a:xfrm rot="16200000">
                  <a:off x="11501249" y="508279"/>
                  <a:ext cx="341596" cy="309282"/>
                </a:xfrm>
                <a:prstGeom prst="hexagon">
                  <a:avLst/>
                </a:prstGeom>
                <a:solidFill>
                  <a:srgbClr val="495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28" name="CasellaDiTesto 27">
                  <a:extLst>
                    <a:ext uri="{FF2B5EF4-FFF2-40B4-BE49-F238E27FC236}">
                      <a16:creationId xmlns:a16="http://schemas.microsoft.com/office/drawing/2014/main" id="{CCF75366-D39C-B8D1-C269-E1CB3D807C0E}"/>
                    </a:ext>
                  </a:extLst>
                </p:cNvPr>
                <p:cNvSpPr txBox="1"/>
                <p:nvPr/>
              </p:nvSpPr>
              <p:spPr>
                <a:xfrm>
                  <a:off x="11546527" y="478254"/>
                  <a:ext cx="3092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>
                      <a:solidFill>
                        <a:srgbClr val="C9DBE5"/>
                      </a:solidFill>
                      <a:latin typeface="MADE INFINITY Personal Use" pitchFamily="50" charset="0"/>
                    </a:rPr>
                    <a:t>1</a:t>
                  </a:r>
                </a:p>
              </p:txBody>
            </p:sp>
          </p:grpSp>
        </p:grpSp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E7DAC348-53E8-4C7B-11C9-2DDA31B1F9AB}"/>
                </a:ext>
              </a:extLst>
            </p:cNvPr>
            <p:cNvGrpSpPr/>
            <p:nvPr/>
          </p:nvGrpSpPr>
          <p:grpSpPr>
            <a:xfrm>
              <a:off x="7163230" y="3199162"/>
              <a:ext cx="5236222" cy="3743899"/>
              <a:chOff x="7163230" y="3199162"/>
              <a:chExt cx="5236222" cy="3743899"/>
            </a:xfrm>
          </p:grpSpPr>
          <p:pic>
            <p:nvPicPr>
              <p:cNvPr id="20" name="Immagine 19">
                <a:extLst>
                  <a:ext uri="{FF2B5EF4-FFF2-40B4-BE49-F238E27FC236}">
                    <a16:creationId xmlns:a16="http://schemas.microsoft.com/office/drawing/2014/main" id="{08E95369-690E-DBFF-157E-A94FD10F3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230" y="3199162"/>
                <a:ext cx="5236222" cy="3743899"/>
              </a:xfrm>
              <a:prstGeom prst="rect">
                <a:avLst/>
              </a:prstGeom>
            </p:spPr>
          </p:pic>
          <p:grpSp>
            <p:nvGrpSpPr>
              <p:cNvPr id="30" name="Gruppo 29">
                <a:extLst>
                  <a:ext uri="{FF2B5EF4-FFF2-40B4-BE49-F238E27FC236}">
                    <a16:creationId xmlns:a16="http://schemas.microsoft.com/office/drawing/2014/main" id="{2B07E2DD-36D6-887D-CF26-33798CDBC6BD}"/>
                  </a:ext>
                </a:extLst>
              </p:cNvPr>
              <p:cNvGrpSpPr/>
              <p:nvPr/>
            </p:nvGrpSpPr>
            <p:grpSpPr>
              <a:xfrm>
                <a:off x="11517406" y="3852821"/>
                <a:ext cx="309282" cy="369332"/>
                <a:chOff x="11517406" y="478254"/>
                <a:chExt cx="309282" cy="369332"/>
              </a:xfrm>
            </p:grpSpPr>
            <p:sp>
              <p:nvSpPr>
                <p:cNvPr id="31" name="Esagono 30">
                  <a:extLst>
                    <a:ext uri="{FF2B5EF4-FFF2-40B4-BE49-F238E27FC236}">
                      <a16:creationId xmlns:a16="http://schemas.microsoft.com/office/drawing/2014/main" id="{4FDDC8FB-A753-ED71-681F-C5035F9D8936}"/>
                    </a:ext>
                  </a:extLst>
                </p:cNvPr>
                <p:cNvSpPr/>
                <p:nvPr/>
              </p:nvSpPr>
              <p:spPr>
                <a:xfrm rot="16200000">
                  <a:off x="11501249" y="508279"/>
                  <a:ext cx="341596" cy="309282"/>
                </a:xfrm>
                <a:prstGeom prst="hexagon">
                  <a:avLst/>
                </a:prstGeom>
                <a:solidFill>
                  <a:srgbClr val="49535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F92861F1-6869-EE9E-A55A-2437FA6FFFD0}"/>
                    </a:ext>
                  </a:extLst>
                </p:cNvPr>
                <p:cNvSpPr txBox="1"/>
                <p:nvPr/>
              </p:nvSpPr>
              <p:spPr>
                <a:xfrm>
                  <a:off x="11517406" y="478254"/>
                  <a:ext cx="3092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>
                      <a:solidFill>
                        <a:srgbClr val="C9DBE5"/>
                      </a:solidFill>
                      <a:latin typeface="MADE INFINITY Personal Use" pitchFamily="50" charset="0"/>
                    </a:rPr>
                    <a:t>2</a:t>
                  </a:r>
                </a:p>
              </p:txBody>
            </p:sp>
          </p:grpSp>
        </p:grp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40D9A242-DD80-01DD-49CB-C364F55317B7}"/>
              </a:ext>
            </a:extLst>
          </p:cNvPr>
          <p:cNvGrpSpPr/>
          <p:nvPr/>
        </p:nvGrpSpPr>
        <p:grpSpPr>
          <a:xfrm>
            <a:off x="-1438104" y="1725157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0D68089F-F2EF-C78F-4465-C2DA48ACA01E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24881A4-6A57-A703-C2D0-125CF28C636F}"/>
                </a:ext>
              </a:extLst>
            </p:cNvPr>
            <p:cNvSpPr txBox="1"/>
            <p:nvPr/>
          </p:nvSpPr>
          <p:spPr>
            <a:xfrm>
              <a:off x="3" y="2112686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questa tecnica è stato possibile ridurre drasticamente il numero di collisioni come dimostrano i risultati ottenuti nei due casi:</a:t>
              </a:r>
            </a:p>
            <a:p>
              <a:pPr marL="457200" indent="-457200"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Senza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457200" indent="-457200"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A0CFBE5D-87AD-7BC5-B5F8-3073F3C301B9}"/>
              </a:ext>
            </a:extLst>
          </p:cNvPr>
          <p:cNvGrpSpPr/>
          <p:nvPr/>
        </p:nvGrpSpPr>
        <p:grpSpPr>
          <a:xfrm>
            <a:off x="6929381" y="1020307"/>
            <a:ext cx="5204693" cy="3720715"/>
            <a:chOff x="6929381" y="1020307"/>
            <a:chExt cx="5204693" cy="3720715"/>
          </a:xfrm>
        </p:grpSpPr>
        <p:pic>
          <p:nvPicPr>
            <p:cNvPr id="9" name="Immagine 8" descr="Immagine che contiene testo, Carattere, schermata, nero&#10;&#10;Descrizione generata automaticamente">
              <a:extLst>
                <a:ext uri="{FF2B5EF4-FFF2-40B4-BE49-F238E27FC236}">
                  <a16:creationId xmlns:a16="http://schemas.microsoft.com/office/drawing/2014/main" id="{814E5440-242A-8A89-73F8-4D8DF22C3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3949" y="1020307"/>
              <a:ext cx="4752975" cy="704850"/>
            </a:xfrm>
            <a:prstGeom prst="rect">
              <a:avLst/>
            </a:prstGeom>
          </p:spPr>
        </p:pic>
        <p:pic>
          <p:nvPicPr>
            <p:cNvPr id="17" name="Immagine 16" descr="Immagine che contiene testo, Carattere, schermata, nero&#10;&#10;Descrizione generata automaticamente">
              <a:extLst>
                <a:ext uri="{FF2B5EF4-FFF2-40B4-BE49-F238E27FC236}">
                  <a16:creationId xmlns:a16="http://schemas.microsoft.com/office/drawing/2014/main" id="{2152ACF8-A523-41F4-046E-4FF944184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3949" y="4131422"/>
              <a:ext cx="4810125" cy="609600"/>
            </a:xfrm>
            <a:prstGeom prst="rect">
              <a:avLst/>
            </a:prstGeom>
          </p:spPr>
        </p:pic>
        <p:grpSp>
          <p:nvGrpSpPr>
            <p:cNvPr id="24" name="Gruppo 23">
              <a:extLst>
                <a:ext uri="{FF2B5EF4-FFF2-40B4-BE49-F238E27FC236}">
                  <a16:creationId xmlns:a16="http://schemas.microsoft.com/office/drawing/2014/main" id="{8500A955-07B9-D695-3F6A-B2D57F9D721F}"/>
                </a:ext>
              </a:extLst>
            </p:cNvPr>
            <p:cNvGrpSpPr/>
            <p:nvPr/>
          </p:nvGrpSpPr>
          <p:grpSpPr>
            <a:xfrm>
              <a:off x="6943942" y="1188066"/>
              <a:ext cx="338403" cy="369332"/>
              <a:chOff x="11517406" y="478254"/>
              <a:chExt cx="338403" cy="369332"/>
            </a:xfrm>
          </p:grpSpPr>
          <p:sp>
            <p:nvSpPr>
              <p:cNvPr id="21" name="Esagono 20">
                <a:extLst>
                  <a:ext uri="{FF2B5EF4-FFF2-40B4-BE49-F238E27FC236}">
                    <a16:creationId xmlns:a16="http://schemas.microsoft.com/office/drawing/2014/main" id="{6EA008EB-B019-5BAE-333C-AA5B1FD531EF}"/>
                  </a:ext>
                </a:extLst>
              </p:cNvPr>
              <p:cNvSpPr/>
              <p:nvPr/>
            </p:nvSpPr>
            <p:spPr>
              <a:xfrm rot="16200000">
                <a:off x="11501249" y="508279"/>
                <a:ext cx="341596" cy="309282"/>
              </a:xfrm>
              <a:prstGeom prst="hexagon">
                <a:avLst/>
              </a:prstGeom>
              <a:solidFill>
                <a:srgbClr val="4953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350FB4E-5BA4-1DC1-1FC6-56AEF7D00E0F}"/>
                  </a:ext>
                </a:extLst>
              </p:cNvPr>
              <p:cNvSpPr txBox="1"/>
              <p:nvPr/>
            </p:nvSpPr>
            <p:spPr>
              <a:xfrm>
                <a:off x="11546527" y="478254"/>
                <a:ext cx="309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C9DBE5"/>
                    </a:solidFill>
                    <a:latin typeface="MADE INFINITY Personal Use" pitchFamily="50" charset="0"/>
                  </a:rPr>
                  <a:t>1</a:t>
                </a:r>
              </a:p>
            </p:txBody>
          </p:sp>
        </p:grpSp>
        <p:grpSp>
          <p:nvGrpSpPr>
            <p:cNvPr id="25" name="Gruppo 24">
              <a:extLst>
                <a:ext uri="{FF2B5EF4-FFF2-40B4-BE49-F238E27FC236}">
                  <a16:creationId xmlns:a16="http://schemas.microsoft.com/office/drawing/2014/main" id="{4750BB19-2806-DA2E-B1ED-E549A7E7B6B9}"/>
                </a:ext>
              </a:extLst>
            </p:cNvPr>
            <p:cNvGrpSpPr/>
            <p:nvPr/>
          </p:nvGrpSpPr>
          <p:grpSpPr>
            <a:xfrm>
              <a:off x="6929381" y="4251555"/>
              <a:ext cx="309282" cy="369332"/>
              <a:chOff x="11517406" y="478253"/>
              <a:chExt cx="309282" cy="369332"/>
            </a:xfrm>
          </p:grpSpPr>
          <p:sp>
            <p:nvSpPr>
              <p:cNvPr id="27" name="Esagono 26">
                <a:extLst>
                  <a:ext uri="{FF2B5EF4-FFF2-40B4-BE49-F238E27FC236}">
                    <a16:creationId xmlns:a16="http://schemas.microsoft.com/office/drawing/2014/main" id="{0736CE3F-92C7-EE32-5ACF-869D25772B31}"/>
                  </a:ext>
                </a:extLst>
              </p:cNvPr>
              <p:cNvSpPr/>
              <p:nvPr/>
            </p:nvSpPr>
            <p:spPr>
              <a:xfrm rot="16200000">
                <a:off x="11501249" y="508279"/>
                <a:ext cx="341596" cy="309282"/>
              </a:xfrm>
              <a:prstGeom prst="hexagon">
                <a:avLst/>
              </a:prstGeom>
              <a:solidFill>
                <a:srgbClr val="4953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7519E0A4-E2B0-3E77-5EBF-EBC24AB1118B}"/>
                  </a:ext>
                </a:extLst>
              </p:cNvPr>
              <p:cNvSpPr txBox="1"/>
              <p:nvPr/>
            </p:nvSpPr>
            <p:spPr>
              <a:xfrm>
                <a:off x="11517406" y="478253"/>
                <a:ext cx="309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rgbClr val="C9DBE5"/>
                    </a:solidFill>
                    <a:latin typeface="MADE INFINITY Personal Use" pitchFamily="50" charset="0"/>
                  </a:rPr>
                  <a:t>2</a:t>
                </a:r>
              </a:p>
            </p:txBody>
          </p:sp>
        </p:grpSp>
      </p:grpSp>
      <p:sp>
        <p:nvSpPr>
          <p:cNvPr id="39" name="Figura a mano libera: forma 38">
            <a:extLst>
              <a:ext uri="{FF2B5EF4-FFF2-40B4-BE49-F238E27FC236}">
                <a16:creationId xmlns:a16="http://schemas.microsoft.com/office/drawing/2014/main" id="{CF8CD372-CA26-5234-1B9F-575341E0C1BF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9">
              <a:alphaModFix amt="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656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C6BDF8-E40D-B8A4-CBBE-73950F506EA3}"/>
              </a:ext>
            </a:extLst>
          </p:cNvPr>
          <p:cNvSpPr txBox="1"/>
          <p:nvPr/>
        </p:nvSpPr>
        <p:spPr>
          <a:xfrm>
            <a:off x="4432662" y="2677211"/>
            <a:ext cx="2812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4A545E"/>
                </a:solidFill>
                <a:latin typeface="MADE INFINITY Beside Personal U" pitchFamily="50" charset="0"/>
              </a:rPr>
              <a:t>CONCLUSIONE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F5814037-4993-2D16-609F-15C1FDB52F56}"/>
              </a:ext>
            </a:extLst>
          </p:cNvPr>
          <p:cNvGrpSpPr/>
          <p:nvPr/>
        </p:nvGrpSpPr>
        <p:grpSpPr>
          <a:xfrm>
            <a:off x="-9162878" y="1725159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A1F37C9E-DE3B-568C-D6CB-128D89A5AB59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0E5D38AE-5B12-1FB0-0640-D683561E6BB6}"/>
                </a:ext>
              </a:extLst>
            </p:cNvPr>
            <p:cNvSpPr txBox="1"/>
            <p:nvPr/>
          </p:nvSpPr>
          <p:spPr>
            <a:xfrm>
              <a:off x="84094" y="2430991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Beside Personal U" pitchFamily="50" charset="0"/>
                </a:rPr>
                <a:t>Nonostante la simulazione mostri un numero di collisioni pari a zero, ciò non avviene nella totalità delle simulazioni</a:t>
              </a:r>
              <a:endParaRPr lang="it-IT" sz="2000" dirty="0">
                <a:solidFill>
                  <a:srgbClr val="E9F0F7"/>
                </a:solidFill>
                <a:latin typeface="MADE INFINITY Beside Personal U" pitchFamily="50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2803E1D8-EE60-E768-5B08-2704EA79EABF}"/>
              </a:ext>
            </a:extLst>
          </p:cNvPr>
          <p:cNvGrpSpPr/>
          <p:nvPr/>
        </p:nvGrpSpPr>
        <p:grpSpPr>
          <a:xfrm>
            <a:off x="-9534354" y="1725157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80EE4999-BDFC-E6C6-89EC-FD9094A92EA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97DC74C6-66C0-88FD-8326-2FB7B12E64DE}"/>
                </a:ext>
              </a:extLst>
            </p:cNvPr>
            <p:cNvSpPr txBox="1"/>
            <p:nvPr/>
          </p:nvSpPr>
          <p:spPr>
            <a:xfrm>
              <a:off x="3" y="2112686"/>
              <a:ext cx="571132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questa tecnica è stato possibile ridurre drasticamente il numero di collisioni come dimostrano i risultati ottenuti nei due casi:</a:t>
              </a:r>
            </a:p>
            <a:p>
              <a:pPr marL="457200" indent="-457200"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Senza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  <a:p>
              <a:pPr marL="457200" indent="-457200">
                <a:buAutoNum type="arabicPeriod"/>
              </a:pP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Con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collision</a:t>
              </a:r>
              <a:r>
                <a:rPr lang="it-IT" sz="2000" b="1" dirty="0">
                  <a:solidFill>
                    <a:srgbClr val="E9F0F7"/>
                  </a:solidFill>
                  <a:latin typeface="MADE INFINITY Personal Use" pitchFamily="50" charset="0"/>
                </a:rPr>
                <a:t> </a:t>
              </a:r>
              <a:r>
                <a:rPr lang="it-IT" sz="2000" b="1" dirty="0" err="1">
                  <a:solidFill>
                    <a:srgbClr val="E9F0F7"/>
                  </a:solidFill>
                  <a:latin typeface="MADE INFINITY Personal Use" pitchFamily="50" charset="0"/>
                </a:rPr>
                <a:t>avoidance</a:t>
              </a:r>
              <a:endParaRPr lang="it-IT" sz="2000" b="1" dirty="0">
                <a:solidFill>
                  <a:srgbClr val="E9F0F7"/>
                </a:solidFill>
                <a:latin typeface="MADE INFINITY Personal Use" pitchFamily="50" charset="0"/>
              </a:endParaRPr>
            </a:p>
          </p:txBody>
        </p:sp>
      </p:grpSp>
      <p:pic>
        <p:nvPicPr>
          <p:cNvPr id="9" name="Immagine 8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4D5C7D7F-FF07-E1BA-A018-EC44225F289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39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540F6F0D-0A5E-C4EF-5008-10B42C8539EF}"/>
              </a:ext>
            </a:extLst>
          </p:cNvPr>
          <p:cNvGrpSpPr/>
          <p:nvPr/>
        </p:nvGrpSpPr>
        <p:grpSpPr>
          <a:xfrm>
            <a:off x="-1438103" y="1725159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64A58B23-8D74-AF69-E58C-49112F36754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E5E88DA-2E35-8BB4-36C4-3B5D45E80458}"/>
                </a:ext>
              </a:extLst>
            </p:cNvPr>
            <p:cNvSpPr txBox="1"/>
            <p:nvPr/>
          </p:nvSpPr>
          <p:spPr>
            <a:xfrm>
              <a:off x="84094" y="2430991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Beside Personal U" pitchFamily="50" charset="0"/>
                </a:rPr>
                <a:t>Nonostante la simulazione mostri un numero di collisioni pari a zero, ciò non avviene nella totalità delle simulazioni</a:t>
              </a:r>
              <a:endParaRPr lang="it-IT" sz="2000" dirty="0">
                <a:solidFill>
                  <a:srgbClr val="E9F0F7"/>
                </a:solidFill>
                <a:latin typeface="MADE INFINITY Beside Personal U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26" name="Immagine 25">
            <a:extLst>
              <a:ext uri="{FF2B5EF4-FFF2-40B4-BE49-F238E27FC236}">
                <a16:creationId xmlns:a16="http://schemas.microsoft.com/office/drawing/2014/main" id="{36BF42E6-6737-228C-ED18-94D2BACD270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94511" y="744256"/>
            <a:ext cx="5852172" cy="4389129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34B78A1E-AA61-0BDD-3F56-4E675DE35EEE}"/>
              </a:ext>
            </a:extLst>
          </p:cNvPr>
          <p:cNvGrpSpPr/>
          <p:nvPr/>
        </p:nvGrpSpPr>
        <p:grpSpPr>
          <a:xfrm>
            <a:off x="-9505779" y="1725158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58D89948-62CE-5BFF-7155-69DA9123EEBD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ED29DF0-B389-5DF7-9A6D-709DD23DB84F}"/>
                </a:ext>
              </a:extLst>
            </p:cNvPr>
            <p:cNvSpPr txBox="1"/>
            <p:nvPr/>
          </p:nvSpPr>
          <p:spPr>
            <a:xfrm>
              <a:off x="84094" y="2266574"/>
              <a:ext cx="571132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Beside Personal U" pitchFamily="50" charset="0"/>
                </a:rPr>
                <a:t>L’algoritmo inoltre risulta efficiente solo nel caso in cui l’ambiente è simulato e gli ostacoli sono immobili, se così non fosse l’algoritmo avrebbe un efficacia notevolmente inferiore</a:t>
              </a:r>
              <a:endParaRPr lang="it-IT" sz="2000" dirty="0">
                <a:solidFill>
                  <a:srgbClr val="E9F0F7"/>
                </a:solidFill>
                <a:latin typeface="MADE INFINITY Beside Personal U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5" name="Immagine 4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5AF136E9-0075-70CC-748E-0B97E194221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0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540F6F0D-0A5E-C4EF-5008-10B42C8539EF}"/>
              </a:ext>
            </a:extLst>
          </p:cNvPr>
          <p:cNvGrpSpPr/>
          <p:nvPr/>
        </p:nvGrpSpPr>
        <p:grpSpPr>
          <a:xfrm>
            <a:off x="-1438103" y="1725159"/>
            <a:ext cx="8601333" cy="2406265"/>
            <a:chOff x="-1438101" y="1725162"/>
            <a:chExt cx="8601333" cy="2406265"/>
          </a:xfrm>
        </p:grpSpPr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64A58B23-8D74-AF69-E58C-49112F36754F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E5E88DA-2E35-8BB4-36C4-3B5D45E80458}"/>
                </a:ext>
              </a:extLst>
            </p:cNvPr>
            <p:cNvSpPr txBox="1"/>
            <p:nvPr/>
          </p:nvSpPr>
          <p:spPr>
            <a:xfrm>
              <a:off x="84094" y="2266574"/>
              <a:ext cx="571132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Beside Personal U" pitchFamily="50" charset="0"/>
                </a:rPr>
                <a:t>L’algoritmo inoltre risulta efficiente solo nel caso in cui l’ambiente è simulato e gli ostacoli sono immobili, se così non fosse l’algoritmo avrebbe un efficacia notevolmente inferiore</a:t>
              </a:r>
              <a:endParaRPr lang="it-IT" sz="2000" dirty="0">
                <a:solidFill>
                  <a:srgbClr val="E9F0F7"/>
                </a:solidFill>
                <a:latin typeface="MADE INFINITY Beside Personal U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26" name="Immagine 25">
            <a:extLst>
              <a:ext uri="{FF2B5EF4-FFF2-40B4-BE49-F238E27FC236}">
                <a16:creationId xmlns:a16="http://schemas.microsoft.com/office/drawing/2014/main" id="{36BF42E6-6737-228C-ED18-94D2BACD270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94511" y="744256"/>
            <a:ext cx="5852172" cy="4389129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3999180C-6AAA-D14A-1872-7B0ED374A1E7}"/>
              </a:ext>
            </a:extLst>
          </p:cNvPr>
          <p:cNvGrpSpPr/>
          <p:nvPr/>
        </p:nvGrpSpPr>
        <p:grpSpPr>
          <a:xfrm>
            <a:off x="-9278339" y="1725157"/>
            <a:ext cx="8601333" cy="2406265"/>
            <a:chOff x="-1438101" y="1725162"/>
            <a:chExt cx="8601333" cy="2406265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6A4BA30F-6D60-0E01-7D66-0D7820BE842D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FDF7D284-CAC4-0E73-3DB7-CC20D990FAAC}"/>
                </a:ext>
              </a:extLst>
            </p:cNvPr>
            <p:cNvSpPr txBox="1"/>
            <p:nvPr/>
          </p:nvSpPr>
          <p:spPr>
            <a:xfrm>
              <a:off x="84094" y="2430991"/>
              <a:ext cx="57113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Beside Personal U" pitchFamily="50" charset="0"/>
                </a:rPr>
                <a:t>Nonostante la simulazione mostri un numero di collisioni pari a zero, ciò non avviene nella totalità delle simulazioni</a:t>
              </a:r>
              <a:endParaRPr lang="it-IT" sz="2000" dirty="0">
                <a:solidFill>
                  <a:srgbClr val="E9F0F7"/>
                </a:solidFill>
                <a:latin typeface="MADE INFINITY Beside Personal U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5" name="Immagine 4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AF29CAD8-B3A6-14F1-481F-E603589F7D5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5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3"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7F01C2-63E1-1241-DDC0-351355F11EFC}"/>
              </a:ext>
            </a:extLst>
          </p:cNvPr>
          <p:cNvSpPr txBox="1"/>
          <p:nvPr/>
        </p:nvSpPr>
        <p:spPr>
          <a:xfrm>
            <a:off x="84092" y="2630607"/>
            <a:ext cx="61078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>
                <a:solidFill>
                  <a:srgbClr val="49535D"/>
                </a:solidFill>
                <a:latin typeface="MADE INFINITY Personal Use" pitchFamily="50" charset="0"/>
              </a:rPr>
              <a:t>Grazie per l’attenzione</a:t>
            </a:r>
          </a:p>
        </p:txBody>
      </p:sp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-3151650"/>
            <a:ext cx="6096001" cy="2652523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3188625A-6437-D844-0E43-4E7862EA67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7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89BDAEF-DEDE-1D8E-1A96-3FD586F01887}"/>
              </a:ext>
            </a:extLst>
          </p:cNvPr>
          <p:cNvGrpSpPr/>
          <p:nvPr/>
        </p:nvGrpSpPr>
        <p:grpSpPr>
          <a:xfrm>
            <a:off x="-9407623" y="1725159"/>
            <a:ext cx="8601333" cy="2406265"/>
            <a:chOff x="-1438101" y="1725162"/>
            <a:chExt cx="8601333" cy="2406265"/>
          </a:xfrm>
        </p:grpSpPr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5302A89F-B603-1B31-CAE3-0E6CD9EDAAA8}"/>
                </a:ext>
              </a:extLst>
            </p:cNvPr>
            <p:cNvSpPr txBox="1"/>
            <p:nvPr/>
          </p:nvSpPr>
          <p:spPr>
            <a:xfrm>
              <a:off x="-1438101" y="1725162"/>
              <a:ext cx="8601333" cy="2406265"/>
            </a:xfrm>
            <a:custGeom>
              <a:avLst/>
              <a:gdLst>
                <a:gd name="connsiteX0" fmla="*/ 0 w 8601333"/>
                <a:gd name="connsiteY0" fmla="*/ 0 h 2406265"/>
                <a:gd name="connsiteX1" fmla="*/ 7534102 w 8601333"/>
                <a:gd name="connsiteY1" fmla="*/ 0 h 2406265"/>
                <a:gd name="connsiteX2" fmla="*/ 7534102 w 8601333"/>
                <a:gd name="connsiteY2" fmla="*/ 3681 h 2406265"/>
                <a:gd name="connsiteX3" fmla="*/ 7541460 w 8601333"/>
                <a:gd name="connsiteY3" fmla="*/ 2 h 2406265"/>
                <a:gd name="connsiteX4" fmla="*/ 8601333 w 8601333"/>
                <a:gd name="connsiteY4" fmla="*/ 529938 h 2406265"/>
                <a:gd name="connsiteX5" fmla="*/ 8601333 w 8601333"/>
                <a:gd name="connsiteY5" fmla="*/ 1876329 h 2406265"/>
                <a:gd name="connsiteX6" fmla="*/ 7541460 w 8601333"/>
                <a:gd name="connsiteY6" fmla="*/ 2406265 h 2406265"/>
                <a:gd name="connsiteX7" fmla="*/ 7534102 w 8601333"/>
                <a:gd name="connsiteY7" fmla="*/ 2402586 h 2406265"/>
                <a:gd name="connsiteX8" fmla="*/ 7534102 w 8601333"/>
                <a:gd name="connsiteY8" fmla="*/ 2406263 h 2406265"/>
                <a:gd name="connsiteX9" fmla="*/ 0 w 8601333"/>
                <a:gd name="connsiteY9" fmla="*/ 2406263 h 240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01333" h="2406265">
                  <a:moveTo>
                    <a:pt x="0" y="0"/>
                  </a:moveTo>
                  <a:lnTo>
                    <a:pt x="7534102" y="0"/>
                  </a:lnTo>
                  <a:lnTo>
                    <a:pt x="7534102" y="3681"/>
                  </a:lnTo>
                  <a:lnTo>
                    <a:pt x="7541460" y="2"/>
                  </a:lnTo>
                  <a:lnTo>
                    <a:pt x="8601333" y="529938"/>
                  </a:lnTo>
                  <a:lnTo>
                    <a:pt x="8601333" y="1876329"/>
                  </a:lnTo>
                  <a:lnTo>
                    <a:pt x="7541460" y="2406265"/>
                  </a:lnTo>
                  <a:lnTo>
                    <a:pt x="7534102" y="2402586"/>
                  </a:lnTo>
                  <a:lnTo>
                    <a:pt x="7534102" y="2406263"/>
                  </a:lnTo>
                  <a:lnTo>
                    <a:pt x="0" y="2406263"/>
                  </a:lnTo>
                  <a:close/>
                </a:path>
              </a:pathLst>
            </a:custGeom>
            <a:solidFill>
              <a:srgbClr val="49535D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it-IT" sz="2000" dirty="0">
                <a:solidFill>
                  <a:srgbClr val="49535D"/>
                </a:solidFill>
                <a:latin typeface="MADE INFINITY Personal Use" pitchFamily="50" charset="0"/>
                <a:ea typeface="Roboto" pitchFamily="2" charset="0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B8C546AD-7666-1B12-3D66-E5A35A705D5A}"/>
                </a:ext>
              </a:extLst>
            </p:cNvPr>
            <p:cNvSpPr txBox="1"/>
            <p:nvPr/>
          </p:nvSpPr>
          <p:spPr>
            <a:xfrm>
              <a:off x="84094" y="2266574"/>
              <a:ext cx="571132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rgbClr val="E9F0F7"/>
                  </a:solidFill>
                  <a:latin typeface="MADE INFINITY Beside Personal U" pitchFamily="50" charset="0"/>
                </a:rPr>
                <a:t>L’algoritmo inoltre risulta efficiente solo nel caso in cui l’ambiente è simulato e gli ostacoli sono immobili, se così non fosse l’algoritmo avrebbe un efficacia notevolmente inferiore</a:t>
              </a:r>
              <a:endParaRPr lang="it-IT" sz="2000" dirty="0">
                <a:solidFill>
                  <a:srgbClr val="E9F0F7"/>
                </a:solidFill>
                <a:latin typeface="MADE INFINITY Beside Personal U" pitchFamily="50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8" name="Immagine 7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C7BC0D77-5EF0-15E4-4A2A-C50DA9AE23E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6" y="6328285"/>
            <a:ext cx="937984" cy="4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0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D0B0CEF3-ED6A-892D-9EF1-1B14C61E6AE4}"/>
              </a:ext>
            </a:extLst>
          </p:cNvPr>
          <p:cNvSpPr/>
          <p:nvPr/>
        </p:nvSpPr>
        <p:spPr>
          <a:xfrm rot="5400000">
            <a:off x="5387361" y="-2534896"/>
            <a:ext cx="10259687" cy="10947435"/>
          </a:xfrm>
          <a:custGeom>
            <a:avLst/>
            <a:gdLst>
              <a:gd name="connsiteX0" fmla="*/ 7859387 w 10259687"/>
              <a:gd name="connsiteY0" fmla="*/ 3263006 h 10947435"/>
              <a:gd name="connsiteX1" fmla="*/ 8385643 w 10259687"/>
              <a:gd name="connsiteY1" fmla="*/ 2210492 h 10947435"/>
              <a:gd name="connsiteX2" fmla="*/ 9733431 w 10259687"/>
              <a:gd name="connsiteY2" fmla="*/ 2210492 h 10947435"/>
              <a:gd name="connsiteX3" fmla="*/ 10259687 w 10259687"/>
              <a:gd name="connsiteY3" fmla="*/ 3263006 h 10947435"/>
              <a:gd name="connsiteX4" fmla="*/ 9733431 w 10259687"/>
              <a:gd name="connsiteY4" fmla="*/ 4315518 h 10947435"/>
              <a:gd name="connsiteX5" fmla="*/ 8385643 w 10259687"/>
              <a:gd name="connsiteY5" fmla="*/ 4315518 h 10947435"/>
              <a:gd name="connsiteX6" fmla="*/ 7848873 w 10259687"/>
              <a:gd name="connsiteY6" fmla="*/ 5468644 h 10947435"/>
              <a:gd name="connsiteX7" fmla="*/ 8375129 w 10259687"/>
              <a:gd name="connsiteY7" fmla="*/ 4416132 h 10947435"/>
              <a:gd name="connsiteX8" fmla="*/ 9722917 w 10259687"/>
              <a:gd name="connsiteY8" fmla="*/ 4416132 h 10947435"/>
              <a:gd name="connsiteX9" fmla="*/ 10249173 w 10259687"/>
              <a:gd name="connsiteY9" fmla="*/ 5468644 h 10947435"/>
              <a:gd name="connsiteX10" fmla="*/ 9722917 w 10259687"/>
              <a:gd name="connsiteY10" fmla="*/ 6521156 h 10947435"/>
              <a:gd name="connsiteX11" fmla="*/ 8375129 w 10259687"/>
              <a:gd name="connsiteY11" fmla="*/ 6521156 h 10947435"/>
              <a:gd name="connsiteX12" fmla="*/ 7848872 w 10259687"/>
              <a:gd name="connsiteY12" fmla="*/ 7681783 h 10947435"/>
              <a:gd name="connsiteX13" fmla="*/ 8375128 w 10259687"/>
              <a:gd name="connsiteY13" fmla="*/ 6629270 h 10947435"/>
              <a:gd name="connsiteX14" fmla="*/ 9722916 w 10259687"/>
              <a:gd name="connsiteY14" fmla="*/ 6629270 h 10947435"/>
              <a:gd name="connsiteX15" fmla="*/ 10249172 w 10259687"/>
              <a:gd name="connsiteY15" fmla="*/ 7681783 h 10947435"/>
              <a:gd name="connsiteX16" fmla="*/ 9722916 w 10259687"/>
              <a:gd name="connsiteY16" fmla="*/ 8734295 h 10947435"/>
              <a:gd name="connsiteX17" fmla="*/ 8375128 w 10259687"/>
              <a:gd name="connsiteY17" fmla="*/ 8734295 h 10947435"/>
              <a:gd name="connsiteX18" fmla="*/ 7848872 w 10259687"/>
              <a:gd name="connsiteY18" fmla="*/ 9894923 h 10947435"/>
              <a:gd name="connsiteX19" fmla="*/ 8375128 w 10259687"/>
              <a:gd name="connsiteY19" fmla="*/ 8842410 h 10947435"/>
              <a:gd name="connsiteX20" fmla="*/ 9722916 w 10259687"/>
              <a:gd name="connsiteY20" fmla="*/ 8842410 h 10947435"/>
              <a:gd name="connsiteX21" fmla="*/ 10249172 w 10259687"/>
              <a:gd name="connsiteY21" fmla="*/ 9894923 h 10947435"/>
              <a:gd name="connsiteX22" fmla="*/ 9722916 w 10259687"/>
              <a:gd name="connsiteY22" fmla="*/ 10947435 h 10947435"/>
              <a:gd name="connsiteX23" fmla="*/ 8375128 w 10259687"/>
              <a:gd name="connsiteY23" fmla="*/ 10947435 h 10947435"/>
              <a:gd name="connsiteX24" fmla="*/ 5893954 w 10259687"/>
              <a:gd name="connsiteY24" fmla="*/ 2159420 h 10947435"/>
              <a:gd name="connsiteX25" fmla="*/ 6420210 w 10259687"/>
              <a:gd name="connsiteY25" fmla="*/ 1106906 h 10947435"/>
              <a:gd name="connsiteX26" fmla="*/ 7767998 w 10259687"/>
              <a:gd name="connsiteY26" fmla="*/ 1106906 h 10947435"/>
              <a:gd name="connsiteX27" fmla="*/ 8294254 w 10259687"/>
              <a:gd name="connsiteY27" fmla="*/ 2159420 h 10947435"/>
              <a:gd name="connsiteX28" fmla="*/ 7767998 w 10259687"/>
              <a:gd name="connsiteY28" fmla="*/ 3211932 h 10947435"/>
              <a:gd name="connsiteX29" fmla="*/ 6420210 w 10259687"/>
              <a:gd name="connsiteY29" fmla="*/ 3211932 h 10947435"/>
              <a:gd name="connsiteX30" fmla="*/ 5883440 w 10259687"/>
              <a:gd name="connsiteY30" fmla="*/ 4365058 h 10947435"/>
              <a:gd name="connsiteX31" fmla="*/ 6409696 w 10259687"/>
              <a:gd name="connsiteY31" fmla="*/ 3312546 h 10947435"/>
              <a:gd name="connsiteX32" fmla="*/ 7757484 w 10259687"/>
              <a:gd name="connsiteY32" fmla="*/ 3312546 h 10947435"/>
              <a:gd name="connsiteX33" fmla="*/ 8283740 w 10259687"/>
              <a:gd name="connsiteY33" fmla="*/ 4365058 h 10947435"/>
              <a:gd name="connsiteX34" fmla="*/ 7757484 w 10259687"/>
              <a:gd name="connsiteY34" fmla="*/ 5417570 h 10947435"/>
              <a:gd name="connsiteX35" fmla="*/ 6409696 w 10259687"/>
              <a:gd name="connsiteY35" fmla="*/ 5417570 h 10947435"/>
              <a:gd name="connsiteX36" fmla="*/ 5883439 w 10259687"/>
              <a:gd name="connsiteY36" fmla="*/ 6578198 h 10947435"/>
              <a:gd name="connsiteX37" fmla="*/ 6409695 w 10259687"/>
              <a:gd name="connsiteY37" fmla="*/ 5525684 h 10947435"/>
              <a:gd name="connsiteX38" fmla="*/ 7757483 w 10259687"/>
              <a:gd name="connsiteY38" fmla="*/ 5525684 h 10947435"/>
              <a:gd name="connsiteX39" fmla="*/ 8283739 w 10259687"/>
              <a:gd name="connsiteY39" fmla="*/ 6578198 h 10947435"/>
              <a:gd name="connsiteX40" fmla="*/ 7757483 w 10259687"/>
              <a:gd name="connsiteY40" fmla="*/ 7630709 h 10947435"/>
              <a:gd name="connsiteX41" fmla="*/ 6409695 w 10259687"/>
              <a:gd name="connsiteY41" fmla="*/ 7630709 h 10947435"/>
              <a:gd name="connsiteX42" fmla="*/ 5883439 w 10259687"/>
              <a:gd name="connsiteY42" fmla="*/ 8791337 h 10947435"/>
              <a:gd name="connsiteX43" fmla="*/ 6409695 w 10259687"/>
              <a:gd name="connsiteY43" fmla="*/ 7738824 h 10947435"/>
              <a:gd name="connsiteX44" fmla="*/ 7757483 w 10259687"/>
              <a:gd name="connsiteY44" fmla="*/ 7738824 h 10947435"/>
              <a:gd name="connsiteX45" fmla="*/ 8283739 w 10259687"/>
              <a:gd name="connsiteY45" fmla="*/ 8791337 h 10947435"/>
              <a:gd name="connsiteX46" fmla="*/ 7757483 w 10259687"/>
              <a:gd name="connsiteY46" fmla="*/ 9843849 h 10947435"/>
              <a:gd name="connsiteX47" fmla="*/ 6409695 w 10259687"/>
              <a:gd name="connsiteY47" fmla="*/ 9843849 h 10947435"/>
              <a:gd name="connsiteX48" fmla="*/ 3932810 w 10259687"/>
              <a:gd name="connsiteY48" fmla="*/ 1052514 h 10947435"/>
              <a:gd name="connsiteX49" fmla="*/ 4459066 w 10259687"/>
              <a:gd name="connsiteY49" fmla="*/ 2 h 10947435"/>
              <a:gd name="connsiteX50" fmla="*/ 5806853 w 10259687"/>
              <a:gd name="connsiteY50" fmla="*/ 2 h 10947435"/>
              <a:gd name="connsiteX51" fmla="*/ 6333109 w 10259687"/>
              <a:gd name="connsiteY51" fmla="*/ 1052514 h 10947435"/>
              <a:gd name="connsiteX52" fmla="*/ 5806853 w 10259687"/>
              <a:gd name="connsiteY52" fmla="*/ 2105026 h 10947435"/>
              <a:gd name="connsiteX53" fmla="*/ 4459066 w 10259687"/>
              <a:gd name="connsiteY53" fmla="*/ 2105026 h 10947435"/>
              <a:gd name="connsiteX54" fmla="*/ 3922296 w 10259687"/>
              <a:gd name="connsiteY54" fmla="*/ 3258154 h 10947435"/>
              <a:gd name="connsiteX55" fmla="*/ 4448552 w 10259687"/>
              <a:gd name="connsiteY55" fmla="*/ 2205640 h 10947435"/>
              <a:gd name="connsiteX56" fmla="*/ 5796339 w 10259687"/>
              <a:gd name="connsiteY56" fmla="*/ 2205640 h 10947435"/>
              <a:gd name="connsiteX57" fmla="*/ 6322595 w 10259687"/>
              <a:gd name="connsiteY57" fmla="*/ 3258154 h 10947435"/>
              <a:gd name="connsiteX58" fmla="*/ 5796339 w 10259687"/>
              <a:gd name="connsiteY58" fmla="*/ 4310666 h 10947435"/>
              <a:gd name="connsiteX59" fmla="*/ 4448552 w 10259687"/>
              <a:gd name="connsiteY59" fmla="*/ 4310666 h 10947435"/>
              <a:gd name="connsiteX60" fmla="*/ 3922295 w 10259687"/>
              <a:gd name="connsiteY60" fmla="*/ 7684432 h 10947435"/>
              <a:gd name="connsiteX61" fmla="*/ 4448550 w 10259687"/>
              <a:gd name="connsiteY61" fmla="*/ 6631920 h 10947435"/>
              <a:gd name="connsiteX62" fmla="*/ 5796338 w 10259687"/>
              <a:gd name="connsiteY62" fmla="*/ 6631920 h 10947435"/>
              <a:gd name="connsiteX63" fmla="*/ 6322594 w 10259687"/>
              <a:gd name="connsiteY63" fmla="*/ 7684432 h 10947435"/>
              <a:gd name="connsiteX64" fmla="*/ 5796338 w 10259687"/>
              <a:gd name="connsiteY64" fmla="*/ 8736944 h 10947435"/>
              <a:gd name="connsiteX65" fmla="*/ 4448550 w 10259687"/>
              <a:gd name="connsiteY65" fmla="*/ 8736944 h 10947435"/>
              <a:gd name="connsiteX66" fmla="*/ 3922295 w 10259687"/>
              <a:gd name="connsiteY66" fmla="*/ 5471292 h 10947435"/>
              <a:gd name="connsiteX67" fmla="*/ 4448550 w 10259687"/>
              <a:gd name="connsiteY67" fmla="*/ 4418780 h 10947435"/>
              <a:gd name="connsiteX68" fmla="*/ 5796338 w 10259687"/>
              <a:gd name="connsiteY68" fmla="*/ 4418780 h 10947435"/>
              <a:gd name="connsiteX69" fmla="*/ 6322594 w 10259687"/>
              <a:gd name="connsiteY69" fmla="*/ 5471292 h 10947435"/>
              <a:gd name="connsiteX70" fmla="*/ 5796338 w 10259687"/>
              <a:gd name="connsiteY70" fmla="*/ 6523804 h 10947435"/>
              <a:gd name="connsiteX71" fmla="*/ 4448550 w 10259687"/>
              <a:gd name="connsiteY71" fmla="*/ 6523804 h 10947435"/>
              <a:gd name="connsiteX72" fmla="*/ 1971663 w 10259687"/>
              <a:gd name="connsiteY72" fmla="*/ 2159420 h 10947435"/>
              <a:gd name="connsiteX73" fmla="*/ 2497919 w 10259687"/>
              <a:gd name="connsiteY73" fmla="*/ 1106908 h 10947435"/>
              <a:gd name="connsiteX74" fmla="*/ 3845707 w 10259687"/>
              <a:gd name="connsiteY74" fmla="*/ 1106908 h 10947435"/>
              <a:gd name="connsiteX75" fmla="*/ 4371963 w 10259687"/>
              <a:gd name="connsiteY75" fmla="*/ 2159420 h 10947435"/>
              <a:gd name="connsiteX76" fmla="*/ 3845707 w 10259687"/>
              <a:gd name="connsiteY76" fmla="*/ 3211932 h 10947435"/>
              <a:gd name="connsiteX77" fmla="*/ 2497919 w 10259687"/>
              <a:gd name="connsiteY77" fmla="*/ 3211932 h 10947435"/>
              <a:gd name="connsiteX78" fmla="*/ 1961149 w 10259687"/>
              <a:gd name="connsiteY78" fmla="*/ 4365060 h 10947435"/>
              <a:gd name="connsiteX79" fmla="*/ 2487405 w 10259687"/>
              <a:gd name="connsiteY79" fmla="*/ 3312546 h 10947435"/>
              <a:gd name="connsiteX80" fmla="*/ 3835193 w 10259687"/>
              <a:gd name="connsiteY80" fmla="*/ 3312546 h 10947435"/>
              <a:gd name="connsiteX81" fmla="*/ 4361449 w 10259687"/>
              <a:gd name="connsiteY81" fmla="*/ 4365060 h 10947435"/>
              <a:gd name="connsiteX82" fmla="*/ 3835193 w 10259687"/>
              <a:gd name="connsiteY82" fmla="*/ 5417572 h 10947435"/>
              <a:gd name="connsiteX83" fmla="*/ 2487405 w 10259687"/>
              <a:gd name="connsiteY83" fmla="*/ 5417572 h 10947435"/>
              <a:gd name="connsiteX84" fmla="*/ 1961148 w 10259687"/>
              <a:gd name="connsiteY84" fmla="*/ 8791338 h 10947435"/>
              <a:gd name="connsiteX85" fmla="*/ 2487404 w 10259687"/>
              <a:gd name="connsiteY85" fmla="*/ 7738825 h 10947435"/>
              <a:gd name="connsiteX86" fmla="*/ 3835192 w 10259687"/>
              <a:gd name="connsiteY86" fmla="*/ 7738825 h 10947435"/>
              <a:gd name="connsiteX87" fmla="*/ 4361448 w 10259687"/>
              <a:gd name="connsiteY87" fmla="*/ 8791338 h 10947435"/>
              <a:gd name="connsiteX88" fmla="*/ 3835192 w 10259687"/>
              <a:gd name="connsiteY88" fmla="*/ 9843850 h 10947435"/>
              <a:gd name="connsiteX89" fmla="*/ 2487404 w 10259687"/>
              <a:gd name="connsiteY89" fmla="*/ 9843850 h 10947435"/>
              <a:gd name="connsiteX90" fmla="*/ 1961148 w 10259687"/>
              <a:gd name="connsiteY90" fmla="*/ 6578198 h 10947435"/>
              <a:gd name="connsiteX91" fmla="*/ 2487404 w 10259687"/>
              <a:gd name="connsiteY91" fmla="*/ 5525686 h 10947435"/>
              <a:gd name="connsiteX92" fmla="*/ 3835192 w 10259687"/>
              <a:gd name="connsiteY92" fmla="*/ 5525686 h 10947435"/>
              <a:gd name="connsiteX93" fmla="*/ 4361448 w 10259687"/>
              <a:gd name="connsiteY93" fmla="*/ 6578198 h 10947435"/>
              <a:gd name="connsiteX94" fmla="*/ 3835192 w 10259687"/>
              <a:gd name="connsiteY94" fmla="*/ 7630710 h 10947435"/>
              <a:gd name="connsiteX95" fmla="*/ 2487404 w 10259687"/>
              <a:gd name="connsiteY95" fmla="*/ 7630710 h 10947435"/>
              <a:gd name="connsiteX96" fmla="*/ 10516 w 10259687"/>
              <a:gd name="connsiteY96" fmla="*/ 1052512 h 10947435"/>
              <a:gd name="connsiteX97" fmla="*/ 536774 w 10259687"/>
              <a:gd name="connsiteY97" fmla="*/ 0 h 10947435"/>
              <a:gd name="connsiteX98" fmla="*/ 1884562 w 10259687"/>
              <a:gd name="connsiteY98" fmla="*/ 0 h 10947435"/>
              <a:gd name="connsiteX99" fmla="*/ 2410818 w 10259687"/>
              <a:gd name="connsiteY99" fmla="*/ 1052512 h 10947435"/>
              <a:gd name="connsiteX100" fmla="*/ 1884562 w 10259687"/>
              <a:gd name="connsiteY100" fmla="*/ 2105024 h 10947435"/>
              <a:gd name="connsiteX101" fmla="*/ 536774 w 10259687"/>
              <a:gd name="connsiteY101" fmla="*/ 2105024 h 10947435"/>
              <a:gd name="connsiteX102" fmla="*/ 1 w 10259687"/>
              <a:gd name="connsiteY102" fmla="*/ 3258152 h 10947435"/>
              <a:gd name="connsiteX103" fmla="*/ 526257 w 10259687"/>
              <a:gd name="connsiteY103" fmla="*/ 2205638 h 10947435"/>
              <a:gd name="connsiteX104" fmla="*/ 1874045 w 10259687"/>
              <a:gd name="connsiteY104" fmla="*/ 2205638 h 10947435"/>
              <a:gd name="connsiteX105" fmla="*/ 2400301 w 10259687"/>
              <a:gd name="connsiteY105" fmla="*/ 3258152 h 10947435"/>
              <a:gd name="connsiteX106" fmla="*/ 1874045 w 10259687"/>
              <a:gd name="connsiteY106" fmla="*/ 4310664 h 10947435"/>
              <a:gd name="connsiteX107" fmla="*/ 526257 w 10259687"/>
              <a:gd name="connsiteY107" fmla="*/ 4310664 h 10947435"/>
              <a:gd name="connsiteX108" fmla="*/ 0 w 10259687"/>
              <a:gd name="connsiteY108" fmla="*/ 5471290 h 10947435"/>
              <a:gd name="connsiteX109" fmla="*/ 526256 w 10259687"/>
              <a:gd name="connsiteY109" fmla="*/ 4418778 h 10947435"/>
              <a:gd name="connsiteX110" fmla="*/ 1874044 w 10259687"/>
              <a:gd name="connsiteY110" fmla="*/ 4418778 h 10947435"/>
              <a:gd name="connsiteX111" fmla="*/ 2400300 w 10259687"/>
              <a:gd name="connsiteY111" fmla="*/ 5471290 h 10947435"/>
              <a:gd name="connsiteX112" fmla="*/ 1874044 w 10259687"/>
              <a:gd name="connsiteY112" fmla="*/ 6523802 h 10947435"/>
              <a:gd name="connsiteX113" fmla="*/ 526256 w 10259687"/>
              <a:gd name="connsiteY113" fmla="*/ 6523802 h 10947435"/>
              <a:gd name="connsiteX114" fmla="*/ 0 w 10259687"/>
              <a:gd name="connsiteY114" fmla="*/ 7684430 h 10947435"/>
              <a:gd name="connsiteX115" fmla="*/ 526256 w 10259687"/>
              <a:gd name="connsiteY115" fmla="*/ 6631918 h 10947435"/>
              <a:gd name="connsiteX116" fmla="*/ 1874044 w 10259687"/>
              <a:gd name="connsiteY116" fmla="*/ 6631918 h 10947435"/>
              <a:gd name="connsiteX117" fmla="*/ 2400300 w 10259687"/>
              <a:gd name="connsiteY117" fmla="*/ 7684430 h 10947435"/>
              <a:gd name="connsiteX118" fmla="*/ 1874044 w 10259687"/>
              <a:gd name="connsiteY118" fmla="*/ 8736942 h 10947435"/>
              <a:gd name="connsiteX119" fmla="*/ 526256 w 10259687"/>
              <a:gd name="connsiteY119" fmla="*/ 8736942 h 109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0259687" h="10947435">
                <a:moveTo>
                  <a:pt x="7859387" y="3263006"/>
                </a:moveTo>
                <a:lnTo>
                  <a:pt x="8385643" y="2210492"/>
                </a:lnTo>
                <a:lnTo>
                  <a:pt x="9733431" y="2210492"/>
                </a:lnTo>
                <a:lnTo>
                  <a:pt x="10259687" y="3263006"/>
                </a:lnTo>
                <a:lnTo>
                  <a:pt x="9733431" y="4315518"/>
                </a:lnTo>
                <a:lnTo>
                  <a:pt x="8385643" y="4315518"/>
                </a:lnTo>
                <a:close/>
                <a:moveTo>
                  <a:pt x="7848873" y="5468644"/>
                </a:moveTo>
                <a:lnTo>
                  <a:pt x="8375129" y="4416132"/>
                </a:lnTo>
                <a:lnTo>
                  <a:pt x="9722917" y="4416132"/>
                </a:lnTo>
                <a:lnTo>
                  <a:pt x="10249173" y="5468644"/>
                </a:lnTo>
                <a:lnTo>
                  <a:pt x="9722917" y="6521156"/>
                </a:lnTo>
                <a:lnTo>
                  <a:pt x="8375129" y="6521156"/>
                </a:lnTo>
                <a:close/>
                <a:moveTo>
                  <a:pt x="7848872" y="7681783"/>
                </a:moveTo>
                <a:lnTo>
                  <a:pt x="8375128" y="6629270"/>
                </a:lnTo>
                <a:lnTo>
                  <a:pt x="9722916" y="6629270"/>
                </a:lnTo>
                <a:lnTo>
                  <a:pt x="10249172" y="7681783"/>
                </a:lnTo>
                <a:lnTo>
                  <a:pt x="9722916" y="8734295"/>
                </a:lnTo>
                <a:lnTo>
                  <a:pt x="8375128" y="8734295"/>
                </a:lnTo>
                <a:close/>
                <a:moveTo>
                  <a:pt x="7848872" y="9894923"/>
                </a:moveTo>
                <a:lnTo>
                  <a:pt x="8375128" y="8842410"/>
                </a:lnTo>
                <a:lnTo>
                  <a:pt x="9722916" y="8842410"/>
                </a:lnTo>
                <a:lnTo>
                  <a:pt x="10249172" y="9894923"/>
                </a:lnTo>
                <a:lnTo>
                  <a:pt x="9722916" y="10947435"/>
                </a:lnTo>
                <a:lnTo>
                  <a:pt x="8375128" y="10947435"/>
                </a:lnTo>
                <a:close/>
                <a:moveTo>
                  <a:pt x="5893954" y="2159420"/>
                </a:moveTo>
                <a:lnTo>
                  <a:pt x="6420210" y="1106906"/>
                </a:lnTo>
                <a:lnTo>
                  <a:pt x="7767998" y="1106906"/>
                </a:lnTo>
                <a:lnTo>
                  <a:pt x="8294254" y="2159420"/>
                </a:lnTo>
                <a:lnTo>
                  <a:pt x="7767998" y="3211932"/>
                </a:lnTo>
                <a:lnTo>
                  <a:pt x="6420210" y="3211932"/>
                </a:lnTo>
                <a:close/>
                <a:moveTo>
                  <a:pt x="5883440" y="4365058"/>
                </a:moveTo>
                <a:lnTo>
                  <a:pt x="6409696" y="3312546"/>
                </a:lnTo>
                <a:lnTo>
                  <a:pt x="7757484" y="3312546"/>
                </a:lnTo>
                <a:lnTo>
                  <a:pt x="8283740" y="4365058"/>
                </a:lnTo>
                <a:lnTo>
                  <a:pt x="7757484" y="5417570"/>
                </a:lnTo>
                <a:lnTo>
                  <a:pt x="6409696" y="5417570"/>
                </a:lnTo>
                <a:close/>
                <a:moveTo>
                  <a:pt x="5883439" y="6578198"/>
                </a:moveTo>
                <a:lnTo>
                  <a:pt x="6409695" y="5525684"/>
                </a:lnTo>
                <a:lnTo>
                  <a:pt x="7757483" y="5525684"/>
                </a:lnTo>
                <a:lnTo>
                  <a:pt x="8283739" y="6578198"/>
                </a:lnTo>
                <a:lnTo>
                  <a:pt x="7757483" y="7630709"/>
                </a:lnTo>
                <a:lnTo>
                  <a:pt x="6409695" y="7630709"/>
                </a:lnTo>
                <a:close/>
                <a:moveTo>
                  <a:pt x="5883439" y="8791337"/>
                </a:moveTo>
                <a:lnTo>
                  <a:pt x="6409695" y="7738824"/>
                </a:lnTo>
                <a:lnTo>
                  <a:pt x="7757483" y="7738824"/>
                </a:lnTo>
                <a:lnTo>
                  <a:pt x="8283739" y="8791337"/>
                </a:lnTo>
                <a:lnTo>
                  <a:pt x="7757483" y="9843849"/>
                </a:lnTo>
                <a:lnTo>
                  <a:pt x="6409695" y="9843849"/>
                </a:lnTo>
                <a:close/>
                <a:moveTo>
                  <a:pt x="3932810" y="1052514"/>
                </a:moveTo>
                <a:lnTo>
                  <a:pt x="4459066" y="2"/>
                </a:lnTo>
                <a:lnTo>
                  <a:pt x="5806853" y="2"/>
                </a:lnTo>
                <a:lnTo>
                  <a:pt x="6333109" y="1052514"/>
                </a:lnTo>
                <a:lnTo>
                  <a:pt x="5806853" y="2105026"/>
                </a:lnTo>
                <a:lnTo>
                  <a:pt x="4459066" y="2105026"/>
                </a:lnTo>
                <a:close/>
                <a:moveTo>
                  <a:pt x="3922296" y="3258154"/>
                </a:moveTo>
                <a:lnTo>
                  <a:pt x="4448552" y="2205640"/>
                </a:lnTo>
                <a:lnTo>
                  <a:pt x="5796339" y="2205640"/>
                </a:lnTo>
                <a:lnTo>
                  <a:pt x="6322595" y="3258154"/>
                </a:lnTo>
                <a:lnTo>
                  <a:pt x="5796339" y="4310666"/>
                </a:lnTo>
                <a:lnTo>
                  <a:pt x="4448552" y="4310666"/>
                </a:lnTo>
                <a:close/>
                <a:moveTo>
                  <a:pt x="3922295" y="7684432"/>
                </a:moveTo>
                <a:lnTo>
                  <a:pt x="4448550" y="6631920"/>
                </a:lnTo>
                <a:lnTo>
                  <a:pt x="5796338" y="6631920"/>
                </a:lnTo>
                <a:lnTo>
                  <a:pt x="6322594" y="7684432"/>
                </a:lnTo>
                <a:lnTo>
                  <a:pt x="5796338" y="8736944"/>
                </a:lnTo>
                <a:lnTo>
                  <a:pt x="4448550" y="8736944"/>
                </a:lnTo>
                <a:close/>
                <a:moveTo>
                  <a:pt x="3922295" y="5471292"/>
                </a:moveTo>
                <a:lnTo>
                  <a:pt x="4448550" y="4418780"/>
                </a:lnTo>
                <a:lnTo>
                  <a:pt x="5796338" y="4418780"/>
                </a:lnTo>
                <a:lnTo>
                  <a:pt x="6322594" y="5471292"/>
                </a:lnTo>
                <a:lnTo>
                  <a:pt x="5796338" y="6523804"/>
                </a:lnTo>
                <a:lnTo>
                  <a:pt x="4448550" y="6523804"/>
                </a:lnTo>
                <a:close/>
                <a:moveTo>
                  <a:pt x="1971663" y="2159420"/>
                </a:moveTo>
                <a:lnTo>
                  <a:pt x="2497919" y="1106908"/>
                </a:lnTo>
                <a:lnTo>
                  <a:pt x="3845707" y="1106908"/>
                </a:lnTo>
                <a:lnTo>
                  <a:pt x="4371963" y="2159420"/>
                </a:lnTo>
                <a:lnTo>
                  <a:pt x="3845707" y="3211932"/>
                </a:lnTo>
                <a:lnTo>
                  <a:pt x="2497919" y="3211932"/>
                </a:lnTo>
                <a:close/>
                <a:moveTo>
                  <a:pt x="1961149" y="4365060"/>
                </a:moveTo>
                <a:lnTo>
                  <a:pt x="2487405" y="3312546"/>
                </a:lnTo>
                <a:lnTo>
                  <a:pt x="3835193" y="3312546"/>
                </a:lnTo>
                <a:lnTo>
                  <a:pt x="4361449" y="4365060"/>
                </a:lnTo>
                <a:lnTo>
                  <a:pt x="3835193" y="5417572"/>
                </a:lnTo>
                <a:lnTo>
                  <a:pt x="2487405" y="5417572"/>
                </a:lnTo>
                <a:close/>
                <a:moveTo>
                  <a:pt x="1961148" y="8791338"/>
                </a:moveTo>
                <a:lnTo>
                  <a:pt x="2487404" y="7738825"/>
                </a:lnTo>
                <a:lnTo>
                  <a:pt x="3835192" y="7738825"/>
                </a:lnTo>
                <a:lnTo>
                  <a:pt x="4361448" y="8791338"/>
                </a:lnTo>
                <a:lnTo>
                  <a:pt x="3835192" y="9843850"/>
                </a:lnTo>
                <a:lnTo>
                  <a:pt x="2487404" y="9843850"/>
                </a:lnTo>
                <a:close/>
                <a:moveTo>
                  <a:pt x="1961148" y="6578198"/>
                </a:moveTo>
                <a:lnTo>
                  <a:pt x="2487404" y="5525686"/>
                </a:lnTo>
                <a:lnTo>
                  <a:pt x="3835192" y="5525686"/>
                </a:lnTo>
                <a:lnTo>
                  <a:pt x="4361448" y="6578198"/>
                </a:lnTo>
                <a:lnTo>
                  <a:pt x="3835192" y="7630710"/>
                </a:lnTo>
                <a:lnTo>
                  <a:pt x="2487404" y="7630710"/>
                </a:lnTo>
                <a:close/>
                <a:moveTo>
                  <a:pt x="10516" y="1052512"/>
                </a:moveTo>
                <a:lnTo>
                  <a:pt x="536774" y="0"/>
                </a:lnTo>
                <a:lnTo>
                  <a:pt x="1884562" y="0"/>
                </a:lnTo>
                <a:lnTo>
                  <a:pt x="2410818" y="1052512"/>
                </a:lnTo>
                <a:lnTo>
                  <a:pt x="1884562" y="2105024"/>
                </a:lnTo>
                <a:lnTo>
                  <a:pt x="536774" y="2105024"/>
                </a:lnTo>
                <a:close/>
                <a:moveTo>
                  <a:pt x="1" y="3258152"/>
                </a:moveTo>
                <a:lnTo>
                  <a:pt x="526257" y="2205638"/>
                </a:lnTo>
                <a:lnTo>
                  <a:pt x="1874045" y="2205638"/>
                </a:lnTo>
                <a:lnTo>
                  <a:pt x="2400301" y="3258152"/>
                </a:lnTo>
                <a:lnTo>
                  <a:pt x="1874045" y="4310664"/>
                </a:lnTo>
                <a:lnTo>
                  <a:pt x="526257" y="4310664"/>
                </a:lnTo>
                <a:close/>
                <a:moveTo>
                  <a:pt x="0" y="5471290"/>
                </a:moveTo>
                <a:lnTo>
                  <a:pt x="526256" y="4418778"/>
                </a:lnTo>
                <a:lnTo>
                  <a:pt x="1874044" y="4418778"/>
                </a:lnTo>
                <a:lnTo>
                  <a:pt x="2400300" y="5471290"/>
                </a:lnTo>
                <a:lnTo>
                  <a:pt x="1874044" y="6523802"/>
                </a:lnTo>
                <a:lnTo>
                  <a:pt x="526256" y="6523802"/>
                </a:lnTo>
                <a:close/>
                <a:moveTo>
                  <a:pt x="0" y="7684430"/>
                </a:moveTo>
                <a:lnTo>
                  <a:pt x="526256" y="6631918"/>
                </a:lnTo>
                <a:lnTo>
                  <a:pt x="1874044" y="6631918"/>
                </a:lnTo>
                <a:lnTo>
                  <a:pt x="2400300" y="7684430"/>
                </a:lnTo>
                <a:lnTo>
                  <a:pt x="1874044" y="8736942"/>
                </a:lnTo>
                <a:lnTo>
                  <a:pt x="526256" y="873694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10000" r="10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00" name="Figura a mano libera: forma 99">
            <a:extLst>
              <a:ext uri="{FF2B5EF4-FFF2-40B4-BE49-F238E27FC236}">
                <a16:creationId xmlns:a16="http://schemas.microsoft.com/office/drawing/2014/main" id="{A3DCC0C9-AE9C-E18A-75AC-A3CC489ADFD4}"/>
              </a:ext>
            </a:extLst>
          </p:cNvPr>
          <p:cNvSpPr/>
          <p:nvPr/>
        </p:nvSpPr>
        <p:spPr>
          <a:xfrm rot="5400000">
            <a:off x="-2066211" y="-1293357"/>
            <a:ext cx="6337393" cy="6523803"/>
          </a:xfrm>
          <a:custGeom>
            <a:avLst/>
            <a:gdLst>
              <a:gd name="connsiteX0" fmla="*/ 3937093 w 6337393"/>
              <a:gd name="connsiteY0" fmla="*/ 2156099 h 6523803"/>
              <a:gd name="connsiteX1" fmla="*/ 4463349 w 6337393"/>
              <a:gd name="connsiteY1" fmla="*/ 1103586 h 6523803"/>
              <a:gd name="connsiteX2" fmla="*/ 5811137 w 6337393"/>
              <a:gd name="connsiteY2" fmla="*/ 1103586 h 6523803"/>
              <a:gd name="connsiteX3" fmla="*/ 6337393 w 6337393"/>
              <a:gd name="connsiteY3" fmla="*/ 2156099 h 6523803"/>
              <a:gd name="connsiteX4" fmla="*/ 5811137 w 6337393"/>
              <a:gd name="connsiteY4" fmla="*/ 3208611 h 6523803"/>
              <a:gd name="connsiteX5" fmla="*/ 4463349 w 6337393"/>
              <a:gd name="connsiteY5" fmla="*/ 3208611 h 6523803"/>
              <a:gd name="connsiteX6" fmla="*/ 3926579 w 6337393"/>
              <a:gd name="connsiteY6" fmla="*/ 4361737 h 6523803"/>
              <a:gd name="connsiteX7" fmla="*/ 4452835 w 6337393"/>
              <a:gd name="connsiteY7" fmla="*/ 3309225 h 6523803"/>
              <a:gd name="connsiteX8" fmla="*/ 5800623 w 6337393"/>
              <a:gd name="connsiteY8" fmla="*/ 3309225 h 6523803"/>
              <a:gd name="connsiteX9" fmla="*/ 6326879 w 6337393"/>
              <a:gd name="connsiteY9" fmla="*/ 4361737 h 6523803"/>
              <a:gd name="connsiteX10" fmla="*/ 5800623 w 6337393"/>
              <a:gd name="connsiteY10" fmla="*/ 5414250 h 6523803"/>
              <a:gd name="connsiteX11" fmla="*/ 4452835 w 6337393"/>
              <a:gd name="connsiteY11" fmla="*/ 5414250 h 6523803"/>
              <a:gd name="connsiteX12" fmla="*/ 1971660 w 6337393"/>
              <a:gd name="connsiteY12" fmla="*/ 1052513 h 6523803"/>
              <a:gd name="connsiteX13" fmla="*/ 2497916 w 6337393"/>
              <a:gd name="connsiteY13" fmla="*/ 0 h 6523803"/>
              <a:gd name="connsiteX14" fmla="*/ 3845704 w 6337393"/>
              <a:gd name="connsiteY14" fmla="*/ 0 h 6523803"/>
              <a:gd name="connsiteX15" fmla="*/ 4371960 w 6337393"/>
              <a:gd name="connsiteY15" fmla="*/ 1052513 h 6523803"/>
              <a:gd name="connsiteX16" fmla="*/ 3845704 w 6337393"/>
              <a:gd name="connsiteY16" fmla="*/ 2105025 h 6523803"/>
              <a:gd name="connsiteX17" fmla="*/ 2497916 w 6337393"/>
              <a:gd name="connsiteY17" fmla="*/ 2105025 h 6523803"/>
              <a:gd name="connsiteX18" fmla="*/ 1961146 w 6337393"/>
              <a:gd name="connsiteY18" fmla="*/ 3258152 h 6523803"/>
              <a:gd name="connsiteX19" fmla="*/ 2487402 w 6337393"/>
              <a:gd name="connsiteY19" fmla="*/ 2205639 h 6523803"/>
              <a:gd name="connsiteX20" fmla="*/ 3835190 w 6337393"/>
              <a:gd name="connsiteY20" fmla="*/ 2205639 h 6523803"/>
              <a:gd name="connsiteX21" fmla="*/ 4361446 w 6337393"/>
              <a:gd name="connsiteY21" fmla="*/ 3258152 h 6523803"/>
              <a:gd name="connsiteX22" fmla="*/ 3835190 w 6337393"/>
              <a:gd name="connsiteY22" fmla="*/ 4310664 h 6523803"/>
              <a:gd name="connsiteX23" fmla="*/ 2487402 w 6337393"/>
              <a:gd name="connsiteY23" fmla="*/ 4310664 h 6523803"/>
              <a:gd name="connsiteX24" fmla="*/ 1961145 w 6337393"/>
              <a:gd name="connsiteY24" fmla="*/ 5471291 h 6523803"/>
              <a:gd name="connsiteX25" fmla="*/ 2487401 w 6337393"/>
              <a:gd name="connsiteY25" fmla="*/ 4418778 h 6523803"/>
              <a:gd name="connsiteX26" fmla="*/ 3835189 w 6337393"/>
              <a:gd name="connsiteY26" fmla="*/ 4418778 h 6523803"/>
              <a:gd name="connsiteX27" fmla="*/ 4361445 w 6337393"/>
              <a:gd name="connsiteY27" fmla="*/ 5471291 h 6523803"/>
              <a:gd name="connsiteX28" fmla="*/ 3835189 w 6337393"/>
              <a:gd name="connsiteY28" fmla="*/ 6523803 h 6523803"/>
              <a:gd name="connsiteX29" fmla="*/ 2487401 w 6337393"/>
              <a:gd name="connsiteY29" fmla="*/ 6523803 h 6523803"/>
              <a:gd name="connsiteX30" fmla="*/ 2 w 6337393"/>
              <a:gd name="connsiteY30" fmla="*/ 2151247 h 6523803"/>
              <a:gd name="connsiteX31" fmla="*/ 526258 w 6337393"/>
              <a:gd name="connsiteY31" fmla="*/ 1098734 h 6523803"/>
              <a:gd name="connsiteX32" fmla="*/ 1874045 w 6337393"/>
              <a:gd name="connsiteY32" fmla="*/ 1098734 h 6523803"/>
              <a:gd name="connsiteX33" fmla="*/ 2400302 w 6337393"/>
              <a:gd name="connsiteY33" fmla="*/ 2151247 h 6523803"/>
              <a:gd name="connsiteX34" fmla="*/ 1874045 w 6337393"/>
              <a:gd name="connsiteY34" fmla="*/ 3203759 h 6523803"/>
              <a:gd name="connsiteX35" fmla="*/ 526258 w 6337393"/>
              <a:gd name="connsiteY35" fmla="*/ 3203759 h 6523803"/>
              <a:gd name="connsiteX36" fmla="*/ 0 w 6337393"/>
              <a:gd name="connsiteY36" fmla="*/ 4364386 h 6523803"/>
              <a:gd name="connsiteX37" fmla="*/ 526256 w 6337393"/>
              <a:gd name="connsiteY37" fmla="*/ 3311873 h 6523803"/>
              <a:gd name="connsiteX38" fmla="*/ 1874044 w 6337393"/>
              <a:gd name="connsiteY38" fmla="*/ 3311873 h 6523803"/>
              <a:gd name="connsiteX39" fmla="*/ 2400300 w 6337393"/>
              <a:gd name="connsiteY39" fmla="*/ 4364386 h 6523803"/>
              <a:gd name="connsiteX40" fmla="*/ 1874044 w 6337393"/>
              <a:gd name="connsiteY40" fmla="*/ 5416898 h 6523803"/>
              <a:gd name="connsiteX41" fmla="*/ 526256 w 6337393"/>
              <a:gd name="connsiteY41" fmla="*/ 5416898 h 652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337393" h="6523803">
                <a:moveTo>
                  <a:pt x="3937093" y="2156099"/>
                </a:moveTo>
                <a:lnTo>
                  <a:pt x="4463349" y="1103586"/>
                </a:lnTo>
                <a:lnTo>
                  <a:pt x="5811137" y="1103586"/>
                </a:lnTo>
                <a:lnTo>
                  <a:pt x="6337393" y="2156099"/>
                </a:lnTo>
                <a:lnTo>
                  <a:pt x="5811137" y="3208611"/>
                </a:lnTo>
                <a:lnTo>
                  <a:pt x="4463349" y="3208611"/>
                </a:lnTo>
                <a:close/>
                <a:moveTo>
                  <a:pt x="3926579" y="4361737"/>
                </a:moveTo>
                <a:lnTo>
                  <a:pt x="4452835" y="3309225"/>
                </a:lnTo>
                <a:lnTo>
                  <a:pt x="5800623" y="3309225"/>
                </a:lnTo>
                <a:lnTo>
                  <a:pt x="6326879" y="4361737"/>
                </a:lnTo>
                <a:lnTo>
                  <a:pt x="5800623" y="5414250"/>
                </a:lnTo>
                <a:lnTo>
                  <a:pt x="4452835" y="5414250"/>
                </a:lnTo>
                <a:close/>
                <a:moveTo>
                  <a:pt x="1971660" y="1052513"/>
                </a:moveTo>
                <a:lnTo>
                  <a:pt x="2497916" y="0"/>
                </a:lnTo>
                <a:lnTo>
                  <a:pt x="3845704" y="0"/>
                </a:lnTo>
                <a:lnTo>
                  <a:pt x="4371960" y="1052513"/>
                </a:lnTo>
                <a:lnTo>
                  <a:pt x="3845704" y="2105025"/>
                </a:lnTo>
                <a:lnTo>
                  <a:pt x="2497916" y="2105025"/>
                </a:lnTo>
                <a:close/>
                <a:moveTo>
                  <a:pt x="1961146" y="3258152"/>
                </a:moveTo>
                <a:lnTo>
                  <a:pt x="2487402" y="2205639"/>
                </a:lnTo>
                <a:lnTo>
                  <a:pt x="3835190" y="2205639"/>
                </a:lnTo>
                <a:lnTo>
                  <a:pt x="4361446" y="3258152"/>
                </a:lnTo>
                <a:lnTo>
                  <a:pt x="3835190" y="4310664"/>
                </a:lnTo>
                <a:lnTo>
                  <a:pt x="2487402" y="4310664"/>
                </a:lnTo>
                <a:close/>
                <a:moveTo>
                  <a:pt x="1961145" y="5471291"/>
                </a:moveTo>
                <a:lnTo>
                  <a:pt x="2487401" y="4418778"/>
                </a:lnTo>
                <a:lnTo>
                  <a:pt x="3835189" y="4418778"/>
                </a:lnTo>
                <a:lnTo>
                  <a:pt x="4361445" y="5471291"/>
                </a:lnTo>
                <a:lnTo>
                  <a:pt x="3835189" y="6523803"/>
                </a:lnTo>
                <a:lnTo>
                  <a:pt x="2487401" y="6523803"/>
                </a:lnTo>
                <a:close/>
                <a:moveTo>
                  <a:pt x="2" y="2151247"/>
                </a:moveTo>
                <a:lnTo>
                  <a:pt x="526258" y="1098734"/>
                </a:lnTo>
                <a:lnTo>
                  <a:pt x="1874045" y="1098734"/>
                </a:lnTo>
                <a:lnTo>
                  <a:pt x="2400302" y="2151247"/>
                </a:lnTo>
                <a:lnTo>
                  <a:pt x="1874045" y="3203759"/>
                </a:lnTo>
                <a:lnTo>
                  <a:pt x="526258" y="3203759"/>
                </a:lnTo>
                <a:close/>
                <a:moveTo>
                  <a:pt x="0" y="4364386"/>
                </a:moveTo>
                <a:lnTo>
                  <a:pt x="526256" y="3311873"/>
                </a:lnTo>
                <a:lnTo>
                  <a:pt x="1874044" y="3311873"/>
                </a:lnTo>
                <a:lnTo>
                  <a:pt x="2400300" y="4364386"/>
                </a:lnTo>
                <a:lnTo>
                  <a:pt x="1874044" y="5416898"/>
                </a:lnTo>
                <a:lnTo>
                  <a:pt x="526256" y="5416898"/>
                </a:lnTo>
                <a:close/>
              </a:path>
            </a:pathLst>
          </a:custGeom>
          <a:blipFill dpi="0" rotWithShape="0">
            <a:blip r:embed="rId2">
              <a:alphaModFix amt="50000"/>
            </a:blip>
            <a:srcRect/>
            <a:stretch>
              <a:fillRect l="-45000" t="-90000" r="-45000"/>
            </a:stretch>
          </a:blip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02" name="Immagine 101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AFE00C94-FB3A-B9A3-A143-F07DCEAED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" y="6267450"/>
            <a:ext cx="1182074" cy="514350"/>
          </a:xfrm>
          <a:prstGeom prst="rect">
            <a:avLst/>
          </a:prstGeom>
        </p:spPr>
      </p:pic>
      <p:pic>
        <p:nvPicPr>
          <p:cNvPr id="104" name="Immagine 103" descr="Immagine che contiene logo, Carattere, simbolo, Elementi grafici&#10;&#10;Descrizione generata automaticamente">
            <a:extLst>
              <a:ext uri="{FF2B5EF4-FFF2-40B4-BE49-F238E27FC236}">
                <a16:creationId xmlns:a16="http://schemas.microsoft.com/office/drawing/2014/main" id="{33525476-4D19-913B-0046-62FA5A14E4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16" y="6238875"/>
            <a:ext cx="590550" cy="590550"/>
          </a:xfrm>
          <a:prstGeom prst="rect">
            <a:avLst/>
          </a:prstGeom>
        </p:spPr>
      </p:pic>
      <p:sp>
        <p:nvSpPr>
          <p:cNvPr id="105" name="Rettangolo 104">
            <a:extLst>
              <a:ext uri="{FF2B5EF4-FFF2-40B4-BE49-F238E27FC236}">
                <a16:creationId xmlns:a16="http://schemas.microsoft.com/office/drawing/2014/main" id="{E2A3384D-CDEE-B15F-1C4D-9CAECDB80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7" name="Immagine 106" descr="Immagine che contiene testo, Elementi grafici, Carattere, logo&#10;&#10;Descrizione generata automaticamente">
            <a:extLst>
              <a:ext uri="{FF2B5EF4-FFF2-40B4-BE49-F238E27FC236}">
                <a16:creationId xmlns:a16="http://schemas.microsoft.com/office/drawing/2014/main" id="{B0299FF2-7CD0-6721-3CDB-11ABA9874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2102738"/>
            <a:ext cx="6096001" cy="265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43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1890</Words>
  <Application>Microsoft Office PowerPoint</Application>
  <PresentationFormat>Widescreen</PresentationFormat>
  <Paragraphs>211</Paragraphs>
  <Slides>32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MADE INFINITY Beside Personal U</vt:lpstr>
      <vt:lpstr>MADE INFINITY Personal Use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Nicola Viccari</dc:creator>
  <cp:lastModifiedBy>Nicola Viccari</cp:lastModifiedBy>
  <cp:revision>18</cp:revision>
  <dcterms:created xsi:type="dcterms:W3CDTF">2023-11-23T17:54:59Z</dcterms:created>
  <dcterms:modified xsi:type="dcterms:W3CDTF">2023-12-12T13:40:53Z</dcterms:modified>
</cp:coreProperties>
</file>